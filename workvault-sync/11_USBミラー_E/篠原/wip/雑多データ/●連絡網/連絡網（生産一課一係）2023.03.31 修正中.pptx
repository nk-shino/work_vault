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58" r:id="rId2"/>
    <p:sldId id="260" r:id="rId3"/>
    <p:sldId id="261" r:id="rId4"/>
    <p:sldId id="262" r:id="rId5"/>
    <p:sldId id="263" r:id="rId6"/>
    <p:sldId id="264" r:id="rId7"/>
    <p:sldId id="265" r:id="rId8"/>
  </p:sldIdLst>
  <p:sldSz cx="9144000" cy="6858000" type="screen4x3"/>
  <p:notesSz cx="6735763" cy="9866313"/>
  <p:defaultTextStyle>
    <a:defPPr>
      <a:defRPr lang="ja-JP"/>
    </a:defPPr>
    <a:lvl1pPr algn="ctr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CC"/>
    <a:srgbClr val="FF9999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750" autoAdjust="0"/>
    <p:restoredTop sz="92799" autoAdjust="0"/>
  </p:normalViewPr>
  <p:slideViewPr>
    <p:cSldViewPr snapToGrid="0">
      <p:cViewPr varScale="1">
        <p:scale>
          <a:sx n="72" d="100"/>
          <a:sy n="72" d="100"/>
        </p:scale>
        <p:origin x="594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hyperlink" Target="Tel:03-6714-4525" TargetMode="External"/><Relationship Id="rId1" Type="http://schemas.openxmlformats.org/officeDocument/2006/relationships/hyperlink" Target="Tel:0273-70-4555" TargetMode="External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hyperlink" Target="Tel:03-6714-4525" TargetMode="External"/><Relationship Id="rId1" Type="http://schemas.openxmlformats.org/officeDocument/2006/relationships/hyperlink" Target="Tel:0273-70-4555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C199DC3-867C-4836-BC60-3373C2B73013}" type="doc">
      <dgm:prSet loTypeId="urn:microsoft.com/office/officeart/2005/8/layout/hierarchy2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kumimoji="1" lang="ja-JP" altLang="en-US"/>
        </a:p>
      </dgm:t>
    </dgm:pt>
    <dgm:pt modelId="{C7D52156-983C-4CEE-A559-C3801B8BC4CE}">
      <dgm:prSet phldrT="[テキスト]" custT="1"/>
      <dgm:spPr/>
      <dgm:t>
        <a:bodyPr/>
        <a:lstStyle/>
        <a:p>
          <a:r>
            <a:rPr kumimoji="1" lang="ja-JP" altLang="en-US" sz="700" b="1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緊急時の連絡先</a:t>
          </a:r>
          <a:endParaRPr kumimoji="1" lang="ja-JP" altLang="en-US" sz="700" dirty="0"/>
        </a:p>
      </dgm:t>
    </dgm:pt>
    <dgm:pt modelId="{699D1D91-55A1-491D-8E98-BDE755314BE5}" type="parTrans" cxnId="{CCE270CA-51F8-4063-8885-209B03819429}">
      <dgm:prSet/>
      <dgm:spPr/>
      <dgm:t>
        <a:bodyPr/>
        <a:lstStyle/>
        <a:p>
          <a:endParaRPr kumimoji="1" lang="ja-JP" altLang="en-US" sz="1400"/>
        </a:p>
      </dgm:t>
    </dgm:pt>
    <dgm:pt modelId="{DDA2B02B-24AE-4732-8617-EC749D3C6CD9}" type="sibTrans" cxnId="{CCE270CA-51F8-4063-8885-209B03819429}">
      <dgm:prSet/>
      <dgm:spPr/>
      <dgm:t>
        <a:bodyPr/>
        <a:lstStyle/>
        <a:p>
          <a:endParaRPr kumimoji="1" lang="ja-JP" altLang="en-US" sz="1400"/>
        </a:p>
      </dgm:t>
    </dgm:pt>
    <dgm:pt modelId="{322075CF-77B7-45E2-87D6-9CCD741BB62F}">
      <dgm:prSet phldrT="[テキスト]" custT="1"/>
      <dgm:spPr/>
      <dgm:t>
        <a:bodyPr/>
        <a:lstStyle/>
        <a:p>
          <a:pPr algn="l"/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【</a:t>
          </a:r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タムラ製作所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】</a:t>
          </a:r>
        </a:p>
        <a:p>
          <a:pPr algn="l" rtl="0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リフロー炉</a:t>
          </a:r>
          <a:endParaRPr kumimoji="1" lang="ja-JP" altLang="en-US" sz="700" dirty="0"/>
        </a:p>
      </dgm:t>
    </dgm:pt>
    <dgm:pt modelId="{114BA934-5DAA-4DBE-9DF2-DECC63DFA76A}" type="parTrans" cxnId="{FDCBB7BE-0556-403D-A5F1-550402A4D5A3}">
      <dgm:prSet custT="1"/>
      <dgm:spPr/>
      <dgm:t>
        <a:bodyPr/>
        <a:lstStyle/>
        <a:p>
          <a:endParaRPr kumimoji="1" lang="ja-JP" altLang="en-US" sz="600"/>
        </a:p>
      </dgm:t>
    </dgm:pt>
    <dgm:pt modelId="{2EFE5541-F1D9-494E-92EC-3908D87E083F}" type="sibTrans" cxnId="{FDCBB7BE-0556-403D-A5F1-550402A4D5A3}">
      <dgm:prSet/>
      <dgm:spPr/>
      <dgm:t>
        <a:bodyPr/>
        <a:lstStyle/>
        <a:p>
          <a:endParaRPr kumimoji="1" lang="ja-JP" altLang="en-US" sz="1400"/>
        </a:p>
      </dgm:t>
    </dgm:pt>
    <dgm:pt modelId="{75B2F736-D412-4228-9E3F-D09A857F7980}">
      <dgm:prSet phldrT="[テキスト]" custT="1"/>
      <dgm:spPr/>
      <dgm:t>
        <a:bodyPr/>
        <a:lstStyle/>
        <a:p>
          <a:pPr algn="l"/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㈱</a:t>
          </a:r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タムラ製作所埼玉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_</a:t>
          </a:r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狭山</a:t>
          </a:r>
        </a:p>
        <a:p>
          <a:pPr algn="l" rtl="0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○担当：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CS</a:t>
          </a:r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窓口（橋本様）</a:t>
          </a:r>
          <a:endParaRPr kumimoji="1" lang="en-US" altLang="ja-JP" sz="700" b="0" i="0" u="none" strike="noStrike" cap="none" normalizeH="0" baseline="0" dirty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  <a:cs typeface="ＭＳ Ｐゴシック" charset="-128"/>
          </a:endParaRPr>
        </a:p>
        <a:p>
          <a:pPr algn="l" rtl="0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TEL</a:t>
          </a:r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：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090-7362-0936</a:t>
          </a:r>
        </a:p>
        <a:p>
          <a:pPr algn="l" rtl="0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　　　　　（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04-2900-0071</a:t>
          </a:r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）</a:t>
          </a:r>
          <a:endParaRPr kumimoji="1" lang="en-US" altLang="ja-JP" sz="700" b="0" i="0" u="none" strike="noStrike" cap="none" normalizeH="0" baseline="0" dirty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  <a:cs typeface="ＭＳ Ｐゴシック" charset="-128"/>
          </a:endParaRPr>
        </a:p>
        <a:p>
          <a:pPr algn="l" rtl="0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FAX</a:t>
          </a:r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：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0429-55-3122</a:t>
          </a:r>
        </a:p>
        <a:p>
          <a:pPr algn="l" rtl="0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○カスタマーサポート：（大友様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/</a:t>
          </a:r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平井様）○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TEL</a:t>
          </a:r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：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04-2900-0071</a:t>
          </a:r>
        </a:p>
      </dgm:t>
    </dgm:pt>
    <dgm:pt modelId="{6FB92364-91C6-45F6-93D6-ECEF8D4B893D}" type="parTrans" cxnId="{9416E835-F46A-478B-90D4-CF2DA0BD8990}">
      <dgm:prSet custT="1"/>
      <dgm:spPr/>
      <dgm:t>
        <a:bodyPr/>
        <a:lstStyle/>
        <a:p>
          <a:endParaRPr kumimoji="1" lang="ja-JP" altLang="en-US" sz="300"/>
        </a:p>
      </dgm:t>
    </dgm:pt>
    <dgm:pt modelId="{A86FC39B-6519-4024-BA25-B02C3F4CC5E6}" type="sibTrans" cxnId="{9416E835-F46A-478B-90D4-CF2DA0BD8990}">
      <dgm:prSet/>
      <dgm:spPr/>
      <dgm:t>
        <a:bodyPr/>
        <a:lstStyle/>
        <a:p>
          <a:endParaRPr kumimoji="1" lang="ja-JP" altLang="en-US" sz="1400"/>
        </a:p>
      </dgm:t>
    </dgm:pt>
    <dgm:pt modelId="{17AF4BB8-19BC-4C4E-A243-06AF6A7246B6}">
      <dgm:prSet phldrT="[テキスト]" custT="1"/>
      <dgm:spPr/>
      <dgm:t>
        <a:bodyPr/>
        <a:lstStyle/>
        <a:p>
          <a:pPr algn="l" rtl="0"/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【</a:t>
          </a:r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コンプレッサー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】</a:t>
          </a:r>
        </a:p>
        <a:p>
          <a:pPr algn="l" rtl="0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関連全般</a:t>
          </a:r>
          <a:endParaRPr kumimoji="1" lang="en-US" altLang="ja-JP" sz="700" b="0" i="0" u="none" strike="noStrike" cap="none" normalizeH="0" baseline="0" dirty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  <a:cs typeface="ＭＳ Ｐゴシック" charset="-128"/>
          </a:endParaRPr>
        </a:p>
      </dgm:t>
    </dgm:pt>
    <dgm:pt modelId="{0BC59D63-70A1-428F-888A-7D4C4FDB0A07}" type="parTrans" cxnId="{D04C5A05-19EC-4A92-984D-2BC36CA8A55D}">
      <dgm:prSet custT="1"/>
      <dgm:spPr/>
      <dgm:t>
        <a:bodyPr/>
        <a:lstStyle/>
        <a:p>
          <a:endParaRPr kumimoji="1" lang="ja-JP" altLang="en-US" sz="300"/>
        </a:p>
      </dgm:t>
    </dgm:pt>
    <dgm:pt modelId="{BEFD305C-DBB7-45FE-9D58-64A58C82C471}" type="sibTrans" cxnId="{D04C5A05-19EC-4A92-984D-2BC36CA8A55D}">
      <dgm:prSet/>
      <dgm:spPr/>
      <dgm:t>
        <a:bodyPr/>
        <a:lstStyle/>
        <a:p>
          <a:endParaRPr kumimoji="1" lang="ja-JP" altLang="en-US" sz="1400"/>
        </a:p>
      </dgm:t>
    </dgm:pt>
    <dgm:pt modelId="{C5AB1BDA-88D8-494C-8B87-8E123E2865D5}">
      <dgm:prSet phldrT="[テキスト]" custT="1"/>
      <dgm:spPr/>
      <dgm:t>
        <a:bodyPr/>
        <a:lstStyle/>
        <a:p>
          <a:pPr algn="l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千代田機工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(</a:t>
          </a:r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株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)</a:t>
          </a:r>
        </a:p>
        <a:p>
          <a:pPr algn="l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　前橋営業所</a:t>
          </a:r>
        </a:p>
        <a:p>
          <a:pPr algn="l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○担当：菊池様</a:t>
          </a:r>
        </a:p>
        <a:p>
          <a:pPr algn="l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○携帯：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080-4631-5634</a:t>
          </a:r>
        </a:p>
        <a:p>
          <a:pPr algn="l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TEL</a:t>
          </a:r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：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0272-53-5807</a:t>
          </a:r>
        </a:p>
        <a:p>
          <a:pPr algn="l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FAX</a:t>
          </a:r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：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0272-54-8527</a:t>
          </a:r>
          <a:endParaRPr kumimoji="1" lang="ja-JP" altLang="en-US" sz="700" dirty="0"/>
        </a:p>
      </dgm:t>
    </dgm:pt>
    <dgm:pt modelId="{4789EEDB-FC81-4711-B458-A62B776C7DA2}" type="parTrans" cxnId="{8A9A27E0-7DB7-4F97-97A1-C0A039EE17E6}">
      <dgm:prSet custT="1"/>
      <dgm:spPr/>
      <dgm:t>
        <a:bodyPr/>
        <a:lstStyle/>
        <a:p>
          <a:endParaRPr kumimoji="1" lang="ja-JP" altLang="en-US" sz="300"/>
        </a:p>
      </dgm:t>
    </dgm:pt>
    <dgm:pt modelId="{C9033E20-069E-4EA1-A2BC-752AC5398E25}" type="sibTrans" cxnId="{8A9A27E0-7DB7-4F97-97A1-C0A039EE17E6}">
      <dgm:prSet/>
      <dgm:spPr/>
      <dgm:t>
        <a:bodyPr/>
        <a:lstStyle/>
        <a:p>
          <a:endParaRPr kumimoji="1" lang="ja-JP" altLang="en-US" sz="1400"/>
        </a:p>
      </dgm:t>
    </dgm:pt>
    <dgm:pt modelId="{6C49B076-363B-4E6D-A3F1-F88BE854AB3B}">
      <dgm:prSet custT="1"/>
      <dgm:spPr/>
      <dgm:t>
        <a:bodyPr/>
        <a:lstStyle/>
        <a:p>
          <a:pPr algn="l"/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【</a:t>
          </a:r>
          <a:r>
            <a:rPr kumimoji="1" lang="en-US" altLang="ja-JP" sz="700" b="0" i="0" u="none" strike="noStrike" cap="none" normalizeH="0" baseline="0" dirty="0" err="1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Pana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】</a:t>
          </a:r>
        </a:p>
        <a:p>
          <a:pPr algn="l" rtl="0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ﾏｳﾝﾀ関連</a:t>
          </a:r>
        </a:p>
        <a:p>
          <a:pPr algn="l" rtl="0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印刷機／ﾏｳﾝﾀ</a:t>
          </a:r>
          <a:endParaRPr kumimoji="1" lang="ja-JP" altLang="en-US" sz="700" dirty="0"/>
        </a:p>
      </dgm:t>
    </dgm:pt>
    <dgm:pt modelId="{5782BE1B-1998-425D-B45B-863E27F51046}" type="parTrans" cxnId="{A1C5B3FA-7F25-4A1A-988A-1B854B63D090}">
      <dgm:prSet custT="1"/>
      <dgm:spPr/>
      <dgm:t>
        <a:bodyPr/>
        <a:lstStyle/>
        <a:p>
          <a:endParaRPr kumimoji="1" lang="ja-JP" altLang="en-US" sz="300"/>
        </a:p>
      </dgm:t>
    </dgm:pt>
    <dgm:pt modelId="{83427218-4798-484F-8611-0F68BF23A980}" type="sibTrans" cxnId="{A1C5B3FA-7F25-4A1A-988A-1B854B63D090}">
      <dgm:prSet/>
      <dgm:spPr/>
      <dgm:t>
        <a:bodyPr/>
        <a:lstStyle/>
        <a:p>
          <a:endParaRPr kumimoji="1" lang="ja-JP" altLang="en-US" sz="1400"/>
        </a:p>
      </dgm:t>
    </dgm:pt>
    <dgm:pt modelId="{7571BC91-43C0-435C-8B1A-9D952B93C9B5}">
      <dgm:prSet custT="1"/>
      <dgm:spPr/>
      <dgm:t>
        <a:bodyPr/>
        <a:lstStyle/>
        <a:p>
          <a:pPr algn="l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三ツ波㈱</a:t>
          </a:r>
        </a:p>
        <a:p>
          <a:pPr algn="l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　東京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_</a:t>
          </a:r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品川</a:t>
          </a:r>
          <a:endParaRPr kumimoji="1" lang="en-US" altLang="ja-JP" sz="700" b="0" i="0" u="none" strike="noStrike" cap="none" normalizeH="0" baseline="0" dirty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  <a:cs typeface="ＭＳ Ｐゴシック" charset="-128"/>
          </a:endParaRPr>
        </a:p>
        <a:p>
          <a:pPr algn="l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○担当：阿川様</a:t>
          </a:r>
        </a:p>
        <a:p>
          <a:pPr algn="l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○携帯：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090-5337-0335</a:t>
          </a:r>
        </a:p>
        <a:p>
          <a:pPr algn="l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TEL</a:t>
          </a:r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：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03-3492-7771</a:t>
          </a:r>
        </a:p>
        <a:p>
          <a:pPr algn="l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FAX</a:t>
          </a:r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：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03-3492-7982</a:t>
          </a:r>
          <a:endParaRPr kumimoji="1" lang="ja-JP" altLang="en-US" sz="700" dirty="0"/>
        </a:p>
      </dgm:t>
    </dgm:pt>
    <dgm:pt modelId="{879D7B52-6074-4869-8B0D-49F95D38B1CE}" type="parTrans" cxnId="{26100747-962C-49AA-BC3B-08A6FA9FDE94}">
      <dgm:prSet custT="1"/>
      <dgm:spPr/>
      <dgm:t>
        <a:bodyPr/>
        <a:lstStyle/>
        <a:p>
          <a:endParaRPr kumimoji="1" lang="ja-JP" altLang="en-US" sz="300"/>
        </a:p>
      </dgm:t>
    </dgm:pt>
    <dgm:pt modelId="{3A72A96E-321E-430C-8EAD-DBA03786AD04}" type="sibTrans" cxnId="{26100747-962C-49AA-BC3B-08A6FA9FDE94}">
      <dgm:prSet/>
      <dgm:spPr/>
      <dgm:t>
        <a:bodyPr/>
        <a:lstStyle/>
        <a:p>
          <a:endParaRPr kumimoji="1" lang="ja-JP" altLang="en-US" sz="1400"/>
        </a:p>
      </dgm:t>
    </dgm:pt>
    <dgm:pt modelId="{3A6F662D-0943-4FDD-8882-98EE9558C663}">
      <dgm:prSet custT="1"/>
      <dgm:spPr/>
      <dgm:t>
        <a:bodyPr/>
        <a:lstStyle/>
        <a:p>
          <a:pPr algn="l" rtl="0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（株）サンエイ</a:t>
          </a:r>
          <a:endParaRPr kumimoji="1" lang="en-US" altLang="ja-JP" sz="700" b="0" i="0" u="none" strike="noStrike" cap="none" normalizeH="0" baseline="0" dirty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  <a:cs typeface="ＭＳ Ｐゴシック" charset="-128"/>
          </a:endParaRPr>
        </a:p>
        <a:p>
          <a:pPr algn="l" rtl="0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○サービス部：中里様</a:t>
          </a:r>
          <a:endParaRPr kumimoji="1" lang="en-US" altLang="ja-JP" sz="700" b="0" i="0" u="none" strike="noStrike" cap="none" normalizeH="0" baseline="0" dirty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  <a:cs typeface="ＭＳ Ｐゴシック" charset="-128"/>
          </a:endParaRPr>
        </a:p>
        <a:p>
          <a:pPr algn="l" rtl="0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TEL</a:t>
          </a:r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：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027-265-4420</a:t>
          </a:r>
        </a:p>
        <a:p>
          <a:pPr algn="l" rtl="0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　　（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080-1263-1430</a:t>
          </a:r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）</a:t>
          </a:r>
          <a:endParaRPr kumimoji="1" lang="en-US" altLang="ja-JP" sz="700" b="0" i="0" u="none" strike="noStrike" cap="none" normalizeH="0" baseline="0" dirty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  <a:cs typeface="ＭＳ Ｐゴシック" charset="-128"/>
          </a:endParaRPr>
        </a:p>
        <a:p>
          <a:pPr algn="l" rtl="0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FAX</a:t>
          </a:r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：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027-265-4976</a:t>
          </a:r>
        </a:p>
      </dgm:t>
    </dgm:pt>
    <dgm:pt modelId="{301911D4-273D-4323-BB27-92ECD3D12F47}" type="parTrans" cxnId="{50A3F1F3-880E-4C46-ABA2-D07BC231BC20}">
      <dgm:prSet custT="1"/>
      <dgm:spPr/>
      <dgm:t>
        <a:bodyPr/>
        <a:lstStyle/>
        <a:p>
          <a:endParaRPr kumimoji="1" lang="ja-JP" altLang="en-US" sz="300"/>
        </a:p>
      </dgm:t>
    </dgm:pt>
    <dgm:pt modelId="{243F7E89-6E02-4A9A-BC64-9170138F7091}" type="sibTrans" cxnId="{50A3F1F3-880E-4C46-ABA2-D07BC231BC20}">
      <dgm:prSet/>
      <dgm:spPr/>
      <dgm:t>
        <a:bodyPr/>
        <a:lstStyle/>
        <a:p>
          <a:endParaRPr kumimoji="1" lang="ja-JP" altLang="en-US" sz="1400"/>
        </a:p>
      </dgm:t>
    </dgm:pt>
    <dgm:pt modelId="{C469A6A0-839B-4451-B02A-5296F63C542B}">
      <dgm:prSet custT="1"/>
      <dgm:spPr/>
      <dgm:t>
        <a:bodyPr/>
        <a:lstStyle/>
        <a:p>
          <a:pPr algn="l"/>
          <a:r>
            <a:rPr kumimoji="1" lang="en-US" altLang="ja-JP" sz="700" b="0" i="0" u="none" strike="noStrike" cap="none" normalizeH="0" baseline="0" dirty="0" err="1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PanasonicFS</a:t>
          </a:r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ｴﾝｼﾞﾆｱﾘﾝｸﾞ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(</a:t>
          </a:r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株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)</a:t>
          </a:r>
        </a:p>
        <a:p>
          <a:pPr algn="l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　群馬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_</a:t>
          </a:r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高崎（直井様／湯沢様）</a:t>
          </a:r>
        </a:p>
        <a:p>
          <a:pPr algn="l" rtl="0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  <a:hlinkClick xmlns:r="http://schemas.openxmlformats.org/officeDocument/2006/relationships" r:id="rId1"/>
            </a:rPr>
            <a:t>○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  <a:hlinkClick xmlns:r="http://schemas.openxmlformats.org/officeDocument/2006/relationships" r:id="rId1"/>
            </a:rPr>
            <a:t>TEL</a:t>
          </a:r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  <a:hlinkClick xmlns:r="http://schemas.openxmlformats.org/officeDocument/2006/relationships" r:id="rId1"/>
            </a:rPr>
            <a:t>：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  <a:hlinkClick xmlns:r="http://schemas.openxmlformats.org/officeDocument/2006/relationships" r:id="rId1"/>
            </a:rPr>
            <a:t>0273-70-4555</a:t>
          </a:r>
          <a:endParaRPr kumimoji="1" lang="en-US" altLang="ja-JP" sz="700" b="0" i="0" u="none" strike="noStrike" cap="none" normalizeH="0" baseline="0" dirty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  <a:cs typeface="ＭＳ Ｐゴシック" charset="-128"/>
          </a:endParaRPr>
        </a:p>
        <a:p>
          <a:pPr algn="l" rtl="0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FAX</a:t>
          </a:r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：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0273-70-6088</a:t>
          </a:r>
        </a:p>
        <a:p>
          <a:pPr algn="l" rtl="0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　東京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_</a:t>
          </a:r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品川（お客様サポート）</a:t>
          </a:r>
        </a:p>
        <a:p>
          <a:pPr algn="l" rtl="0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  <a:hlinkClick xmlns:r="http://schemas.openxmlformats.org/officeDocument/2006/relationships" r:id="rId2"/>
            </a:rPr>
            <a:t>○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  <a:hlinkClick xmlns:r="http://schemas.openxmlformats.org/officeDocument/2006/relationships" r:id="rId2"/>
            </a:rPr>
            <a:t>TEL</a:t>
          </a:r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  <a:hlinkClick xmlns:r="http://schemas.openxmlformats.org/officeDocument/2006/relationships" r:id="rId2"/>
            </a:rPr>
            <a:t>：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  <a:hlinkClick xmlns:r="http://schemas.openxmlformats.org/officeDocument/2006/relationships" r:id="rId2"/>
            </a:rPr>
            <a:t>03-6714-4525</a:t>
          </a:r>
          <a:endParaRPr kumimoji="1" lang="en-US" altLang="ja-JP" sz="700" b="0" i="0" u="none" strike="noStrike" cap="none" normalizeH="0" baseline="0" dirty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  <a:cs typeface="ＭＳ Ｐゴシック" charset="-128"/>
          </a:endParaRPr>
        </a:p>
        <a:p>
          <a:pPr algn="l" rtl="0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FAX:03-6714-4526</a:t>
          </a:r>
        </a:p>
        <a:p>
          <a:pPr algn="l" rtl="0"/>
          <a:r>
            <a:rPr kumimoji="1" lang="en-US" altLang="ja-JP" sz="700" b="0" i="0" u="none" strike="noStrike" cap="none" normalizeH="0" baseline="0" dirty="0" err="1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</a:rPr>
            <a:t>EGPro</a:t>
          </a:r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</a:rPr>
            <a:t>（担当：坂本様　）</a:t>
          </a:r>
          <a:endParaRPr kumimoji="1" lang="en-US" altLang="ja-JP" sz="700" b="0" i="0" u="none" strike="noStrike" cap="none" normalizeH="0" baseline="0" dirty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</a:endParaRPr>
        </a:p>
        <a:p>
          <a:pPr algn="l" rtl="0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TEL</a:t>
          </a:r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：</a:t>
          </a:r>
          <a:endParaRPr kumimoji="1" lang="en-US" altLang="ja-JP" sz="700" b="0" i="0" u="none" strike="noStrike" cap="none" normalizeH="0" baseline="0" dirty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  <a:cs typeface="ＭＳ Ｐゴシック" charset="-128"/>
          </a:endParaRPr>
        </a:p>
        <a:p>
          <a:pPr algn="l" rtl="0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Panasonic</a:t>
          </a:r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（営業：佐伯様）</a:t>
          </a:r>
          <a:endParaRPr kumimoji="1" lang="en-US" altLang="ja-JP" sz="700" b="0" i="0" u="none" strike="noStrike" cap="none" normalizeH="0" baseline="0" dirty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  <a:cs typeface="ＭＳ Ｐゴシック" charset="-128"/>
          </a:endParaRPr>
        </a:p>
        <a:p>
          <a:pPr algn="l" rtl="0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TEL</a:t>
          </a:r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：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03-6714-4521</a:t>
          </a:r>
        </a:p>
        <a:p>
          <a:pPr algn="l" rtl="0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　　　　（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080-2417-3472</a:t>
          </a:r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）</a:t>
          </a:r>
          <a:endParaRPr kumimoji="1" lang="en-US" altLang="ja-JP" sz="700" b="0" i="0" u="none" strike="noStrike" cap="none" normalizeH="0" baseline="0" dirty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  <a:cs typeface="ＭＳ Ｐゴシック" charset="-128"/>
          </a:endParaRPr>
        </a:p>
      </dgm:t>
    </dgm:pt>
    <dgm:pt modelId="{DEFF117F-5909-475B-A767-E53ED4B3A342}" type="parTrans" cxnId="{B88B26AD-9175-419C-A266-64BFEA623B84}">
      <dgm:prSet custT="1"/>
      <dgm:spPr/>
      <dgm:t>
        <a:bodyPr/>
        <a:lstStyle/>
        <a:p>
          <a:endParaRPr kumimoji="1" lang="ja-JP" altLang="en-US" sz="300"/>
        </a:p>
      </dgm:t>
    </dgm:pt>
    <dgm:pt modelId="{6591F5F0-BA08-4CCC-BC1C-313EFF854465}" type="sibTrans" cxnId="{B88B26AD-9175-419C-A266-64BFEA623B84}">
      <dgm:prSet/>
      <dgm:spPr/>
      <dgm:t>
        <a:bodyPr/>
        <a:lstStyle/>
        <a:p>
          <a:endParaRPr kumimoji="1" lang="ja-JP" altLang="en-US" sz="1400"/>
        </a:p>
      </dgm:t>
    </dgm:pt>
    <dgm:pt modelId="{F2E31654-A343-46B5-B812-FDB0F21D9D21}">
      <dgm:prSet custT="1"/>
      <dgm:spPr>
        <a:ln>
          <a:solidFill>
            <a:srgbClr val="0000FF"/>
          </a:solidFill>
        </a:ln>
      </dgm:spPr>
      <dgm:t>
        <a:bodyPr/>
        <a:lstStyle/>
        <a:p>
          <a:pPr lvl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kumimoji="1" lang="ja-JP" altLang="en-US" sz="800" dirty="0">
              <a:solidFill>
                <a:schemeClr val="tx1"/>
              </a:solidFill>
            </a:rPr>
            <a:t>竹渕（</a:t>
          </a:r>
          <a:r>
            <a:rPr kumimoji="1" lang="en-US" altLang="ja-JP" sz="800" dirty="0">
              <a:solidFill>
                <a:schemeClr val="tx1"/>
              </a:solidFill>
            </a:rPr>
            <a:t>63329</a:t>
          </a:r>
          <a:r>
            <a:rPr kumimoji="1" lang="ja-JP" altLang="en-US" sz="800" dirty="0">
              <a:solidFill>
                <a:schemeClr val="tx1"/>
              </a:solidFill>
            </a:rPr>
            <a:t>）　</a:t>
          </a:r>
          <a:r>
            <a:rPr kumimoji="1" lang="en-US" altLang="ja-JP" sz="800" dirty="0">
              <a:solidFill>
                <a:schemeClr val="tx1"/>
              </a:solidFill>
            </a:rPr>
            <a:t>080-7497-2423</a:t>
          </a:r>
        </a:p>
        <a:p>
          <a:pPr lvl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kumimoji="1" lang="ja-JP" altLang="en-US" sz="800" dirty="0">
              <a:solidFill>
                <a:schemeClr val="tx1"/>
              </a:solidFill>
            </a:rPr>
            <a:t>松井（</a:t>
          </a:r>
          <a:r>
            <a:rPr kumimoji="1" lang="en-US" altLang="ja-JP" sz="800" dirty="0">
              <a:solidFill>
                <a:schemeClr val="tx1"/>
              </a:solidFill>
            </a:rPr>
            <a:t>62392</a:t>
          </a:r>
          <a:r>
            <a:rPr kumimoji="1" lang="ja-JP" altLang="en-US" sz="800" dirty="0">
              <a:solidFill>
                <a:schemeClr val="tx1"/>
              </a:solidFill>
            </a:rPr>
            <a:t>）　</a:t>
          </a:r>
          <a:r>
            <a:rPr kumimoji="1" lang="en-US" altLang="ja-JP" sz="800" dirty="0">
              <a:solidFill>
                <a:schemeClr val="tx1"/>
              </a:solidFill>
            </a:rPr>
            <a:t>080-7133-3046</a:t>
          </a:r>
        </a:p>
        <a:p>
          <a:pPr lvl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kumimoji="1" lang="ja-JP" altLang="en-US" sz="800" dirty="0">
              <a:solidFill>
                <a:schemeClr val="tx1"/>
              </a:solidFill>
            </a:rPr>
            <a:t>遠藤（</a:t>
          </a:r>
          <a:r>
            <a:rPr kumimoji="1" lang="en-US" altLang="ja-JP" sz="800" dirty="0">
              <a:solidFill>
                <a:schemeClr val="tx1"/>
              </a:solidFill>
            </a:rPr>
            <a:t>64074</a:t>
          </a:r>
          <a:r>
            <a:rPr kumimoji="1" lang="ja-JP" altLang="en-US" sz="800" dirty="0">
              <a:solidFill>
                <a:schemeClr val="tx1"/>
              </a:solidFill>
            </a:rPr>
            <a:t>）　</a:t>
          </a:r>
          <a:r>
            <a:rPr kumimoji="1" lang="en-US" altLang="ja-JP" sz="800" dirty="0">
              <a:solidFill>
                <a:schemeClr val="tx1"/>
              </a:solidFill>
            </a:rPr>
            <a:t>080-4479-5921</a:t>
          </a:r>
        </a:p>
        <a:p>
          <a:pPr lvl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kumimoji="1" lang="ja-JP" altLang="en-US" sz="800" dirty="0">
              <a:solidFill>
                <a:schemeClr val="tx1"/>
              </a:solidFill>
            </a:rPr>
            <a:t>茂木</a:t>
          </a:r>
          <a:endParaRPr kumimoji="1" lang="en-US" altLang="ja-JP" sz="800" dirty="0">
            <a:solidFill>
              <a:schemeClr val="tx1"/>
            </a:solidFill>
          </a:endParaRPr>
        </a:p>
        <a:p>
          <a:pPr lvl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kumimoji="1" lang="en-US" altLang="ja-JP" sz="800" dirty="0">
            <a:solidFill>
              <a:schemeClr val="tx1"/>
            </a:solidFill>
          </a:endParaRPr>
        </a:p>
      </dgm:t>
    </dgm:pt>
    <dgm:pt modelId="{432996EF-A251-4557-8327-21731260B644}" type="parTrans" cxnId="{850F825F-213D-4DAD-807D-58BDCBADDB8E}">
      <dgm:prSet custT="1"/>
      <dgm:spPr>
        <a:ln>
          <a:solidFill>
            <a:srgbClr val="0000FF"/>
          </a:solidFill>
        </a:ln>
      </dgm:spPr>
      <dgm:t>
        <a:bodyPr/>
        <a:lstStyle/>
        <a:p>
          <a:endParaRPr kumimoji="1" lang="ja-JP" altLang="en-US" sz="1000"/>
        </a:p>
      </dgm:t>
    </dgm:pt>
    <dgm:pt modelId="{F662A29B-8CCD-447C-9638-DE0E2CA6374D}" type="sibTrans" cxnId="{850F825F-213D-4DAD-807D-58BDCBADDB8E}">
      <dgm:prSet/>
      <dgm:spPr/>
      <dgm:t>
        <a:bodyPr/>
        <a:lstStyle/>
        <a:p>
          <a:endParaRPr kumimoji="1" lang="ja-JP" altLang="en-US" sz="1400"/>
        </a:p>
      </dgm:t>
    </dgm:pt>
    <dgm:pt modelId="{0723FC9B-19DC-4490-AAE2-EC8573E6865F}">
      <dgm:prSet custT="1"/>
      <dgm:spPr/>
      <dgm:t>
        <a:bodyPr/>
        <a:lstStyle/>
        <a:p>
          <a:r>
            <a:rPr kumimoji="1" lang="en-US" altLang="ja-JP" sz="1200" dirty="0">
              <a:solidFill>
                <a:schemeClr val="tx1"/>
              </a:solidFill>
            </a:rPr>
            <a:t>119</a:t>
          </a:r>
          <a:endParaRPr kumimoji="1" lang="ja-JP" altLang="en-US" sz="1200" dirty="0">
            <a:solidFill>
              <a:schemeClr val="tx1"/>
            </a:solidFill>
          </a:endParaRPr>
        </a:p>
      </dgm:t>
    </dgm:pt>
    <dgm:pt modelId="{FDC7D37C-B3D5-4003-83EE-1ED16AFF704A}" type="parTrans" cxnId="{AC1AD26D-47DA-47B6-9A88-E2555573173E}">
      <dgm:prSet custT="1"/>
      <dgm:spPr/>
      <dgm:t>
        <a:bodyPr/>
        <a:lstStyle/>
        <a:p>
          <a:endParaRPr kumimoji="1" lang="ja-JP" altLang="en-US" sz="1100"/>
        </a:p>
      </dgm:t>
    </dgm:pt>
    <dgm:pt modelId="{2630A296-FCA1-40D0-BB5E-97F0223DD0C7}" type="sibTrans" cxnId="{AC1AD26D-47DA-47B6-9A88-E2555573173E}">
      <dgm:prSet/>
      <dgm:spPr/>
      <dgm:t>
        <a:bodyPr/>
        <a:lstStyle/>
        <a:p>
          <a:endParaRPr kumimoji="1" lang="ja-JP" altLang="en-US" sz="1400"/>
        </a:p>
      </dgm:t>
    </dgm:pt>
    <dgm:pt modelId="{FE8DEE2B-0F25-495E-A8A3-CD496CCACB9D}">
      <dgm:prSet custT="1"/>
      <dgm:spPr/>
      <dgm:t>
        <a:bodyPr/>
        <a:lstStyle/>
        <a:p>
          <a:pPr algn="l"/>
          <a:r>
            <a:rPr kumimoji="1" lang="en-US" altLang="ja-JP" sz="700" dirty="0">
              <a:solidFill>
                <a:schemeClr val="tx1"/>
              </a:solidFill>
            </a:rPr>
            <a:t>【AOI】</a:t>
          </a:r>
        </a:p>
      </dgm:t>
    </dgm:pt>
    <dgm:pt modelId="{297D39FB-4561-43C3-BCEA-A774238FCBB5}" type="parTrans" cxnId="{A1FCF8AF-9FBF-4006-B3AF-08F566EBAAE3}">
      <dgm:prSet custT="1"/>
      <dgm:spPr/>
      <dgm:t>
        <a:bodyPr/>
        <a:lstStyle/>
        <a:p>
          <a:endParaRPr kumimoji="1" lang="ja-JP" altLang="en-US" sz="300"/>
        </a:p>
      </dgm:t>
    </dgm:pt>
    <dgm:pt modelId="{B5501FB4-7365-49EC-AF23-442F20A2835D}" type="sibTrans" cxnId="{A1FCF8AF-9FBF-4006-B3AF-08F566EBAAE3}">
      <dgm:prSet/>
      <dgm:spPr/>
      <dgm:t>
        <a:bodyPr/>
        <a:lstStyle/>
        <a:p>
          <a:endParaRPr kumimoji="1" lang="ja-JP" altLang="en-US" sz="1400"/>
        </a:p>
      </dgm:t>
    </dgm:pt>
    <dgm:pt modelId="{21487287-0CAE-4E54-BFD2-D435A8C34E6B}">
      <dgm:prSet custT="1"/>
      <dgm:spPr/>
      <dgm:t>
        <a:bodyPr/>
        <a:lstStyle/>
        <a:p>
          <a:r>
            <a:rPr kumimoji="1" lang="ja-JP" altLang="en-US" sz="700" dirty="0">
              <a:solidFill>
                <a:schemeClr val="tx1"/>
              </a:solidFill>
            </a:rPr>
            <a:t>別紙　緊急時対応を参照</a:t>
          </a:r>
        </a:p>
      </dgm:t>
    </dgm:pt>
    <dgm:pt modelId="{03FF7E2E-4B3F-4D3F-8F0B-6F2AC2EA6454}" type="parTrans" cxnId="{02D14519-53D5-4EC5-A31D-876F016C3058}">
      <dgm:prSet custT="1"/>
      <dgm:spPr>
        <a:ln>
          <a:headEnd type="triangle"/>
        </a:ln>
      </dgm:spPr>
      <dgm:t>
        <a:bodyPr/>
        <a:lstStyle/>
        <a:p>
          <a:endParaRPr kumimoji="1" lang="ja-JP" altLang="en-US" sz="300"/>
        </a:p>
      </dgm:t>
    </dgm:pt>
    <dgm:pt modelId="{3A88943F-F84E-4604-92BD-6F1608CF2A26}" type="sibTrans" cxnId="{02D14519-53D5-4EC5-A31D-876F016C3058}">
      <dgm:prSet/>
      <dgm:spPr/>
      <dgm:t>
        <a:bodyPr/>
        <a:lstStyle/>
        <a:p>
          <a:endParaRPr kumimoji="1" lang="ja-JP" altLang="en-US" sz="1400"/>
        </a:p>
      </dgm:t>
    </dgm:pt>
    <dgm:pt modelId="{6505A63C-248E-4941-A10E-3253C20E78C7}">
      <dgm:prSet custT="1"/>
      <dgm:spPr/>
      <dgm:t>
        <a:bodyPr/>
        <a:lstStyle/>
        <a:p>
          <a:pPr algn="l"/>
          <a:r>
            <a:rPr kumimoji="1" lang="ja-JP" altLang="en-US" sz="700" dirty="0">
              <a:solidFill>
                <a:schemeClr val="tx1"/>
              </a:solidFill>
            </a:rPr>
            <a:t>（株）ソノコム営業　日下部様</a:t>
          </a:r>
          <a:endParaRPr kumimoji="1" lang="en-US" altLang="ja-JP" sz="700" dirty="0">
            <a:solidFill>
              <a:schemeClr val="tx1"/>
            </a:solidFill>
          </a:endParaRPr>
        </a:p>
        <a:p>
          <a:pPr algn="l"/>
          <a:r>
            <a:rPr kumimoji="1" lang="ja-JP" altLang="en-US" sz="700" dirty="0">
              <a:solidFill>
                <a:schemeClr val="tx1"/>
              </a:solidFill>
            </a:rPr>
            <a:t>○</a:t>
          </a:r>
          <a:r>
            <a:rPr kumimoji="1" lang="en-US" altLang="ja-JP" sz="700" dirty="0">
              <a:solidFill>
                <a:schemeClr val="tx1"/>
              </a:solidFill>
            </a:rPr>
            <a:t>TEL</a:t>
          </a:r>
          <a:r>
            <a:rPr kumimoji="1" lang="ja-JP" altLang="en-US" sz="700" dirty="0">
              <a:solidFill>
                <a:schemeClr val="tx1"/>
              </a:solidFill>
            </a:rPr>
            <a:t>：</a:t>
          </a:r>
          <a:r>
            <a:rPr kumimoji="1" lang="en-US" altLang="ja-JP" sz="700" dirty="0">
              <a:solidFill>
                <a:schemeClr val="tx1"/>
              </a:solidFill>
            </a:rPr>
            <a:t>090-3092-2153</a:t>
          </a:r>
          <a:r>
            <a:rPr kumimoji="1" lang="ja-JP" altLang="en-US" sz="700" dirty="0">
              <a:solidFill>
                <a:schemeClr val="tx1"/>
              </a:solidFill>
            </a:rPr>
            <a:t>　（</a:t>
          </a:r>
          <a:r>
            <a:rPr kumimoji="1" lang="en-US" altLang="ja-JP" sz="700" dirty="0">
              <a:solidFill>
                <a:schemeClr val="tx1"/>
              </a:solidFill>
            </a:rPr>
            <a:t>047-311-5000</a:t>
          </a:r>
          <a:r>
            <a:rPr kumimoji="1" lang="ja-JP" altLang="en-US" sz="700" dirty="0">
              <a:solidFill>
                <a:schemeClr val="tx1"/>
              </a:solidFill>
            </a:rPr>
            <a:t>）</a:t>
          </a:r>
          <a:endParaRPr kumimoji="1" lang="en-US" altLang="ja-JP" sz="700" dirty="0">
            <a:solidFill>
              <a:schemeClr val="tx1"/>
            </a:solidFill>
          </a:endParaRPr>
        </a:p>
        <a:p>
          <a:pPr algn="l"/>
          <a:r>
            <a:rPr kumimoji="1" lang="ja-JP" altLang="en-US" sz="700" dirty="0">
              <a:solidFill>
                <a:schemeClr val="tx1"/>
              </a:solidFill>
            </a:rPr>
            <a:t>○</a:t>
          </a:r>
          <a:r>
            <a:rPr kumimoji="1" lang="en-US" altLang="ja-JP" sz="700" dirty="0">
              <a:solidFill>
                <a:schemeClr val="tx1"/>
              </a:solidFill>
            </a:rPr>
            <a:t>FAX</a:t>
          </a:r>
          <a:r>
            <a:rPr kumimoji="1" lang="ja-JP" altLang="en-US" sz="700" dirty="0">
              <a:solidFill>
                <a:schemeClr val="tx1"/>
              </a:solidFill>
            </a:rPr>
            <a:t>：</a:t>
          </a:r>
          <a:r>
            <a:rPr kumimoji="1" lang="en-US" altLang="ja-JP" sz="700" dirty="0">
              <a:solidFill>
                <a:schemeClr val="tx1"/>
              </a:solidFill>
            </a:rPr>
            <a:t>047-311-2171</a:t>
          </a:r>
        </a:p>
        <a:p>
          <a:pPr algn="l"/>
          <a:r>
            <a:rPr kumimoji="1" lang="ja-JP" altLang="en-US" sz="700" dirty="0">
              <a:solidFill>
                <a:schemeClr val="tx1"/>
              </a:solidFill>
            </a:rPr>
            <a:t>ジャパンコーヨン（株）渡邊様</a:t>
          </a:r>
          <a:endParaRPr kumimoji="1" lang="en-US" altLang="ja-JP" sz="700" dirty="0">
            <a:solidFill>
              <a:schemeClr val="tx1"/>
            </a:solidFill>
          </a:endParaRPr>
        </a:p>
        <a:p>
          <a:pPr algn="l"/>
          <a:r>
            <a:rPr kumimoji="1" lang="ja-JP" altLang="en-US" sz="700" dirty="0">
              <a:solidFill>
                <a:schemeClr val="tx1"/>
              </a:solidFill>
            </a:rPr>
            <a:t>○</a:t>
          </a:r>
          <a:r>
            <a:rPr kumimoji="1" lang="en-US" altLang="ja-JP" sz="700" dirty="0">
              <a:solidFill>
                <a:schemeClr val="tx1"/>
              </a:solidFill>
            </a:rPr>
            <a:t>TEL</a:t>
          </a:r>
          <a:r>
            <a:rPr kumimoji="1" lang="ja-JP" altLang="en-US" sz="700" dirty="0">
              <a:solidFill>
                <a:schemeClr val="tx1"/>
              </a:solidFill>
            </a:rPr>
            <a:t>：</a:t>
          </a:r>
          <a:r>
            <a:rPr kumimoji="1" lang="en-US" altLang="ja-JP" sz="700" dirty="0">
              <a:solidFill>
                <a:schemeClr val="tx1"/>
              </a:solidFill>
            </a:rPr>
            <a:t>043-297-0711</a:t>
          </a:r>
        </a:p>
        <a:p>
          <a:pPr algn="l"/>
          <a:r>
            <a:rPr kumimoji="1" lang="ja-JP" altLang="en-US" sz="700" dirty="0">
              <a:solidFill>
                <a:schemeClr val="tx1"/>
              </a:solidFill>
            </a:rPr>
            <a:t>○</a:t>
          </a:r>
          <a:r>
            <a:rPr kumimoji="1" lang="en-US" altLang="ja-JP" sz="700" dirty="0">
              <a:solidFill>
                <a:schemeClr val="tx1"/>
              </a:solidFill>
            </a:rPr>
            <a:t>FAX</a:t>
          </a:r>
          <a:r>
            <a:rPr kumimoji="1" lang="ja-JP" altLang="en-US" sz="700" dirty="0">
              <a:solidFill>
                <a:schemeClr val="tx1"/>
              </a:solidFill>
            </a:rPr>
            <a:t>：</a:t>
          </a:r>
          <a:r>
            <a:rPr kumimoji="1" lang="en-US" altLang="ja-JP" sz="700" dirty="0">
              <a:solidFill>
                <a:schemeClr val="tx1"/>
              </a:solidFill>
            </a:rPr>
            <a:t>043-310-3070</a:t>
          </a:r>
        </a:p>
      </dgm:t>
    </dgm:pt>
    <dgm:pt modelId="{E48DD4F1-3231-44B6-80AC-828F48EDEFCB}" type="sibTrans" cxnId="{55AEFBCB-C0A2-43F5-8CBA-767A8ADD8373}">
      <dgm:prSet/>
      <dgm:spPr/>
      <dgm:t>
        <a:bodyPr/>
        <a:lstStyle/>
        <a:p>
          <a:endParaRPr kumimoji="1" lang="ja-JP" altLang="en-US" sz="1400"/>
        </a:p>
      </dgm:t>
    </dgm:pt>
    <dgm:pt modelId="{56C9FE6B-0D76-4FD2-9954-9C991BD533B6}" type="parTrans" cxnId="{55AEFBCB-C0A2-43F5-8CBA-767A8ADD8373}">
      <dgm:prSet/>
      <dgm:spPr/>
      <dgm:t>
        <a:bodyPr/>
        <a:lstStyle/>
        <a:p>
          <a:endParaRPr kumimoji="1" lang="ja-JP" altLang="en-US" sz="1400"/>
        </a:p>
      </dgm:t>
    </dgm:pt>
    <dgm:pt modelId="{332EB43B-D588-40D1-850D-111D3A1EA599}" type="pres">
      <dgm:prSet presAssocID="{9C199DC3-867C-4836-BC60-3373C2B73013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78CED902-D9BB-40F5-89D8-E9F6094A9B9B}" type="pres">
      <dgm:prSet presAssocID="{C7D52156-983C-4CEE-A559-C3801B8BC4CE}" presName="root1" presStyleCnt="0"/>
      <dgm:spPr/>
    </dgm:pt>
    <dgm:pt modelId="{5F340269-91BE-45D0-B4E9-2C213DCF86A0}" type="pres">
      <dgm:prSet presAssocID="{C7D52156-983C-4CEE-A559-C3801B8BC4CE}" presName="LevelOneTextNode" presStyleLbl="node0" presStyleIdx="0" presStyleCnt="2" custLinFactNeighborX="-46181" custLinFactNeighborY="-32878">
        <dgm:presLayoutVars>
          <dgm:chPref val="3"/>
        </dgm:presLayoutVars>
      </dgm:prSet>
      <dgm:spPr/>
    </dgm:pt>
    <dgm:pt modelId="{3C0C9CA6-73B4-4447-97A6-6A42896A68DB}" type="pres">
      <dgm:prSet presAssocID="{C7D52156-983C-4CEE-A559-C3801B8BC4CE}" presName="level2hierChild" presStyleCnt="0"/>
      <dgm:spPr/>
    </dgm:pt>
    <dgm:pt modelId="{F5A00572-968A-4050-B387-A5CC3A47F2B5}" type="pres">
      <dgm:prSet presAssocID="{114BA934-5DAA-4DBE-9DF2-DECC63DFA76A}" presName="conn2-1" presStyleLbl="parChTrans1D2" presStyleIdx="0" presStyleCnt="6"/>
      <dgm:spPr/>
    </dgm:pt>
    <dgm:pt modelId="{EDF75734-4E62-4C89-B3F3-022E681CEEBE}" type="pres">
      <dgm:prSet presAssocID="{114BA934-5DAA-4DBE-9DF2-DECC63DFA76A}" presName="connTx" presStyleLbl="parChTrans1D2" presStyleIdx="0" presStyleCnt="6"/>
      <dgm:spPr/>
    </dgm:pt>
    <dgm:pt modelId="{FAFD2D2E-09FC-436B-8806-5B7B7CA3124B}" type="pres">
      <dgm:prSet presAssocID="{322075CF-77B7-45E2-87D6-9CCD741BB62F}" presName="root2" presStyleCnt="0"/>
      <dgm:spPr/>
    </dgm:pt>
    <dgm:pt modelId="{1DBBDD28-6CA6-407A-929A-CD70276BFA1B}" type="pres">
      <dgm:prSet presAssocID="{322075CF-77B7-45E2-87D6-9CCD741BB62F}" presName="LevelTwoTextNode" presStyleLbl="node2" presStyleIdx="0" presStyleCnt="6" custScaleX="125368" custScaleY="192469" custLinFactNeighborX="-1749" custLinFactNeighborY="62638">
        <dgm:presLayoutVars>
          <dgm:chPref val="3"/>
        </dgm:presLayoutVars>
      </dgm:prSet>
      <dgm:spPr/>
    </dgm:pt>
    <dgm:pt modelId="{578526C6-59D8-41ED-8711-63D25D31A285}" type="pres">
      <dgm:prSet presAssocID="{322075CF-77B7-45E2-87D6-9CCD741BB62F}" presName="level3hierChild" presStyleCnt="0"/>
      <dgm:spPr/>
    </dgm:pt>
    <dgm:pt modelId="{98E0C2EF-DF1B-4695-9F6F-28293CCF8FE6}" type="pres">
      <dgm:prSet presAssocID="{6FB92364-91C6-45F6-93D6-ECEF8D4B893D}" presName="conn2-1" presStyleLbl="parChTrans1D3" presStyleIdx="0" presStyleCnt="4"/>
      <dgm:spPr/>
    </dgm:pt>
    <dgm:pt modelId="{51D50C2A-1FC8-4D27-9D01-C472F2EEC828}" type="pres">
      <dgm:prSet presAssocID="{6FB92364-91C6-45F6-93D6-ECEF8D4B893D}" presName="connTx" presStyleLbl="parChTrans1D3" presStyleIdx="0" presStyleCnt="4"/>
      <dgm:spPr/>
    </dgm:pt>
    <dgm:pt modelId="{0FF2C208-BA57-45B0-A1EA-95A03E800AD7}" type="pres">
      <dgm:prSet presAssocID="{75B2F736-D412-4228-9E3F-D09A857F7980}" presName="root2" presStyleCnt="0"/>
      <dgm:spPr/>
    </dgm:pt>
    <dgm:pt modelId="{F973BC3C-3468-4A20-BA7A-97C6D946A49F}" type="pres">
      <dgm:prSet presAssocID="{75B2F736-D412-4228-9E3F-D09A857F7980}" presName="LevelTwoTextNode" presStyleLbl="node3" presStyleIdx="0" presStyleCnt="4" custScaleX="287671" custScaleY="339007" custLinFactNeighborX="-6156" custLinFactNeighborY="40225">
        <dgm:presLayoutVars>
          <dgm:chPref val="3"/>
        </dgm:presLayoutVars>
      </dgm:prSet>
      <dgm:spPr/>
    </dgm:pt>
    <dgm:pt modelId="{9534260B-9753-4C67-8AF1-5AA099174734}" type="pres">
      <dgm:prSet presAssocID="{75B2F736-D412-4228-9E3F-D09A857F7980}" presName="level3hierChild" presStyleCnt="0"/>
      <dgm:spPr/>
    </dgm:pt>
    <dgm:pt modelId="{C22C6304-F9A7-4830-9922-D2F42F43E726}" type="pres">
      <dgm:prSet presAssocID="{0BC59D63-70A1-428F-888A-7D4C4FDB0A07}" presName="conn2-1" presStyleLbl="parChTrans1D2" presStyleIdx="1" presStyleCnt="6"/>
      <dgm:spPr/>
    </dgm:pt>
    <dgm:pt modelId="{EA5C7E17-1ECA-4DAB-B79F-D3F665606B56}" type="pres">
      <dgm:prSet presAssocID="{0BC59D63-70A1-428F-888A-7D4C4FDB0A07}" presName="connTx" presStyleLbl="parChTrans1D2" presStyleIdx="1" presStyleCnt="6"/>
      <dgm:spPr/>
    </dgm:pt>
    <dgm:pt modelId="{E2A12741-A07C-41AC-AF70-ADC8CF7CB37C}" type="pres">
      <dgm:prSet presAssocID="{17AF4BB8-19BC-4C4E-A243-06AF6A7246B6}" presName="root2" presStyleCnt="0"/>
      <dgm:spPr/>
    </dgm:pt>
    <dgm:pt modelId="{17550927-DFD4-4A52-927D-765760F40A91}" type="pres">
      <dgm:prSet presAssocID="{17AF4BB8-19BC-4C4E-A243-06AF6A7246B6}" presName="LevelTwoTextNode" presStyleLbl="node2" presStyleIdx="1" presStyleCnt="6" custScaleY="213938" custLinFactNeighborX="-5423" custLinFactNeighborY="-9734">
        <dgm:presLayoutVars>
          <dgm:chPref val="3"/>
        </dgm:presLayoutVars>
      </dgm:prSet>
      <dgm:spPr/>
    </dgm:pt>
    <dgm:pt modelId="{91447D91-7190-4B0D-A3D5-3075D6955696}" type="pres">
      <dgm:prSet presAssocID="{17AF4BB8-19BC-4C4E-A243-06AF6A7246B6}" presName="level3hierChild" presStyleCnt="0"/>
      <dgm:spPr/>
    </dgm:pt>
    <dgm:pt modelId="{86075AA0-9FBC-48FA-B5B1-B91782EF5E29}" type="pres">
      <dgm:prSet presAssocID="{4789EEDB-FC81-4711-B458-A62B776C7DA2}" presName="conn2-1" presStyleLbl="parChTrans1D3" presStyleIdx="1" presStyleCnt="4"/>
      <dgm:spPr/>
    </dgm:pt>
    <dgm:pt modelId="{A7869578-ADD9-492F-8758-7CE680901525}" type="pres">
      <dgm:prSet presAssocID="{4789EEDB-FC81-4711-B458-A62B776C7DA2}" presName="connTx" presStyleLbl="parChTrans1D3" presStyleIdx="1" presStyleCnt="4"/>
      <dgm:spPr/>
    </dgm:pt>
    <dgm:pt modelId="{BFED4080-F8F1-4885-AC71-AEA56893F80C}" type="pres">
      <dgm:prSet presAssocID="{C5AB1BDA-88D8-494C-8B87-8E123E2865D5}" presName="root2" presStyleCnt="0"/>
      <dgm:spPr/>
    </dgm:pt>
    <dgm:pt modelId="{32DDDB71-9A7D-4D56-AD81-EA0D6755A001}" type="pres">
      <dgm:prSet presAssocID="{C5AB1BDA-88D8-494C-8B87-8E123E2865D5}" presName="LevelTwoTextNode" presStyleLbl="node3" presStyleIdx="1" presStyleCnt="4" custScaleX="187708" custScaleY="337829" custLinFactNeighborX="44797" custLinFactNeighborY="66386">
        <dgm:presLayoutVars>
          <dgm:chPref val="3"/>
        </dgm:presLayoutVars>
      </dgm:prSet>
      <dgm:spPr/>
    </dgm:pt>
    <dgm:pt modelId="{2BFA6177-1459-477E-BEE4-769D8CEBD74A}" type="pres">
      <dgm:prSet presAssocID="{C5AB1BDA-88D8-494C-8B87-8E123E2865D5}" presName="level3hierChild" presStyleCnt="0"/>
      <dgm:spPr/>
    </dgm:pt>
    <dgm:pt modelId="{ED7C5F1E-6320-490D-87B8-34DB26FA4CAB}" type="pres">
      <dgm:prSet presAssocID="{301911D4-273D-4323-BB27-92ECD3D12F47}" presName="conn2-1" presStyleLbl="parChTrans1D4" presStyleIdx="0" presStyleCnt="2"/>
      <dgm:spPr/>
    </dgm:pt>
    <dgm:pt modelId="{4EF56ACC-EB51-406B-AE27-49BFEFD61C4E}" type="pres">
      <dgm:prSet presAssocID="{301911D4-273D-4323-BB27-92ECD3D12F47}" presName="connTx" presStyleLbl="parChTrans1D4" presStyleIdx="0" presStyleCnt="2"/>
      <dgm:spPr/>
    </dgm:pt>
    <dgm:pt modelId="{499A3ECA-5788-488E-9662-18131C23A272}" type="pres">
      <dgm:prSet presAssocID="{3A6F662D-0943-4FDD-8882-98EE9558C663}" presName="root2" presStyleCnt="0"/>
      <dgm:spPr/>
    </dgm:pt>
    <dgm:pt modelId="{648366A5-831D-4FD1-9278-5A8443F18FF3}" type="pres">
      <dgm:prSet presAssocID="{3A6F662D-0943-4FDD-8882-98EE9558C663}" presName="LevelTwoTextNode" presStyleLbl="node4" presStyleIdx="0" presStyleCnt="2" custScaleX="257017" custScaleY="275077" custLinFactX="88067" custLinFactNeighborX="100000" custLinFactNeighborY="-89311">
        <dgm:presLayoutVars>
          <dgm:chPref val="3"/>
        </dgm:presLayoutVars>
      </dgm:prSet>
      <dgm:spPr/>
    </dgm:pt>
    <dgm:pt modelId="{C390469C-BB68-44AE-AE11-0E1B60234E82}" type="pres">
      <dgm:prSet presAssocID="{3A6F662D-0943-4FDD-8882-98EE9558C663}" presName="level3hierChild" presStyleCnt="0"/>
      <dgm:spPr/>
    </dgm:pt>
    <dgm:pt modelId="{912DC8C3-DC0F-462D-B3BB-BBA4BAA4EE9C}" type="pres">
      <dgm:prSet presAssocID="{5782BE1B-1998-425D-B45B-863E27F51046}" presName="conn2-1" presStyleLbl="parChTrans1D2" presStyleIdx="2" presStyleCnt="6"/>
      <dgm:spPr/>
    </dgm:pt>
    <dgm:pt modelId="{EC75D60F-87A2-49F6-8229-15995A722DBC}" type="pres">
      <dgm:prSet presAssocID="{5782BE1B-1998-425D-B45B-863E27F51046}" presName="connTx" presStyleLbl="parChTrans1D2" presStyleIdx="2" presStyleCnt="6"/>
      <dgm:spPr/>
    </dgm:pt>
    <dgm:pt modelId="{89A67F48-A67B-48E3-BD65-823F97D5DE2C}" type="pres">
      <dgm:prSet presAssocID="{6C49B076-363B-4E6D-A3F1-F88BE854AB3B}" presName="root2" presStyleCnt="0"/>
      <dgm:spPr/>
    </dgm:pt>
    <dgm:pt modelId="{369515AF-3A38-4098-83F9-733100C16A9D}" type="pres">
      <dgm:prSet presAssocID="{6C49B076-363B-4E6D-A3F1-F88BE854AB3B}" presName="LevelTwoTextNode" presStyleLbl="node2" presStyleIdx="2" presStyleCnt="6" custScaleX="143528" custScaleY="194558" custLinFactY="-20064" custLinFactNeighborX="-2662" custLinFactNeighborY="-100000">
        <dgm:presLayoutVars>
          <dgm:chPref val="3"/>
        </dgm:presLayoutVars>
      </dgm:prSet>
      <dgm:spPr/>
    </dgm:pt>
    <dgm:pt modelId="{0B744EEE-C77B-406C-A3FE-C8FBA749CF3D}" type="pres">
      <dgm:prSet presAssocID="{6C49B076-363B-4E6D-A3F1-F88BE854AB3B}" presName="level3hierChild" presStyleCnt="0"/>
      <dgm:spPr/>
    </dgm:pt>
    <dgm:pt modelId="{57CF804A-1CBF-4E86-988C-E57B4EE3A910}" type="pres">
      <dgm:prSet presAssocID="{879D7B52-6074-4869-8B0D-49F95D38B1CE}" presName="conn2-1" presStyleLbl="parChTrans1D3" presStyleIdx="2" presStyleCnt="4"/>
      <dgm:spPr/>
    </dgm:pt>
    <dgm:pt modelId="{D832D721-A01D-42A3-B33C-5B6D57DCB401}" type="pres">
      <dgm:prSet presAssocID="{879D7B52-6074-4869-8B0D-49F95D38B1CE}" presName="connTx" presStyleLbl="parChTrans1D3" presStyleIdx="2" presStyleCnt="4"/>
      <dgm:spPr/>
    </dgm:pt>
    <dgm:pt modelId="{B37347DD-338B-4F61-BE75-A80C28EBCA14}" type="pres">
      <dgm:prSet presAssocID="{7571BC91-43C0-435C-8B1A-9D952B93C9B5}" presName="root2" presStyleCnt="0"/>
      <dgm:spPr/>
    </dgm:pt>
    <dgm:pt modelId="{AE4779AF-7612-45C8-AEDC-D93497A2580A}" type="pres">
      <dgm:prSet presAssocID="{7571BC91-43C0-435C-8B1A-9D952B93C9B5}" presName="LevelTwoTextNode" presStyleLbl="node3" presStyleIdx="2" presStyleCnt="4" custScaleX="168762" custScaleY="377801" custLinFactNeighborX="1269" custLinFactNeighborY="-93065">
        <dgm:presLayoutVars>
          <dgm:chPref val="3"/>
        </dgm:presLayoutVars>
      </dgm:prSet>
      <dgm:spPr/>
    </dgm:pt>
    <dgm:pt modelId="{C8DE40F4-8484-4A77-8A31-CFF92767495C}" type="pres">
      <dgm:prSet presAssocID="{7571BC91-43C0-435C-8B1A-9D952B93C9B5}" presName="level3hierChild" presStyleCnt="0"/>
      <dgm:spPr/>
    </dgm:pt>
    <dgm:pt modelId="{3B7AD0BC-62AA-4F3D-A2E1-109922FDE922}" type="pres">
      <dgm:prSet presAssocID="{DEFF117F-5909-475B-A767-E53ED4B3A342}" presName="conn2-1" presStyleLbl="parChTrans1D4" presStyleIdx="1" presStyleCnt="2"/>
      <dgm:spPr/>
    </dgm:pt>
    <dgm:pt modelId="{545855E2-7C04-4844-A604-62502D532F6A}" type="pres">
      <dgm:prSet presAssocID="{DEFF117F-5909-475B-A767-E53ED4B3A342}" presName="connTx" presStyleLbl="parChTrans1D4" presStyleIdx="1" presStyleCnt="2"/>
      <dgm:spPr/>
    </dgm:pt>
    <dgm:pt modelId="{006F8DCB-3F30-4DE3-A32F-18EE159E190E}" type="pres">
      <dgm:prSet presAssocID="{C469A6A0-839B-4451-B02A-5296F63C542B}" presName="root2" presStyleCnt="0"/>
      <dgm:spPr/>
    </dgm:pt>
    <dgm:pt modelId="{69D5C9FB-555E-46AB-8563-DBDAACF86256}" type="pres">
      <dgm:prSet presAssocID="{C469A6A0-839B-4451-B02A-5296F63C542B}" presName="LevelTwoTextNode" presStyleLbl="node4" presStyleIdx="1" presStyleCnt="2" custScaleX="216012" custScaleY="868129" custLinFactX="71985" custLinFactNeighborX="100000" custLinFactNeighborY="27763">
        <dgm:presLayoutVars>
          <dgm:chPref val="3"/>
        </dgm:presLayoutVars>
      </dgm:prSet>
      <dgm:spPr/>
    </dgm:pt>
    <dgm:pt modelId="{A05E4490-B681-4978-B44D-AC1F756E74C7}" type="pres">
      <dgm:prSet presAssocID="{C469A6A0-839B-4451-B02A-5296F63C542B}" presName="level3hierChild" presStyleCnt="0"/>
      <dgm:spPr/>
    </dgm:pt>
    <dgm:pt modelId="{E3993C5F-07B6-45F0-A896-6B62B86276F8}" type="pres">
      <dgm:prSet presAssocID="{297D39FB-4561-43C3-BCEA-A774238FCBB5}" presName="conn2-1" presStyleLbl="parChTrans1D2" presStyleIdx="3" presStyleCnt="6"/>
      <dgm:spPr/>
    </dgm:pt>
    <dgm:pt modelId="{A684D9F7-484A-4DA5-9078-1FEBB23040DF}" type="pres">
      <dgm:prSet presAssocID="{297D39FB-4561-43C3-BCEA-A774238FCBB5}" presName="connTx" presStyleLbl="parChTrans1D2" presStyleIdx="3" presStyleCnt="6"/>
      <dgm:spPr/>
    </dgm:pt>
    <dgm:pt modelId="{AF2C6124-5B53-44BF-BB86-BED813E2D6F5}" type="pres">
      <dgm:prSet presAssocID="{FE8DEE2B-0F25-495E-A8A3-CD496CCACB9D}" presName="root2" presStyleCnt="0"/>
      <dgm:spPr/>
    </dgm:pt>
    <dgm:pt modelId="{A50C2361-3ACF-44DC-B7CD-43677F3D432D}" type="pres">
      <dgm:prSet presAssocID="{FE8DEE2B-0F25-495E-A8A3-CD496CCACB9D}" presName="LevelTwoTextNode" presStyleLbl="node2" presStyleIdx="3" presStyleCnt="6" custScaleX="144186" custScaleY="127109" custLinFactNeighborX="5704" custLinFactNeighborY="66279">
        <dgm:presLayoutVars>
          <dgm:chPref val="3"/>
        </dgm:presLayoutVars>
      </dgm:prSet>
      <dgm:spPr/>
    </dgm:pt>
    <dgm:pt modelId="{008BDBF9-DE4D-492C-9300-F14A64D3D7E7}" type="pres">
      <dgm:prSet presAssocID="{FE8DEE2B-0F25-495E-A8A3-CD496CCACB9D}" presName="level3hierChild" presStyleCnt="0"/>
      <dgm:spPr/>
    </dgm:pt>
    <dgm:pt modelId="{EF8A788F-32B1-4A5E-B5E1-21D0FA45B302}" type="pres">
      <dgm:prSet presAssocID="{432996EF-A251-4557-8327-21731260B644}" presName="conn2-1" presStyleLbl="parChTrans1D2" presStyleIdx="4" presStyleCnt="6"/>
      <dgm:spPr/>
    </dgm:pt>
    <dgm:pt modelId="{36713A75-D00C-4A58-9BCD-4FE0AA49BA2B}" type="pres">
      <dgm:prSet presAssocID="{432996EF-A251-4557-8327-21731260B644}" presName="connTx" presStyleLbl="parChTrans1D2" presStyleIdx="4" presStyleCnt="6"/>
      <dgm:spPr/>
    </dgm:pt>
    <dgm:pt modelId="{0A5763FB-0157-4C4E-9C8B-A824E1E24F74}" type="pres">
      <dgm:prSet presAssocID="{F2E31654-A343-46B5-B812-FDB0F21D9D21}" presName="root2" presStyleCnt="0"/>
      <dgm:spPr/>
    </dgm:pt>
    <dgm:pt modelId="{FC87C9FE-08DC-4893-B4A9-5014A3FE735A}" type="pres">
      <dgm:prSet presAssocID="{F2E31654-A343-46B5-B812-FDB0F21D9D21}" presName="LevelTwoTextNode" presStyleLbl="node2" presStyleIdx="4" presStyleCnt="6" custScaleX="401612" custScaleY="286232" custLinFactY="100000" custLinFactNeighborX="23343" custLinFactNeighborY="171678">
        <dgm:presLayoutVars>
          <dgm:chPref val="3"/>
        </dgm:presLayoutVars>
      </dgm:prSet>
      <dgm:spPr/>
    </dgm:pt>
    <dgm:pt modelId="{EC8A97BF-9035-40FA-9AA0-DBA37732B64C}" type="pres">
      <dgm:prSet presAssocID="{F2E31654-A343-46B5-B812-FDB0F21D9D21}" presName="level3hierChild" presStyleCnt="0"/>
      <dgm:spPr/>
    </dgm:pt>
    <dgm:pt modelId="{CFCDA7C4-8733-4006-A6B7-B865421234A5}" type="pres">
      <dgm:prSet presAssocID="{FDC7D37C-B3D5-4003-83EE-1ED16AFF704A}" presName="conn2-1" presStyleLbl="parChTrans1D2" presStyleIdx="5" presStyleCnt="6"/>
      <dgm:spPr/>
    </dgm:pt>
    <dgm:pt modelId="{B1262878-1DEB-4B4D-AD6A-EC14874236C6}" type="pres">
      <dgm:prSet presAssocID="{FDC7D37C-B3D5-4003-83EE-1ED16AFF704A}" presName="connTx" presStyleLbl="parChTrans1D2" presStyleIdx="5" presStyleCnt="6"/>
      <dgm:spPr/>
    </dgm:pt>
    <dgm:pt modelId="{F86239D5-3D4C-4914-8D06-40785741DB21}" type="pres">
      <dgm:prSet presAssocID="{0723FC9B-19DC-4490-AAE2-EC8573E6865F}" presName="root2" presStyleCnt="0"/>
      <dgm:spPr/>
    </dgm:pt>
    <dgm:pt modelId="{CCBD9576-93CA-4B60-88DA-C6004F30C519}" type="pres">
      <dgm:prSet presAssocID="{0723FC9B-19DC-4490-AAE2-EC8573E6865F}" presName="LevelTwoTextNode" presStyleLbl="node2" presStyleIdx="5" presStyleCnt="6" custScaleY="52968" custLinFactY="183210" custLinFactNeighborX="-7088" custLinFactNeighborY="200000">
        <dgm:presLayoutVars>
          <dgm:chPref val="3"/>
        </dgm:presLayoutVars>
      </dgm:prSet>
      <dgm:spPr/>
    </dgm:pt>
    <dgm:pt modelId="{A8D43843-9714-4F67-BB50-A1D5FF16E5D3}" type="pres">
      <dgm:prSet presAssocID="{0723FC9B-19DC-4490-AAE2-EC8573E6865F}" presName="level3hierChild" presStyleCnt="0"/>
      <dgm:spPr/>
    </dgm:pt>
    <dgm:pt modelId="{DAAD2518-29BB-40C4-9751-76EEBD4FAFBF}" type="pres">
      <dgm:prSet presAssocID="{03FF7E2E-4B3F-4D3F-8F0B-6F2AC2EA6454}" presName="conn2-1" presStyleLbl="parChTrans1D3" presStyleIdx="3" presStyleCnt="4"/>
      <dgm:spPr/>
    </dgm:pt>
    <dgm:pt modelId="{31066078-E23C-46CB-BEA4-B8BE52E1686B}" type="pres">
      <dgm:prSet presAssocID="{03FF7E2E-4B3F-4D3F-8F0B-6F2AC2EA6454}" presName="connTx" presStyleLbl="parChTrans1D3" presStyleIdx="3" presStyleCnt="4"/>
      <dgm:spPr/>
    </dgm:pt>
    <dgm:pt modelId="{6A27A8FC-AC18-4B0E-9A0A-D773534AC3BC}" type="pres">
      <dgm:prSet presAssocID="{21487287-0CAE-4E54-BFD2-D435A8C34E6B}" presName="root2" presStyleCnt="0"/>
      <dgm:spPr/>
    </dgm:pt>
    <dgm:pt modelId="{64A45AB0-C77D-4869-8CE0-68B1B064AB19}" type="pres">
      <dgm:prSet presAssocID="{21487287-0CAE-4E54-BFD2-D435A8C34E6B}" presName="LevelTwoTextNode" presStyleLbl="node3" presStyleIdx="3" presStyleCnt="4" custScaleX="240321" custScaleY="92369" custLinFactY="182627" custLinFactNeighborX="32005" custLinFactNeighborY="200000">
        <dgm:presLayoutVars>
          <dgm:chPref val="3"/>
        </dgm:presLayoutVars>
      </dgm:prSet>
      <dgm:spPr/>
    </dgm:pt>
    <dgm:pt modelId="{1274DA21-7111-434D-9788-CBB97C1AE068}" type="pres">
      <dgm:prSet presAssocID="{21487287-0CAE-4E54-BFD2-D435A8C34E6B}" presName="level3hierChild" presStyleCnt="0"/>
      <dgm:spPr/>
    </dgm:pt>
    <dgm:pt modelId="{545100EA-550C-41F6-BCE6-B2EA1CE0118C}" type="pres">
      <dgm:prSet presAssocID="{6505A63C-248E-4941-A10E-3253C20E78C7}" presName="root1" presStyleCnt="0"/>
      <dgm:spPr/>
    </dgm:pt>
    <dgm:pt modelId="{6B70A257-51D7-48BD-8B14-BC497299E556}" type="pres">
      <dgm:prSet presAssocID="{6505A63C-248E-4941-A10E-3253C20E78C7}" presName="LevelOneTextNode" presStyleLbl="node0" presStyleIdx="1" presStyleCnt="2" custScaleX="304855" custScaleY="414324" custLinFactX="124392" custLinFactY="-300000" custLinFactNeighborX="200000" custLinFactNeighborY="-353522">
        <dgm:presLayoutVars>
          <dgm:chPref val="3"/>
        </dgm:presLayoutVars>
      </dgm:prSet>
      <dgm:spPr/>
    </dgm:pt>
    <dgm:pt modelId="{25A1847D-CDA4-4CFC-A1F4-E4CACE7AB07D}" type="pres">
      <dgm:prSet presAssocID="{6505A63C-248E-4941-A10E-3253C20E78C7}" presName="level2hierChild" presStyleCnt="0"/>
      <dgm:spPr/>
    </dgm:pt>
  </dgm:ptLst>
  <dgm:cxnLst>
    <dgm:cxn modelId="{D04C5A05-19EC-4A92-984D-2BC36CA8A55D}" srcId="{C7D52156-983C-4CEE-A559-C3801B8BC4CE}" destId="{17AF4BB8-19BC-4C4E-A243-06AF6A7246B6}" srcOrd="1" destOrd="0" parTransId="{0BC59D63-70A1-428F-888A-7D4C4FDB0A07}" sibTransId="{BEFD305C-DBB7-45FE-9D58-64A58C82C471}"/>
    <dgm:cxn modelId="{D21A2F0F-471C-4FDD-8A14-FC6226093823}" type="presOf" srcId="{9C199DC3-867C-4836-BC60-3373C2B73013}" destId="{332EB43B-D588-40D1-850D-111D3A1EA599}" srcOrd="0" destOrd="0" presId="urn:microsoft.com/office/officeart/2005/8/layout/hierarchy2"/>
    <dgm:cxn modelId="{13433B12-0956-4400-99D1-748D41A10F83}" type="presOf" srcId="{03FF7E2E-4B3F-4D3F-8F0B-6F2AC2EA6454}" destId="{DAAD2518-29BB-40C4-9751-76EEBD4FAFBF}" srcOrd="0" destOrd="0" presId="urn:microsoft.com/office/officeart/2005/8/layout/hierarchy2"/>
    <dgm:cxn modelId="{22CA5C13-D0F4-46FE-9024-EAAB9AF86791}" type="presOf" srcId="{0BC59D63-70A1-428F-888A-7D4C4FDB0A07}" destId="{C22C6304-F9A7-4830-9922-D2F42F43E726}" srcOrd="0" destOrd="0" presId="urn:microsoft.com/office/officeart/2005/8/layout/hierarchy2"/>
    <dgm:cxn modelId="{EBB3D313-39F6-4449-BFB6-E80E7E0A42A9}" type="presOf" srcId="{C469A6A0-839B-4451-B02A-5296F63C542B}" destId="{69D5C9FB-555E-46AB-8563-DBDAACF86256}" srcOrd="0" destOrd="0" presId="urn:microsoft.com/office/officeart/2005/8/layout/hierarchy2"/>
    <dgm:cxn modelId="{27DECF17-CFF8-4D2E-80AC-DD17AA2E6EAC}" type="presOf" srcId="{0BC59D63-70A1-428F-888A-7D4C4FDB0A07}" destId="{EA5C7E17-1ECA-4DAB-B79F-D3F665606B56}" srcOrd="1" destOrd="0" presId="urn:microsoft.com/office/officeart/2005/8/layout/hierarchy2"/>
    <dgm:cxn modelId="{02D14519-53D5-4EC5-A31D-876F016C3058}" srcId="{0723FC9B-19DC-4490-AAE2-EC8573E6865F}" destId="{21487287-0CAE-4E54-BFD2-D435A8C34E6B}" srcOrd="0" destOrd="0" parTransId="{03FF7E2E-4B3F-4D3F-8F0B-6F2AC2EA6454}" sibTransId="{3A88943F-F84E-4604-92BD-6F1608CF2A26}"/>
    <dgm:cxn modelId="{E88F712F-F67D-4328-885B-6DBB2AAF1849}" type="presOf" srcId="{21487287-0CAE-4E54-BFD2-D435A8C34E6B}" destId="{64A45AB0-C77D-4869-8CE0-68B1B064AB19}" srcOrd="0" destOrd="0" presId="urn:microsoft.com/office/officeart/2005/8/layout/hierarchy2"/>
    <dgm:cxn modelId="{F5E05F32-AC76-4B60-A69B-E3F480544D99}" type="presOf" srcId="{C7D52156-983C-4CEE-A559-C3801B8BC4CE}" destId="{5F340269-91BE-45D0-B4E9-2C213DCF86A0}" srcOrd="0" destOrd="0" presId="urn:microsoft.com/office/officeart/2005/8/layout/hierarchy2"/>
    <dgm:cxn modelId="{9416E835-F46A-478B-90D4-CF2DA0BD8990}" srcId="{322075CF-77B7-45E2-87D6-9CCD741BB62F}" destId="{75B2F736-D412-4228-9E3F-D09A857F7980}" srcOrd="0" destOrd="0" parTransId="{6FB92364-91C6-45F6-93D6-ECEF8D4B893D}" sibTransId="{A86FC39B-6519-4024-BA25-B02C3F4CC5E6}"/>
    <dgm:cxn modelId="{A5D31538-7318-4D57-BB28-D60C6DE66814}" type="presOf" srcId="{114BA934-5DAA-4DBE-9DF2-DECC63DFA76A}" destId="{EDF75734-4E62-4C89-B3F3-022E681CEEBE}" srcOrd="1" destOrd="0" presId="urn:microsoft.com/office/officeart/2005/8/layout/hierarchy2"/>
    <dgm:cxn modelId="{850F825F-213D-4DAD-807D-58BDCBADDB8E}" srcId="{C7D52156-983C-4CEE-A559-C3801B8BC4CE}" destId="{F2E31654-A343-46B5-B812-FDB0F21D9D21}" srcOrd="4" destOrd="0" parTransId="{432996EF-A251-4557-8327-21731260B644}" sibTransId="{F662A29B-8CCD-447C-9638-DE0E2CA6374D}"/>
    <dgm:cxn modelId="{26100747-962C-49AA-BC3B-08A6FA9FDE94}" srcId="{6C49B076-363B-4E6D-A3F1-F88BE854AB3B}" destId="{7571BC91-43C0-435C-8B1A-9D952B93C9B5}" srcOrd="0" destOrd="0" parTransId="{879D7B52-6074-4869-8B0D-49F95D38B1CE}" sibTransId="{3A72A96E-321E-430C-8EAD-DBA03786AD04}"/>
    <dgm:cxn modelId="{D1D25E49-D4AE-430A-B06B-CF10066DDC90}" type="presOf" srcId="{75B2F736-D412-4228-9E3F-D09A857F7980}" destId="{F973BC3C-3468-4A20-BA7A-97C6D946A49F}" srcOrd="0" destOrd="0" presId="urn:microsoft.com/office/officeart/2005/8/layout/hierarchy2"/>
    <dgm:cxn modelId="{AC1AD26D-47DA-47B6-9A88-E2555573173E}" srcId="{C7D52156-983C-4CEE-A559-C3801B8BC4CE}" destId="{0723FC9B-19DC-4490-AAE2-EC8573E6865F}" srcOrd="5" destOrd="0" parTransId="{FDC7D37C-B3D5-4003-83EE-1ED16AFF704A}" sibTransId="{2630A296-FCA1-40D0-BB5E-97F0223DD0C7}"/>
    <dgm:cxn modelId="{C3B1F873-2E78-43FD-A3DB-94DADD518B5C}" type="presOf" srcId="{6FB92364-91C6-45F6-93D6-ECEF8D4B893D}" destId="{98E0C2EF-DF1B-4695-9F6F-28293CCF8FE6}" srcOrd="0" destOrd="0" presId="urn:microsoft.com/office/officeart/2005/8/layout/hierarchy2"/>
    <dgm:cxn modelId="{F3A5B255-7556-4A3C-BB9D-1CFDB372AB0E}" type="presOf" srcId="{6505A63C-248E-4941-A10E-3253C20E78C7}" destId="{6B70A257-51D7-48BD-8B14-BC497299E556}" srcOrd="0" destOrd="0" presId="urn:microsoft.com/office/officeart/2005/8/layout/hierarchy2"/>
    <dgm:cxn modelId="{6DAFCD75-3296-4578-B4F6-D64C13AE274C}" type="presOf" srcId="{FE8DEE2B-0F25-495E-A8A3-CD496CCACB9D}" destId="{A50C2361-3ACF-44DC-B7CD-43677F3D432D}" srcOrd="0" destOrd="0" presId="urn:microsoft.com/office/officeart/2005/8/layout/hierarchy2"/>
    <dgm:cxn modelId="{E5523076-D96F-4C06-8163-129C7B286B3B}" type="presOf" srcId="{0723FC9B-19DC-4490-AAE2-EC8573E6865F}" destId="{CCBD9576-93CA-4B60-88DA-C6004F30C519}" srcOrd="0" destOrd="0" presId="urn:microsoft.com/office/officeart/2005/8/layout/hierarchy2"/>
    <dgm:cxn modelId="{60D12C7A-883A-4CB3-AAFB-73560F88FE06}" type="presOf" srcId="{F2E31654-A343-46B5-B812-FDB0F21D9D21}" destId="{FC87C9FE-08DC-4893-B4A9-5014A3FE735A}" srcOrd="0" destOrd="0" presId="urn:microsoft.com/office/officeart/2005/8/layout/hierarchy2"/>
    <dgm:cxn modelId="{D1753F7B-BF5E-4D2F-A88D-EBAB312FE1A2}" type="presOf" srcId="{322075CF-77B7-45E2-87D6-9CCD741BB62F}" destId="{1DBBDD28-6CA6-407A-929A-CD70276BFA1B}" srcOrd="0" destOrd="0" presId="urn:microsoft.com/office/officeart/2005/8/layout/hierarchy2"/>
    <dgm:cxn modelId="{AE50467C-7CDD-42CF-9CAC-DB3E587C79F0}" type="presOf" srcId="{879D7B52-6074-4869-8B0D-49F95D38B1CE}" destId="{D832D721-A01D-42A3-B33C-5B6D57DCB401}" srcOrd="1" destOrd="0" presId="urn:microsoft.com/office/officeart/2005/8/layout/hierarchy2"/>
    <dgm:cxn modelId="{0CF12C7F-5C40-4803-B7FF-781DB183BFBB}" type="presOf" srcId="{6C49B076-363B-4E6D-A3F1-F88BE854AB3B}" destId="{369515AF-3A38-4098-83F9-733100C16A9D}" srcOrd="0" destOrd="0" presId="urn:microsoft.com/office/officeart/2005/8/layout/hierarchy2"/>
    <dgm:cxn modelId="{DD5BCA88-8109-4763-88A1-6F5DAC17DED2}" type="presOf" srcId="{297D39FB-4561-43C3-BCEA-A774238FCBB5}" destId="{E3993C5F-07B6-45F0-A896-6B62B86276F8}" srcOrd="0" destOrd="0" presId="urn:microsoft.com/office/officeart/2005/8/layout/hierarchy2"/>
    <dgm:cxn modelId="{1CFB6391-402B-484F-8751-B36152BBB1D2}" type="presOf" srcId="{5782BE1B-1998-425D-B45B-863E27F51046}" destId="{912DC8C3-DC0F-462D-B3BB-BBA4BAA4EE9C}" srcOrd="0" destOrd="0" presId="urn:microsoft.com/office/officeart/2005/8/layout/hierarchy2"/>
    <dgm:cxn modelId="{44107192-CE77-4EDB-919C-02237927CB1C}" type="presOf" srcId="{4789EEDB-FC81-4711-B458-A62B776C7DA2}" destId="{86075AA0-9FBC-48FA-B5B1-B91782EF5E29}" srcOrd="0" destOrd="0" presId="urn:microsoft.com/office/officeart/2005/8/layout/hierarchy2"/>
    <dgm:cxn modelId="{E44B0A95-DA6B-4C4D-89A1-E427BB0F5CDB}" type="presOf" srcId="{FDC7D37C-B3D5-4003-83EE-1ED16AFF704A}" destId="{B1262878-1DEB-4B4D-AD6A-EC14874236C6}" srcOrd="1" destOrd="0" presId="urn:microsoft.com/office/officeart/2005/8/layout/hierarchy2"/>
    <dgm:cxn modelId="{32DED699-B68A-4C1E-A0F0-8D43E110C6E9}" type="presOf" srcId="{DEFF117F-5909-475B-A767-E53ED4B3A342}" destId="{545855E2-7C04-4844-A604-62502D532F6A}" srcOrd="1" destOrd="0" presId="urn:microsoft.com/office/officeart/2005/8/layout/hierarchy2"/>
    <dgm:cxn modelId="{9A794C9B-7E17-4767-8C16-ADDD29B8CA5E}" type="presOf" srcId="{7571BC91-43C0-435C-8B1A-9D952B93C9B5}" destId="{AE4779AF-7612-45C8-AEDC-D93497A2580A}" srcOrd="0" destOrd="0" presId="urn:microsoft.com/office/officeart/2005/8/layout/hierarchy2"/>
    <dgm:cxn modelId="{4765EC9C-9CD4-4F39-A5E8-86ED85A577C4}" type="presOf" srcId="{301911D4-273D-4323-BB27-92ECD3D12F47}" destId="{4EF56ACC-EB51-406B-AE27-49BFEFD61C4E}" srcOrd="1" destOrd="0" presId="urn:microsoft.com/office/officeart/2005/8/layout/hierarchy2"/>
    <dgm:cxn modelId="{3C3F30A1-9FBA-4077-811E-430063687E9E}" type="presOf" srcId="{3A6F662D-0943-4FDD-8882-98EE9558C663}" destId="{648366A5-831D-4FD1-9278-5A8443F18FF3}" srcOrd="0" destOrd="0" presId="urn:microsoft.com/office/officeart/2005/8/layout/hierarchy2"/>
    <dgm:cxn modelId="{BD823EA1-E7C2-4215-9171-6EA1175FA9B5}" type="presOf" srcId="{432996EF-A251-4557-8327-21731260B644}" destId="{EF8A788F-32B1-4A5E-B5E1-21D0FA45B302}" srcOrd="0" destOrd="0" presId="urn:microsoft.com/office/officeart/2005/8/layout/hierarchy2"/>
    <dgm:cxn modelId="{9553CFA5-2200-42A1-9E86-E7CDFA11E07E}" type="presOf" srcId="{297D39FB-4561-43C3-BCEA-A774238FCBB5}" destId="{A684D9F7-484A-4DA5-9078-1FEBB23040DF}" srcOrd="1" destOrd="0" presId="urn:microsoft.com/office/officeart/2005/8/layout/hierarchy2"/>
    <dgm:cxn modelId="{89A64FA8-160B-419F-AE66-6530978CC580}" type="presOf" srcId="{17AF4BB8-19BC-4C4E-A243-06AF6A7246B6}" destId="{17550927-DFD4-4A52-927D-765760F40A91}" srcOrd="0" destOrd="0" presId="urn:microsoft.com/office/officeart/2005/8/layout/hierarchy2"/>
    <dgm:cxn modelId="{6577CBA9-EAF7-4543-939F-C167A0439D71}" type="presOf" srcId="{FDC7D37C-B3D5-4003-83EE-1ED16AFF704A}" destId="{CFCDA7C4-8733-4006-A6B7-B865421234A5}" srcOrd="0" destOrd="0" presId="urn:microsoft.com/office/officeart/2005/8/layout/hierarchy2"/>
    <dgm:cxn modelId="{8C0471AA-5F28-4779-B451-302989533321}" type="presOf" srcId="{DEFF117F-5909-475B-A767-E53ED4B3A342}" destId="{3B7AD0BC-62AA-4F3D-A2E1-109922FDE922}" srcOrd="0" destOrd="0" presId="urn:microsoft.com/office/officeart/2005/8/layout/hierarchy2"/>
    <dgm:cxn modelId="{B88B26AD-9175-419C-A266-64BFEA623B84}" srcId="{7571BC91-43C0-435C-8B1A-9D952B93C9B5}" destId="{C469A6A0-839B-4451-B02A-5296F63C542B}" srcOrd="0" destOrd="0" parTransId="{DEFF117F-5909-475B-A767-E53ED4B3A342}" sibTransId="{6591F5F0-BA08-4CCC-BC1C-313EFF854465}"/>
    <dgm:cxn modelId="{A1FCF8AF-9FBF-4006-B3AF-08F566EBAAE3}" srcId="{C7D52156-983C-4CEE-A559-C3801B8BC4CE}" destId="{FE8DEE2B-0F25-495E-A8A3-CD496CCACB9D}" srcOrd="3" destOrd="0" parTransId="{297D39FB-4561-43C3-BCEA-A774238FCBB5}" sibTransId="{B5501FB4-7365-49EC-AF23-442F20A2835D}"/>
    <dgm:cxn modelId="{86A5D5B5-E3B8-42F7-B110-6C8DCD7A6515}" type="presOf" srcId="{6FB92364-91C6-45F6-93D6-ECEF8D4B893D}" destId="{51D50C2A-1FC8-4D27-9D01-C472F2EEC828}" srcOrd="1" destOrd="0" presId="urn:microsoft.com/office/officeart/2005/8/layout/hierarchy2"/>
    <dgm:cxn modelId="{E8124FBA-A306-45D9-82F8-F171744BF2EC}" type="presOf" srcId="{5782BE1B-1998-425D-B45B-863E27F51046}" destId="{EC75D60F-87A2-49F6-8229-15995A722DBC}" srcOrd="1" destOrd="0" presId="urn:microsoft.com/office/officeart/2005/8/layout/hierarchy2"/>
    <dgm:cxn modelId="{FDCBB7BE-0556-403D-A5F1-550402A4D5A3}" srcId="{C7D52156-983C-4CEE-A559-C3801B8BC4CE}" destId="{322075CF-77B7-45E2-87D6-9CCD741BB62F}" srcOrd="0" destOrd="0" parTransId="{114BA934-5DAA-4DBE-9DF2-DECC63DFA76A}" sibTransId="{2EFE5541-F1D9-494E-92EC-3908D87E083F}"/>
    <dgm:cxn modelId="{EA43D5C5-81C5-445B-9771-4103B3097740}" type="presOf" srcId="{301911D4-273D-4323-BB27-92ECD3D12F47}" destId="{ED7C5F1E-6320-490D-87B8-34DB26FA4CAB}" srcOrd="0" destOrd="0" presId="urn:microsoft.com/office/officeart/2005/8/layout/hierarchy2"/>
    <dgm:cxn modelId="{CCE270CA-51F8-4063-8885-209B03819429}" srcId="{9C199DC3-867C-4836-BC60-3373C2B73013}" destId="{C7D52156-983C-4CEE-A559-C3801B8BC4CE}" srcOrd="0" destOrd="0" parTransId="{699D1D91-55A1-491D-8E98-BDE755314BE5}" sibTransId="{DDA2B02B-24AE-4732-8617-EC749D3C6CD9}"/>
    <dgm:cxn modelId="{55AEFBCB-C0A2-43F5-8CBA-767A8ADD8373}" srcId="{9C199DC3-867C-4836-BC60-3373C2B73013}" destId="{6505A63C-248E-4941-A10E-3253C20E78C7}" srcOrd="1" destOrd="0" parTransId="{56C9FE6B-0D76-4FD2-9954-9C991BD533B6}" sibTransId="{E48DD4F1-3231-44B6-80AC-828F48EDEFCB}"/>
    <dgm:cxn modelId="{8AD7DDD7-ADC0-4E5B-8AA7-76DF473FDCFA}" type="presOf" srcId="{432996EF-A251-4557-8327-21731260B644}" destId="{36713A75-D00C-4A58-9BCD-4FE0AA49BA2B}" srcOrd="1" destOrd="0" presId="urn:microsoft.com/office/officeart/2005/8/layout/hierarchy2"/>
    <dgm:cxn modelId="{72594ED9-9169-475B-9415-5769FB9956DE}" type="presOf" srcId="{C5AB1BDA-88D8-494C-8B87-8E123E2865D5}" destId="{32DDDB71-9A7D-4D56-AD81-EA0D6755A001}" srcOrd="0" destOrd="0" presId="urn:microsoft.com/office/officeart/2005/8/layout/hierarchy2"/>
    <dgm:cxn modelId="{8A9A27E0-7DB7-4F97-97A1-C0A039EE17E6}" srcId="{17AF4BB8-19BC-4C4E-A243-06AF6A7246B6}" destId="{C5AB1BDA-88D8-494C-8B87-8E123E2865D5}" srcOrd="0" destOrd="0" parTransId="{4789EEDB-FC81-4711-B458-A62B776C7DA2}" sibTransId="{C9033E20-069E-4EA1-A2BC-752AC5398E25}"/>
    <dgm:cxn modelId="{A04DF6E2-C828-4819-8E4E-7B57636A4681}" type="presOf" srcId="{03FF7E2E-4B3F-4D3F-8F0B-6F2AC2EA6454}" destId="{31066078-E23C-46CB-BEA4-B8BE52E1686B}" srcOrd="1" destOrd="0" presId="urn:microsoft.com/office/officeart/2005/8/layout/hierarchy2"/>
    <dgm:cxn modelId="{B7A663F3-F5C6-420B-98F1-847F7BEE50CC}" type="presOf" srcId="{879D7B52-6074-4869-8B0D-49F95D38B1CE}" destId="{57CF804A-1CBF-4E86-988C-E57B4EE3A910}" srcOrd="0" destOrd="0" presId="urn:microsoft.com/office/officeart/2005/8/layout/hierarchy2"/>
    <dgm:cxn modelId="{5A0DDBF3-FE2A-41F6-84E7-6D5094AAF54B}" type="presOf" srcId="{4789EEDB-FC81-4711-B458-A62B776C7DA2}" destId="{A7869578-ADD9-492F-8758-7CE680901525}" srcOrd="1" destOrd="0" presId="urn:microsoft.com/office/officeart/2005/8/layout/hierarchy2"/>
    <dgm:cxn modelId="{50A3F1F3-880E-4C46-ABA2-D07BC231BC20}" srcId="{C5AB1BDA-88D8-494C-8B87-8E123E2865D5}" destId="{3A6F662D-0943-4FDD-8882-98EE9558C663}" srcOrd="0" destOrd="0" parTransId="{301911D4-273D-4323-BB27-92ECD3D12F47}" sibTransId="{243F7E89-6E02-4A9A-BC64-9170138F7091}"/>
    <dgm:cxn modelId="{A1C5B3FA-7F25-4A1A-988A-1B854B63D090}" srcId="{C7D52156-983C-4CEE-A559-C3801B8BC4CE}" destId="{6C49B076-363B-4E6D-A3F1-F88BE854AB3B}" srcOrd="2" destOrd="0" parTransId="{5782BE1B-1998-425D-B45B-863E27F51046}" sibTransId="{83427218-4798-484F-8611-0F68BF23A980}"/>
    <dgm:cxn modelId="{DAC31CFF-B8C9-4715-9A39-44277CB76290}" type="presOf" srcId="{114BA934-5DAA-4DBE-9DF2-DECC63DFA76A}" destId="{F5A00572-968A-4050-B387-A5CC3A47F2B5}" srcOrd="0" destOrd="0" presId="urn:microsoft.com/office/officeart/2005/8/layout/hierarchy2"/>
    <dgm:cxn modelId="{805D948A-3114-4CEA-9872-4210D2A4A5DA}" type="presParOf" srcId="{332EB43B-D588-40D1-850D-111D3A1EA599}" destId="{78CED902-D9BB-40F5-89D8-E9F6094A9B9B}" srcOrd="0" destOrd="0" presId="urn:microsoft.com/office/officeart/2005/8/layout/hierarchy2"/>
    <dgm:cxn modelId="{F6FD7E83-BABD-4C41-A878-A7CAE4C6E0C1}" type="presParOf" srcId="{78CED902-D9BB-40F5-89D8-E9F6094A9B9B}" destId="{5F340269-91BE-45D0-B4E9-2C213DCF86A0}" srcOrd="0" destOrd="0" presId="urn:microsoft.com/office/officeart/2005/8/layout/hierarchy2"/>
    <dgm:cxn modelId="{705AC7A4-0F77-43AD-9F52-2AF3CC8F1ED6}" type="presParOf" srcId="{78CED902-D9BB-40F5-89D8-E9F6094A9B9B}" destId="{3C0C9CA6-73B4-4447-97A6-6A42896A68DB}" srcOrd="1" destOrd="0" presId="urn:microsoft.com/office/officeart/2005/8/layout/hierarchy2"/>
    <dgm:cxn modelId="{14C72DCC-CB74-45F7-B8A4-9060A6CD4E4A}" type="presParOf" srcId="{3C0C9CA6-73B4-4447-97A6-6A42896A68DB}" destId="{F5A00572-968A-4050-B387-A5CC3A47F2B5}" srcOrd="0" destOrd="0" presId="urn:microsoft.com/office/officeart/2005/8/layout/hierarchy2"/>
    <dgm:cxn modelId="{57425BD3-799D-4B6C-A619-9EB882053FF9}" type="presParOf" srcId="{F5A00572-968A-4050-B387-A5CC3A47F2B5}" destId="{EDF75734-4E62-4C89-B3F3-022E681CEEBE}" srcOrd="0" destOrd="0" presId="urn:microsoft.com/office/officeart/2005/8/layout/hierarchy2"/>
    <dgm:cxn modelId="{C0BC4F11-63D7-4652-A212-3602A0A7C329}" type="presParOf" srcId="{3C0C9CA6-73B4-4447-97A6-6A42896A68DB}" destId="{FAFD2D2E-09FC-436B-8806-5B7B7CA3124B}" srcOrd="1" destOrd="0" presId="urn:microsoft.com/office/officeart/2005/8/layout/hierarchy2"/>
    <dgm:cxn modelId="{0D4F80C3-41DA-4002-8ED2-780E03850483}" type="presParOf" srcId="{FAFD2D2E-09FC-436B-8806-5B7B7CA3124B}" destId="{1DBBDD28-6CA6-407A-929A-CD70276BFA1B}" srcOrd="0" destOrd="0" presId="urn:microsoft.com/office/officeart/2005/8/layout/hierarchy2"/>
    <dgm:cxn modelId="{F1B33103-5A1B-4E2A-A6FB-0989DD7B6A0C}" type="presParOf" srcId="{FAFD2D2E-09FC-436B-8806-5B7B7CA3124B}" destId="{578526C6-59D8-41ED-8711-63D25D31A285}" srcOrd="1" destOrd="0" presId="urn:microsoft.com/office/officeart/2005/8/layout/hierarchy2"/>
    <dgm:cxn modelId="{0753EF48-19C4-46DE-B8CE-DF00205F1931}" type="presParOf" srcId="{578526C6-59D8-41ED-8711-63D25D31A285}" destId="{98E0C2EF-DF1B-4695-9F6F-28293CCF8FE6}" srcOrd="0" destOrd="0" presId="urn:microsoft.com/office/officeart/2005/8/layout/hierarchy2"/>
    <dgm:cxn modelId="{19AB4A3E-FCF3-4B87-802C-192785E43B13}" type="presParOf" srcId="{98E0C2EF-DF1B-4695-9F6F-28293CCF8FE6}" destId="{51D50C2A-1FC8-4D27-9D01-C472F2EEC828}" srcOrd="0" destOrd="0" presId="urn:microsoft.com/office/officeart/2005/8/layout/hierarchy2"/>
    <dgm:cxn modelId="{25FA6778-EB38-4E1A-A24D-49BAE4B91415}" type="presParOf" srcId="{578526C6-59D8-41ED-8711-63D25D31A285}" destId="{0FF2C208-BA57-45B0-A1EA-95A03E800AD7}" srcOrd="1" destOrd="0" presId="urn:microsoft.com/office/officeart/2005/8/layout/hierarchy2"/>
    <dgm:cxn modelId="{C3F46C04-15D8-45AA-8732-50A63916FE4C}" type="presParOf" srcId="{0FF2C208-BA57-45B0-A1EA-95A03E800AD7}" destId="{F973BC3C-3468-4A20-BA7A-97C6D946A49F}" srcOrd="0" destOrd="0" presId="urn:microsoft.com/office/officeart/2005/8/layout/hierarchy2"/>
    <dgm:cxn modelId="{EED24256-D8C4-4C67-ABEC-6003A2DE47FC}" type="presParOf" srcId="{0FF2C208-BA57-45B0-A1EA-95A03E800AD7}" destId="{9534260B-9753-4C67-8AF1-5AA099174734}" srcOrd="1" destOrd="0" presId="urn:microsoft.com/office/officeart/2005/8/layout/hierarchy2"/>
    <dgm:cxn modelId="{E77D75F8-D738-4A18-BFEA-9E44D99F24E5}" type="presParOf" srcId="{3C0C9CA6-73B4-4447-97A6-6A42896A68DB}" destId="{C22C6304-F9A7-4830-9922-D2F42F43E726}" srcOrd="2" destOrd="0" presId="urn:microsoft.com/office/officeart/2005/8/layout/hierarchy2"/>
    <dgm:cxn modelId="{DE840953-B2E8-4430-85DD-8F1987D23D49}" type="presParOf" srcId="{C22C6304-F9A7-4830-9922-D2F42F43E726}" destId="{EA5C7E17-1ECA-4DAB-B79F-D3F665606B56}" srcOrd="0" destOrd="0" presId="urn:microsoft.com/office/officeart/2005/8/layout/hierarchy2"/>
    <dgm:cxn modelId="{4B57CDEE-BCC2-4753-9666-21D5668C5432}" type="presParOf" srcId="{3C0C9CA6-73B4-4447-97A6-6A42896A68DB}" destId="{E2A12741-A07C-41AC-AF70-ADC8CF7CB37C}" srcOrd="3" destOrd="0" presId="urn:microsoft.com/office/officeart/2005/8/layout/hierarchy2"/>
    <dgm:cxn modelId="{5BA39DDC-8400-4070-AD20-B123484EB8AE}" type="presParOf" srcId="{E2A12741-A07C-41AC-AF70-ADC8CF7CB37C}" destId="{17550927-DFD4-4A52-927D-765760F40A91}" srcOrd="0" destOrd="0" presId="urn:microsoft.com/office/officeart/2005/8/layout/hierarchy2"/>
    <dgm:cxn modelId="{8FA2CC24-6A79-44A7-A36F-1B81174D3BC0}" type="presParOf" srcId="{E2A12741-A07C-41AC-AF70-ADC8CF7CB37C}" destId="{91447D91-7190-4B0D-A3D5-3075D6955696}" srcOrd="1" destOrd="0" presId="urn:microsoft.com/office/officeart/2005/8/layout/hierarchy2"/>
    <dgm:cxn modelId="{D449DA1E-31C3-4E32-B29F-E1BE7FBC171F}" type="presParOf" srcId="{91447D91-7190-4B0D-A3D5-3075D6955696}" destId="{86075AA0-9FBC-48FA-B5B1-B91782EF5E29}" srcOrd="0" destOrd="0" presId="urn:microsoft.com/office/officeart/2005/8/layout/hierarchy2"/>
    <dgm:cxn modelId="{57F8A1F5-709D-442C-AD20-7688A1F60BE0}" type="presParOf" srcId="{86075AA0-9FBC-48FA-B5B1-B91782EF5E29}" destId="{A7869578-ADD9-492F-8758-7CE680901525}" srcOrd="0" destOrd="0" presId="urn:microsoft.com/office/officeart/2005/8/layout/hierarchy2"/>
    <dgm:cxn modelId="{8DE3E2DE-4E66-402D-9A12-D25ECCD4DDD6}" type="presParOf" srcId="{91447D91-7190-4B0D-A3D5-3075D6955696}" destId="{BFED4080-F8F1-4885-AC71-AEA56893F80C}" srcOrd="1" destOrd="0" presId="urn:microsoft.com/office/officeart/2005/8/layout/hierarchy2"/>
    <dgm:cxn modelId="{7FE7D9AC-4088-408A-96AB-A135732685CB}" type="presParOf" srcId="{BFED4080-F8F1-4885-AC71-AEA56893F80C}" destId="{32DDDB71-9A7D-4D56-AD81-EA0D6755A001}" srcOrd="0" destOrd="0" presId="urn:microsoft.com/office/officeart/2005/8/layout/hierarchy2"/>
    <dgm:cxn modelId="{C95C6981-612E-43F3-BA5B-CAB3DC3BA7CE}" type="presParOf" srcId="{BFED4080-F8F1-4885-AC71-AEA56893F80C}" destId="{2BFA6177-1459-477E-BEE4-769D8CEBD74A}" srcOrd="1" destOrd="0" presId="urn:microsoft.com/office/officeart/2005/8/layout/hierarchy2"/>
    <dgm:cxn modelId="{1DE5231C-B762-417E-BA3C-85C5CBC40057}" type="presParOf" srcId="{2BFA6177-1459-477E-BEE4-769D8CEBD74A}" destId="{ED7C5F1E-6320-490D-87B8-34DB26FA4CAB}" srcOrd="0" destOrd="0" presId="urn:microsoft.com/office/officeart/2005/8/layout/hierarchy2"/>
    <dgm:cxn modelId="{B062444F-FF64-436D-B223-C8CB212D02FA}" type="presParOf" srcId="{ED7C5F1E-6320-490D-87B8-34DB26FA4CAB}" destId="{4EF56ACC-EB51-406B-AE27-49BFEFD61C4E}" srcOrd="0" destOrd="0" presId="urn:microsoft.com/office/officeart/2005/8/layout/hierarchy2"/>
    <dgm:cxn modelId="{97C58BFC-E349-43F5-B468-B65F0BBEAEA7}" type="presParOf" srcId="{2BFA6177-1459-477E-BEE4-769D8CEBD74A}" destId="{499A3ECA-5788-488E-9662-18131C23A272}" srcOrd="1" destOrd="0" presId="urn:microsoft.com/office/officeart/2005/8/layout/hierarchy2"/>
    <dgm:cxn modelId="{52E8D783-16B5-4D3D-87E8-E3CC6DCEA2B1}" type="presParOf" srcId="{499A3ECA-5788-488E-9662-18131C23A272}" destId="{648366A5-831D-4FD1-9278-5A8443F18FF3}" srcOrd="0" destOrd="0" presId="urn:microsoft.com/office/officeart/2005/8/layout/hierarchy2"/>
    <dgm:cxn modelId="{4DAD080F-D6D5-4B79-BB1B-35FDC1BA5AB5}" type="presParOf" srcId="{499A3ECA-5788-488E-9662-18131C23A272}" destId="{C390469C-BB68-44AE-AE11-0E1B60234E82}" srcOrd="1" destOrd="0" presId="urn:microsoft.com/office/officeart/2005/8/layout/hierarchy2"/>
    <dgm:cxn modelId="{1EA1B094-A162-4851-8F3C-103E8E7D64BD}" type="presParOf" srcId="{3C0C9CA6-73B4-4447-97A6-6A42896A68DB}" destId="{912DC8C3-DC0F-462D-B3BB-BBA4BAA4EE9C}" srcOrd="4" destOrd="0" presId="urn:microsoft.com/office/officeart/2005/8/layout/hierarchy2"/>
    <dgm:cxn modelId="{D86F6B1A-4161-4B2C-903C-F4A40695000F}" type="presParOf" srcId="{912DC8C3-DC0F-462D-B3BB-BBA4BAA4EE9C}" destId="{EC75D60F-87A2-49F6-8229-15995A722DBC}" srcOrd="0" destOrd="0" presId="urn:microsoft.com/office/officeart/2005/8/layout/hierarchy2"/>
    <dgm:cxn modelId="{F891C5CA-A747-4EE0-A893-F97EAE21E4C2}" type="presParOf" srcId="{3C0C9CA6-73B4-4447-97A6-6A42896A68DB}" destId="{89A67F48-A67B-48E3-BD65-823F97D5DE2C}" srcOrd="5" destOrd="0" presId="urn:microsoft.com/office/officeart/2005/8/layout/hierarchy2"/>
    <dgm:cxn modelId="{C763598D-80B6-4570-B8D6-D18540ED6A5B}" type="presParOf" srcId="{89A67F48-A67B-48E3-BD65-823F97D5DE2C}" destId="{369515AF-3A38-4098-83F9-733100C16A9D}" srcOrd="0" destOrd="0" presId="urn:microsoft.com/office/officeart/2005/8/layout/hierarchy2"/>
    <dgm:cxn modelId="{2196E4F4-736F-4F0E-B1D1-9BAEC36F9AD5}" type="presParOf" srcId="{89A67F48-A67B-48E3-BD65-823F97D5DE2C}" destId="{0B744EEE-C77B-406C-A3FE-C8FBA749CF3D}" srcOrd="1" destOrd="0" presId="urn:microsoft.com/office/officeart/2005/8/layout/hierarchy2"/>
    <dgm:cxn modelId="{0CE260DF-4380-485C-A303-F17BB4FA7183}" type="presParOf" srcId="{0B744EEE-C77B-406C-A3FE-C8FBA749CF3D}" destId="{57CF804A-1CBF-4E86-988C-E57B4EE3A910}" srcOrd="0" destOrd="0" presId="urn:microsoft.com/office/officeart/2005/8/layout/hierarchy2"/>
    <dgm:cxn modelId="{CDA6BB94-83EB-455C-B4F9-8444205B495B}" type="presParOf" srcId="{57CF804A-1CBF-4E86-988C-E57B4EE3A910}" destId="{D832D721-A01D-42A3-B33C-5B6D57DCB401}" srcOrd="0" destOrd="0" presId="urn:microsoft.com/office/officeart/2005/8/layout/hierarchy2"/>
    <dgm:cxn modelId="{27EC6A0F-58DB-4007-ADDC-97A937411B4F}" type="presParOf" srcId="{0B744EEE-C77B-406C-A3FE-C8FBA749CF3D}" destId="{B37347DD-338B-4F61-BE75-A80C28EBCA14}" srcOrd="1" destOrd="0" presId="urn:microsoft.com/office/officeart/2005/8/layout/hierarchy2"/>
    <dgm:cxn modelId="{56DAF73A-9A61-4976-9F51-B659B07FBFAB}" type="presParOf" srcId="{B37347DD-338B-4F61-BE75-A80C28EBCA14}" destId="{AE4779AF-7612-45C8-AEDC-D93497A2580A}" srcOrd="0" destOrd="0" presId="urn:microsoft.com/office/officeart/2005/8/layout/hierarchy2"/>
    <dgm:cxn modelId="{FD63F8F3-DBA9-42D7-93E0-4ADD6FA0984F}" type="presParOf" srcId="{B37347DD-338B-4F61-BE75-A80C28EBCA14}" destId="{C8DE40F4-8484-4A77-8A31-CFF92767495C}" srcOrd="1" destOrd="0" presId="urn:microsoft.com/office/officeart/2005/8/layout/hierarchy2"/>
    <dgm:cxn modelId="{69C80DF9-5CC1-489F-BE57-7233212ED7B7}" type="presParOf" srcId="{C8DE40F4-8484-4A77-8A31-CFF92767495C}" destId="{3B7AD0BC-62AA-4F3D-A2E1-109922FDE922}" srcOrd="0" destOrd="0" presId="urn:microsoft.com/office/officeart/2005/8/layout/hierarchy2"/>
    <dgm:cxn modelId="{5FB525F6-D18E-49D9-9EAF-FD3E2FA7DCC7}" type="presParOf" srcId="{3B7AD0BC-62AA-4F3D-A2E1-109922FDE922}" destId="{545855E2-7C04-4844-A604-62502D532F6A}" srcOrd="0" destOrd="0" presId="urn:microsoft.com/office/officeart/2005/8/layout/hierarchy2"/>
    <dgm:cxn modelId="{A6D66A0E-DD21-4138-8007-D0414E3D62DD}" type="presParOf" srcId="{C8DE40F4-8484-4A77-8A31-CFF92767495C}" destId="{006F8DCB-3F30-4DE3-A32F-18EE159E190E}" srcOrd="1" destOrd="0" presId="urn:microsoft.com/office/officeart/2005/8/layout/hierarchy2"/>
    <dgm:cxn modelId="{ABB446FE-CB1D-402E-82AE-9D3511C915E8}" type="presParOf" srcId="{006F8DCB-3F30-4DE3-A32F-18EE159E190E}" destId="{69D5C9FB-555E-46AB-8563-DBDAACF86256}" srcOrd="0" destOrd="0" presId="urn:microsoft.com/office/officeart/2005/8/layout/hierarchy2"/>
    <dgm:cxn modelId="{B64A508D-4819-4C71-843A-160FFDC0A457}" type="presParOf" srcId="{006F8DCB-3F30-4DE3-A32F-18EE159E190E}" destId="{A05E4490-B681-4978-B44D-AC1F756E74C7}" srcOrd="1" destOrd="0" presId="urn:microsoft.com/office/officeart/2005/8/layout/hierarchy2"/>
    <dgm:cxn modelId="{FBB6602E-2C39-445D-8421-66C5BB3318F0}" type="presParOf" srcId="{3C0C9CA6-73B4-4447-97A6-6A42896A68DB}" destId="{E3993C5F-07B6-45F0-A896-6B62B86276F8}" srcOrd="6" destOrd="0" presId="urn:microsoft.com/office/officeart/2005/8/layout/hierarchy2"/>
    <dgm:cxn modelId="{195D04EE-BA4A-4106-A772-D6BFE957A7FB}" type="presParOf" srcId="{E3993C5F-07B6-45F0-A896-6B62B86276F8}" destId="{A684D9F7-484A-4DA5-9078-1FEBB23040DF}" srcOrd="0" destOrd="0" presId="urn:microsoft.com/office/officeart/2005/8/layout/hierarchy2"/>
    <dgm:cxn modelId="{58E967F6-2281-47E4-A161-C3B6A87DC638}" type="presParOf" srcId="{3C0C9CA6-73B4-4447-97A6-6A42896A68DB}" destId="{AF2C6124-5B53-44BF-BB86-BED813E2D6F5}" srcOrd="7" destOrd="0" presId="urn:microsoft.com/office/officeart/2005/8/layout/hierarchy2"/>
    <dgm:cxn modelId="{35ABA594-0A73-4D1B-A27F-23704EC854C6}" type="presParOf" srcId="{AF2C6124-5B53-44BF-BB86-BED813E2D6F5}" destId="{A50C2361-3ACF-44DC-B7CD-43677F3D432D}" srcOrd="0" destOrd="0" presId="urn:microsoft.com/office/officeart/2005/8/layout/hierarchy2"/>
    <dgm:cxn modelId="{6328F12C-00D3-4489-92CA-6D07B199B8BF}" type="presParOf" srcId="{AF2C6124-5B53-44BF-BB86-BED813E2D6F5}" destId="{008BDBF9-DE4D-492C-9300-F14A64D3D7E7}" srcOrd="1" destOrd="0" presId="urn:microsoft.com/office/officeart/2005/8/layout/hierarchy2"/>
    <dgm:cxn modelId="{21BC39E9-6EC0-4175-974E-C883AA51D225}" type="presParOf" srcId="{3C0C9CA6-73B4-4447-97A6-6A42896A68DB}" destId="{EF8A788F-32B1-4A5E-B5E1-21D0FA45B302}" srcOrd="8" destOrd="0" presId="urn:microsoft.com/office/officeart/2005/8/layout/hierarchy2"/>
    <dgm:cxn modelId="{E282AD97-D0ED-49CF-89B9-4DE93A0CBBCB}" type="presParOf" srcId="{EF8A788F-32B1-4A5E-B5E1-21D0FA45B302}" destId="{36713A75-D00C-4A58-9BCD-4FE0AA49BA2B}" srcOrd="0" destOrd="0" presId="urn:microsoft.com/office/officeart/2005/8/layout/hierarchy2"/>
    <dgm:cxn modelId="{A0E64088-0DFE-4D0C-9390-0B8BF4C57A62}" type="presParOf" srcId="{3C0C9CA6-73B4-4447-97A6-6A42896A68DB}" destId="{0A5763FB-0157-4C4E-9C8B-A824E1E24F74}" srcOrd="9" destOrd="0" presId="urn:microsoft.com/office/officeart/2005/8/layout/hierarchy2"/>
    <dgm:cxn modelId="{79B67F46-8155-400B-B7CB-888D61734A15}" type="presParOf" srcId="{0A5763FB-0157-4C4E-9C8B-A824E1E24F74}" destId="{FC87C9FE-08DC-4893-B4A9-5014A3FE735A}" srcOrd="0" destOrd="0" presId="urn:microsoft.com/office/officeart/2005/8/layout/hierarchy2"/>
    <dgm:cxn modelId="{46B42186-C215-4E77-8AEC-FB613B0C6DD0}" type="presParOf" srcId="{0A5763FB-0157-4C4E-9C8B-A824E1E24F74}" destId="{EC8A97BF-9035-40FA-9AA0-DBA37732B64C}" srcOrd="1" destOrd="0" presId="urn:microsoft.com/office/officeart/2005/8/layout/hierarchy2"/>
    <dgm:cxn modelId="{0301623F-62D1-492A-86E1-0E074D7C2CF1}" type="presParOf" srcId="{3C0C9CA6-73B4-4447-97A6-6A42896A68DB}" destId="{CFCDA7C4-8733-4006-A6B7-B865421234A5}" srcOrd="10" destOrd="0" presId="urn:microsoft.com/office/officeart/2005/8/layout/hierarchy2"/>
    <dgm:cxn modelId="{E1C3C202-177B-4B2F-82CB-D71F1BF16823}" type="presParOf" srcId="{CFCDA7C4-8733-4006-A6B7-B865421234A5}" destId="{B1262878-1DEB-4B4D-AD6A-EC14874236C6}" srcOrd="0" destOrd="0" presId="urn:microsoft.com/office/officeart/2005/8/layout/hierarchy2"/>
    <dgm:cxn modelId="{EC04B54B-953B-403E-9004-E093896D2430}" type="presParOf" srcId="{3C0C9CA6-73B4-4447-97A6-6A42896A68DB}" destId="{F86239D5-3D4C-4914-8D06-40785741DB21}" srcOrd="11" destOrd="0" presId="urn:microsoft.com/office/officeart/2005/8/layout/hierarchy2"/>
    <dgm:cxn modelId="{D77A0EDD-2737-4866-9EAF-C63F13B4AE1E}" type="presParOf" srcId="{F86239D5-3D4C-4914-8D06-40785741DB21}" destId="{CCBD9576-93CA-4B60-88DA-C6004F30C519}" srcOrd="0" destOrd="0" presId="urn:microsoft.com/office/officeart/2005/8/layout/hierarchy2"/>
    <dgm:cxn modelId="{9C134779-ABBE-40F1-98C8-294E8DA8D564}" type="presParOf" srcId="{F86239D5-3D4C-4914-8D06-40785741DB21}" destId="{A8D43843-9714-4F67-BB50-A1D5FF16E5D3}" srcOrd="1" destOrd="0" presId="urn:microsoft.com/office/officeart/2005/8/layout/hierarchy2"/>
    <dgm:cxn modelId="{ACABD083-542A-486D-ADF3-1B14C4BC4461}" type="presParOf" srcId="{A8D43843-9714-4F67-BB50-A1D5FF16E5D3}" destId="{DAAD2518-29BB-40C4-9751-76EEBD4FAFBF}" srcOrd="0" destOrd="0" presId="urn:microsoft.com/office/officeart/2005/8/layout/hierarchy2"/>
    <dgm:cxn modelId="{969B126B-DCD2-44B1-B3ED-3CD18A009129}" type="presParOf" srcId="{DAAD2518-29BB-40C4-9751-76EEBD4FAFBF}" destId="{31066078-E23C-46CB-BEA4-B8BE52E1686B}" srcOrd="0" destOrd="0" presId="urn:microsoft.com/office/officeart/2005/8/layout/hierarchy2"/>
    <dgm:cxn modelId="{D39F7C55-EE71-4042-B360-B6578F3DEED9}" type="presParOf" srcId="{A8D43843-9714-4F67-BB50-A1D5FF16E5D3}" destId="{6A27A8FC-AC18-4B0E-9A0A-D773534AC3BC}" srcOrd="1" destOrd="0" presId="urn:microsoft.com/office/officeart/2005/8/layout/hierarchy2"/>
    <dgm:cxn modelId="{2319F49E-52DD-41C4-9008-342048B385C2}" type="presParOf" srcId="{6A27A8FC-AC18-4B0E-9A0A-D773534AC3BC}" destId="{64A45AB0-C77D-4869-8CE0-68B1B064AB19}" srcOrd="0" destOrd="0" presId="urn:microsoft.com/office/officeart/2005/8/layout/hierarchy2"/>
    <dgm:cxn modelId="{38643C27-EA47-45E7-8F9A-EF7816F8B45B}" type="presParOf" srcId="{6A27A8FC-AC18-4B0E-9A0A-D773534AC3BC}" destId="{1274DA21-7111-434D-9788-CBB97C1AE068}" srcOrd="1" destOrd="0" presId="urn:microsoft.com/office/officeart/2005/8/layout/hierarchy2"/>
    <dgm:cxn modelId="{6ACE58DC-DE4E-4F90-A558-A78B9BD263E8}" type="presParOf" srcId="{332EB43B-D588-40D1-850D-111D3A1EA599}" destId="{545100EA-550C-41F6-BCE6-B2EA1CE0118C}" srcOrd="1" destOrd="0" presId="urn:microsoft.com/office/officeart/2005/8/layout/hierarchy2"/>
    <dgm:cxn modelId="{5F37A39E-B4C6-4DBE-81EA-A98B2C5DDF9E}" type="presParOf" srcId="{545100EA-550C-41F6-BCE6-B2EA1CE0118C}" destId="{6B70A257-51D7-48BD-8B14-BC497299E556}" srcOrd="0" destOrd="0" presId="urn:microsoft.com/office/officeart/2005/8/layout/hierarchy2"/>
    <dgm:cxn modelId="{E5BBC911-B654-470B-8102-14CE2C2A6C8D}" type="presParOf" srcId="{545100EA-550C-41F6-BCE6-B2EA1CE0118C}" destId="{25A1847D-CDA4-4CFC-A1F4-E4CACE7AB07D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340269-91BE-45D0-B4E9-2C213DCF86A0}">
      <dsp:nvSpPr>
        <dsp:cNvPr id="0" name=""/>
        <dsp:cNvSpPr/>
      </dsp:nvSpPr>
      <dsp:spPr>
        <a:xfrm>
          <a:off x="1872206" y="2636913"/>
          <a:ext cx="562899" cy="2814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1" i="0" u="none" strike="noStrike" kern="1200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緊急時の連絡先</a:t>
          </a:r>
          <a:endParaRPr kumimoji="1" lang="ja-JP" altLang="en-US" sz="700" kern="1200" dirty="0"/>
        </a:p>
      </dsp:txBody>
      <dsp:txXfrm>
        <a:off x="1880449" y="2645156"/>
        <a:ext cx="546413" cy="264963"/>
      </dsp:txXfrm>
    </dsp:sp>
    <dsp:sp modelId="{F5A00572-968A-4050-B387-A5CC3A47F2B5}">
      <dsp:nvSpPr>
        <dsp:cNvPr id="0" name=""/>
        <dsp:cNvSpPr/>
      </dsp:nvSpPr>
      <dsp:spPr>
        <a:xfrm rot="16957851">
          <a:off x="1586010" y="1713482"/>
          <a:ext cx="2173458" cy="7452"/>
        </a:xfrm>
        <a:custGeom>
          <a:avLst/>
          <a:gdLst/>
          <a:ahLst/>
          <a:cxnLst/>
          <a:rect l="0" t="0" r="0" b="0"/>
          <a:pathLst>
            <a:path>
              <a:moveTo>
                <a:pt x="0" y="3726"/>
              </a:moveTo>
              <a:lnTo>
                <a:pt x="2173458" y="3726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600" kern="1200"/>
        </a:p>
      </dsp:txBody>
      <dsp:txXfrm>
        <a:off x="2618403" y="1662872"/>
        <a:ext cx="108672" cy="108672"/>
      </dsp:txXfrm>
    </dsp:sp>
    <dsp:sp modelId="{1DBBDD28-6CA6-407A-929A-CD70276BFA1B}">
      <dsp:nvSpPr>
        <dsp:cNvPr id="0" name=""/>
        <dsp:cNvSpPr/>
      </dsp:nvSpPr>
      <dsp:spPr>
        <a:xfrm>
          <a:off x="2910373" y="385928"/>
          <a:ext cx="705695" cy="5417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【</a:t>
          </a: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タムラ製作所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】</a:t>
          </a:r>
        </a:p>
        <a:p>
          <a:pPr marL="0" lvl="0" indent="0" algn="l" defTabSz="311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リフロー炉</a:t>
          </a:r>
          <a:endParaRPr kumimoji="1" lang="ja-JP" altLang="en-US" sz="700" kern="1200" dirty="0"/>
        </a:p>
      </dsp:txBody>
      <dsp:txXfrm>
        <a:off x="2926239" y="401794"/>
        <a:ext cx="673963" cy="509971"/>
      </dsp:txXfrm>
    </dsp:sp>
    <dsp:sp modelId="{98E0C2EF-DF1B-4695-9F6F-28293CCF8FE6}">
      <dsp:nvSpPr>
        <dsp:cNvPr id="0" name=""/>
        <dsp:cNvSpPr/>
      </dsp:nvSpPr>
      <dsp:spPr>
        <a:xfrm rot="20551400">
          <a:off x="3611221" y="621512"/>
          <a:ext cx="210048" cy="7452"/>
        </a:xfrm>
        <a:custGeom>
          <a:avLst/>
          <a:gdLst/>
          <a:ahLst/>
          <a:cxnLst/>
          <a:rect l="0" t="0" r="0" b="0"/>
          <a:pathLst>
            <a:path>
              <a:moveTo>
                <a:pt x="0" y="3726"/>
              </a:moveTo>
              <a:lnTo>
                <a:pt x="210048" y="3726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33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300" kern="1200"/>
        </a:p>
      </dsp:txBody>
      <dsp:txXfrm>
        <a:off x="3710994" y="619987"/>
        <a:ext cx="10502" cy="10502"/>
      </dsp:txXfrm>
    </dsp:sp>
    <dsp:sp modelId="{F973BC3C-3468-4A20-BA7A-97C6D946A49F}">
      <dsp:nvSpPr>
        <dsp:cNvPr id="0" name=""/>
        <dsp:cNvSpPr/>
      </dsp:nvSpPr>
      <dsp:spPr>
        <a:xfrm>
          <a:off x="3816422" y="116631"/>
          <a:ext cx="1619298" cy="95413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㈱</a:t>
          </a: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タムラ製作所埼玉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_</a:t>
          </a: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狭山</a:t>
          </a:r>
        </a:p>
        <a:p>
          <a:pPr marL="0" lvl="0" indent="0" algn="l" defTabSz="311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○担当：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CS</a:t>
          </a: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窓口（橋本様）</a:t>
          </a:r>
          <a:endParaRPr kumimoji="1" lang="en-US" altLang="ja-JP" sz="700" b="0" i="0" u="none" strike="noStrike" kern="1200" cap="none" normalizeH="0" baseline="0" dirty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  <a:cs typeface="ＭＳ Ｐゴシック" charset="-128"/>
          </a:endParaRPr>
        </a:p>
        <a:p>
          <a:pPr marL="0" lvl="0" indent="0" algn="l" defTabSz="311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TEL</a:t>
          </a: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：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090-7362-0936</a:t>
          </a:r>
        </a:p>
        <a:p>
          <a:pPr marL="0" lvl="0" indent="0" algn="l" defTabSz="311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　　　　　（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04-2900-0071</a:t>
          </a: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）</a:t>
          </a:r>
          <a:endParaRPr kumimoji="1" lang="en-US" altLang="ja-JP" sz="700" b="0" i="0" u="none" strike="noStrike" kern="1200" cap="none" normalizeH="0" baseline="0" dirty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  <a:cs typeface="ＭＳ Ｐゴシック" charset="-128"/>
          </a:endParaRPr>
        </a:p>
        <a:p>
          <a:pPr marL="0" lvl="0" indent="0" algn="l" defTabSz="311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FAX</a:t>
          </a: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：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0429-55-3122</a:t>
          </a:r>
        </a:p>
        <a:p>
          <a:pPr marL="0" lvl="0" indent="0" algn="l" defTabSz="311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○カスタマーサポート：（大友様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/</a:t>
          </a: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平井様）○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TEL</a:t>
          </a: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：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04-2900-0071</a:t>
          </a:r>
        </a:p>
      </dsp:txBody>
      <dsp:txXfrm>
        <a:off x="3844368" y="144577"/>
        <a:ext cx="1563406" cy="898242"/>
      </dsp:txXfrm>
    </dsp:sp>
    <dsp:sp modelId="{C22C6304-F9A7-4830-9922-D2F42F43E726}">
      <dsp:nvSpPr>
        <dsp:cNvPr id="0" name=""/>
        <dsp:cNvSpPr/>
      </dsp:nvSpPr>
      <dsp:spPr>
        <a:xfrm rot="17332323">
          <a:off x="1959696" y="2108984"/>
          <a:ext cx="1405405" cy="7452"/>
        </a:xfrm>
        <a:custGeom>
          <a:avLst/>
          <a:gdLst/>
          <a:ahLst/>
          <a:cxnLst/>
          <a:rect l="0" t="0" r="0" b="0"/>
          <a:pathLst>
            <a:path>
              <a:moveTo>
                <a:pt x="0" y="3726"/>
              </a:moveTo>
              <a:lnTo>
                <a:pt x="1405405" y="3726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33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300" kern="1200"/>
        </a:p>
      </dsp:txBody>
      <dsp:txXfrm>
        <a:off x="2627264" y="2077575"/>
        <a:ext cx="70270" cy="70270"/>
      </dsp:txXfrm>
    </dsp:sp>
    <dsp:sp modelId="{17550927-DFD4-4A52-927D-765760F40A91}">
      <dsp:nvSpPr>
        <dsp:cNvPr id="0" name=""/>
        <dsp:cNvSpPr/>
      </dsp:nvSpPr>
      <dsp:spPr>
        <a:xfrm>
          <a:off x="2889692" y="1146719"/>
          <a:ext cx="562899" cy="60212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l" defTabSz="311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【</a:t>
          </a: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コンプレッサー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】</a:t>
          </a:r>
        </a:p>
        <a:p>
          <a:pPr marL="0" lvl="0" indent="0" algn="l" defTabSz="311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関連全般</a:t>
          </a:r>
          <a:endParaRPr kumimoji="1" lang="en-US" altLang="ja-JP" sz="700" b="0" i="0" u="none" strike="noStrike" kern="1200" cap="none" normalizeH="0" baseline="0" dirty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  <a:cs typeface="ＭＳ Ｐゴシック" charset="-128"/>
          </a:endParaRPr>
        </a:p>
      </dsp:txBody>
      <dsp:txXfrm>
        <a:off x="2906179" y="1163206"/>
        <a:ext cx="529925" cy="569154"/>
      </dsp:txXfrm>
    </dsp:sp>
    <dsp:sp modelId="{86075AA0-9FBC-48FA-B5B1-B91782EF5E29}">
      <dsp:nvSpPr>
        <dsp:cNvPr id="0" name=""/>
        <dsp:cNvSpPr/>
      </dsp:nvSpPr>
      <dsp:spPr>
        <a:xfrm rot="1372369">
          <a:off x="3430922" y="1551176"/>
          <a:ext cx="551187" cy="7452"/>
        </a:xfrm>
        <a:custGeom>
          <a:avLst/>
          <a:gdLst/>
          <a:ahLst/>
          <a:cxnLst/>
          <a:rect l="0" t="0" r="0" b="0"/>
          <a:pathLst>
            <a:path>
              <a:moveTo>
                <a:pt x="0" y="3726"/>
              </a:moveTo>
              <a:lnTo>
                <a:pt x="551187" y="3726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33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300" kern="1200"/>
        </a:p>
      </dsp:txBody>
      <dsp:txXfrm>
        <a:off x="3692736" y="1541123"/>
        <a:ext cx="27559" cy="27559"/>
      </dsp:txXfrm>
    </dsp:sp>
    <dsp:sp modelId="{32DDDB71-9A7D-4D56-AD81-EA0D6755A001}">
      <dsp:nvSpPr>
        <dsp:cNvPr id="0" name=""/>
        <dsp:cNvSpPr/>
      </dsp:nvSpPr>
      <dsp:spPr>
        <a:xfrm>
          <a:off x="3960440" y="1186613"/>
          <a:ext cx="1056607" cy="95081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千代田機工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(</a:t>
          </a: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株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)</a:t>
          </a:r>
        </a:p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　前橋営業所</a:t>
          </a:r>
        </a:p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○担当：菊池様</a:t>
          </a:r>
        </a:p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○携帯：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080-4631-5634</a:t>
          </a:r>
        </a:p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TEL</a:t>
          </a: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：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0272-53-5807</a:t>
          </a:r>
        </a:p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FAX</a:t>
          </a: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：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0272-54-8527</a:t>
          </a:r>
          <a:endParaRPr kumimoji="1" lang="ja-JP" altLang="en-US" sz="700" kern="1200" dirty="0"/>
        </a:p>
      </dsp:txBody>
      <dsp:txXfrm>
        <a:off x="3988289" y="1214462"/>
        <a:ext cx="1000909" cy="895120"/>
      </dsp:txXfrm>
    </dsp:sp>
    <dsp:sp modelId="{ED7C5F1E-6320-490D-87B8-34DB26FA4CAB}">
      <dsp:nvSpPr>
        <dsp:cNvPr id="0" name=""/>
        <dsp:cNvSpPr/>
      </dsp:nvSpPr>
      <dsp:spPr>
        <a:xfrm rot="20219126">
          <a:off x="4972441" y="1439192"/>
          <a:ext cx="1120838" cy="7452"/>
        </a:xfrm>
        <a:custGeom>
          <a:avLst/>
          <a:gdLst/>
          <a:ahLst/>
          <a:cxnLst/>
          <a:rect l="0" t="0" r="0" b="0"/>
          <a:pathLst>
            <a:path>
              <a:moveTo>
                <a:pt x="0" y="3726"/>
              </a:moveTo>
              <a:lnTo>
                <a:pt x="1120838" y="3726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33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300" kern="1200"/>
        </a:p>
      </dsp:txBody>
      <dsp:txXfrm>
        <a:off x="5504839" y="1414897"/>
        <a:ext cx="56041" cy="56041"/>
      </dsp:txXfrm>
    </dsp:sp>
    <dsp:sp modelId="{648366A5-831D-4FD1-9278-5A8443F18FF3}">
      <dsp:nvSpPr>
        <dsp:cNvPr id="0" name=""/>
        <dsp:cNvSpPr/>
      </dsp:nvSpPr>
      <dsp:spPr>
        <a:xfrm>
          <a:off x="6048673" y="836712"/>
          <a:ext cx="1446747" cy="7742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l" defTabSz="311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（株）サンエイ</a:t>
          </a:r>
          <a:endParaRPr kumimoji="1" lang="en-US" altLang="ja-JP" sz="700" b="0" i="0" u="none" strike="noStrike" kern="1200" cap="none" normalizeH="0" baseline="0" dirty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  <a:cs typeface="ＭＳ Ｐゴシック" charset="-128"/>
          </a:endParaRPr>
        </a:p>
        <a:p>
          <a:pPr marL="0" lvl="0" indent="0" algn="l" defTabSz="311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○サービス部：中里様</a:t>
          </a:r>
          <a:endParaRPr kumimoji="1" lang="en-US" altLang="ja-JP" sz="700" b="0" i="0" u="none" strike="noStrike" kern="1200" cap="none" normalizeH="0" baseline="0" dirty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  <a:cs typeface="ＭＳ Ｐゴシック" charset="-128"/>
          </a:endParaRPr>
        </a:p>
        <a:p>
          <a:pPr marL="0" lvl="0" indent="0" algn="l" defTabSz="311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TEL</a:t>
          </a: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：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027-265-4420</a:t>
          </a:r>
        </a:p>
        <a:p>
          <a:pPr marL="0" lvl="0" indent="0" algn="l" defTabSz="311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　　（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080-1263-1430</a:t>
          </a: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）</a:t>
          </a:r>
          <a:endParaRPr kumimoji="1" lang="en-US" altLang="ja-JP" sz="700" b="0" i="0" u="none" strike="noStrike" kern="1200" cap="none" normalizeH="0" baseline="0" dirty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  <a:cs typeface="ＭＳ Ｐゴシック" charset="-128"/>
          </a:endParaRPr>
        </a:p>
        <a:p>
          <a:pPr marL="0" lvl="0" indent="0" algn="l" defTabSz="311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FAX</a:t>
          </a: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：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027-265-4976</a:t>
          </a:r>
        </a:p>
      </dsp:txBody>
      <dsp:txXfrm>
        <a:off x="6071349" y="859388"/>
        <a:ext cx="1401395" cy="728851"/>
      </dsp:txXfrm>
    </dsp:sp>
    <dsp:sp modelId="{912DC8C3-DC0F-462D-B3BB-BBA4BAA4EE9C}">
      <dsp:nvSpPr>
        <dsp:cNvPr id="0" name=""/>
        <dsp:cNvSpPr/>
      </dsp:nvSpPr>
      <dsp:spPr>
        <a:xfrm rot="712952">
          <a:off x="2429958" y="2823373"/>
          <a:ext cx="480422" cy="7452"/>
        </a:xfrm>
        <a:custGeom>
          <a:avLst/>
          <a:gdLst/>
          <a:ahLst/>
          <a:cxnLst/>
          <a:rect l="0" t="0" r="0" b="0"/>
          <a:pathLst>
            <a:path>
              <a:moveTo>
                <a:pt x="0" y="3726"/>
              </a:moveTo>
              <a:lnTo>
                <a:pt x="480422" y="3726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33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300" kern="1200"/>
        </a:p>
      </dsp:txBody>
      <dsp:txXfrm>
        <a:off x="2658159" y="2815088"/>
        <a:ext cx="24021" cy="24021"/>
      </dsp:txXfrm>
    </dsp:sp>
    <dsp:sp modelId="{369515AF-3A38-4098-83F9-733100C16A9D}">
      <dsp:nvSpPr>
        <dsp:cNvPr id="0" name=""/>
        <dsp:cNvSpPr/>
      </dsp:nvSpPr>
      <dsp:spPr>
        <a:xfrm>
          <a:off x="2905234" y="2602768"/>
          <a:ext cx="807918" cy="5475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【</a:t>
          </a:r>
          <a:r>
            <a:rPr kumimoji="1" lang="en-US" altLang="ja-JP" sz="700" b="0" i="0" u="none" strike="noStrike" kern="1200" cap="none" normalizeH="0" baseline="0" dirty="0" err="1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Pana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】</a:t>
          </a:r>
        </a:p>
        <a:p>
          <a:pPr marL="0" lvl="0" indent="0" algn="l" defTabSz="311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ﾏｳﾝﾀ関連</a:t>
          </a:r>
        </a:p>
        <a:p>
          <a:pPr marL="0" lvl="0" indent="0" algn="l" defTabSz="311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印刷機／ﾏｳﾝﾀ</a:t>
          </a:r>
          <a:endParaRPr kumimoji="1" lang="ja-JP" altLang="en-US" sz="700" kern="1200" dirty="0"/>
        </a:p>
      </dsp:txBody>
      <dsp:txXfrm>
        <a:off x="2921272" y="2618806"/>
        <a:ext cx="775842" cy="515507"/>
      </dsp:txXfrm>
    </dsp:sp>
    <dsp:sp modelId="{57CF804A-1CBF-4E86-988C-E57B4EE3A910}">
      <dsp:nvSpPr>
        <dsp:cNvPr id="0" name=""/>
        <dsp:cNvSpPr/>
      </dsp:nvSpPr>
      <dsp:spPr>
        <a:xfrm rot="1024896">
          <a:off x="3707446" y="2910828"/>
          <a:ext cx="258699" cy="7452"/>
        </a:xfrm>
        <a:custGeom>
          <a:avLst/>
          <a:gdLst/>
          <a:ahLst/>
          <a:cxnLst/>
          <a:rect l="0" t="0" r="0" b="0"/>
          <a:pathLst>
            <a:path>
              <a:moveTo>
                <a:pt x="0" y="3726"/>
              </a:moveTo>
              <a:lnTo>
                <a:pt x="258699" y="3726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33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300" kern="1200"/>
        </a:p>
      </dsp:txBody>
      <dsp:txXfrm>
        <a:off x="3830328" y="2908087"/>
        <a:ext cx="12934" cy="12934"/>
      </dsp:txXfrm>
    </dsp:sp>
    <dsp:sp modelId="{AE4779AF-7612-45C8-AEDC-D93497A2580A}">
      <dsp:nvSpPr>
        <dsp:cNvPr id="0" name=""/>
        <dsp:cNvSpPr/>
      </dsp:nvSpPr>
      <dsp:spPr>
        <a:xfrm>
          <a:off x="3960440" y="2420888"/>
          <a:ext cx="949960" cy="106332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三ツ波㈱</a:t>
          </a:r>
        </a:p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　東京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_</a:t>
          </a: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品川</a:t>
          </a:r>
          <a:endParaRPr kumimoji="1" lang="en-US" altLang="ja-JP" sz="700" b="0" i="0" u="none" strike="noStrike" kern="1200" cap="none" normalizeH="0" baseline="0" dirty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  <a:cs typeface="ＭＳ Ｐゴシック" charset="-128"/>
          </a:endParaRPr>
        </a:p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○担当：阿川様</a:t>
          </a:r>
        </a:p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○携帯：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090-5337-0335</a:t>
          </a:r>
        </a:p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TEL</a:t>
          </a: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：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03-3492-7771</a:t>
          </a:r>
        </a:p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FAX</a:t>
          </a: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：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03-3492-7982</a:t>
          </a:r>
          <a:endParaRPr kumimoji="1" lang="ja-JP" altLang="en-US" sz="700" kern="1200" dirty="0"/>
        </a:p>
      </dsp:txBody>
      <dsp:txXfrm>
        <a:off x="3988263" y="2448711"/>
        <a:ext cx="894314" cy="1007674"/>
      </dsp:txXfrm>
    </dsp:sp>
    <dsp:sp modelId="{3B7AD0BC-62AA-4F3D-A2E1-109922FDE922}">
      <dsp:nvSpPr>
        <dsp:cNvPr id="0" name=""/>
        <dsp:cNvSpPr/>
      </dsp:nvSpPr>
      <dsp:spPr>
        <a:xfrm rot="959882">
          <a:off x="4886506" y="3118857"/>
          <a:ext cx="1233907" cy="7452"/>
        </a:xfrm>
        <a:custGeom>
          <a:avLst/>
          <a:gdLst/>
          <a:ahLst/>
          <a:cxnLst/>
          <a:rect l="0" t="0" r="0" b="0"/>
          <a:pathLst>
            <a:path>
              <a:moveTo>
                <a:pt x="0" y="3726"/>
              </a:moveTo>
              <a:lnTo>
                <a:pt x="1233907" y="3726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33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300" kern="1200"/>
        </a:p>
      </dsp:txBody>
      <dsp:txXfrm>
        <a:off x="5472612" y="3091736"/>
        <a:ext cx="61695" cy="61695"/>
      </dsp:txXfrm>
    </dsp:sp>
    <dsp:sp modelId="{69D5C9FB-555E-46AB-8563-DBDAACF86256}">
      <dsp:nvSpPr>
        <dsp:cNvPr id="0" name=""/>
        <dsp:cNvSpPr/>
      </dsp:nvSpPr>
      <dsp:spPr>
        <a:xfrm>
          <a:off x="6096520" y="2070945"/>
          <a:ext cx="1215930" cy="244334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700" b="0" i="0" u="none" strike="noStrike" kern="1200" cap="none" normalizeH="0" baseline="0" dirty="0" err="1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PanasonicFS</a:t>
          </a: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ｴﾝｼﾞﾆｱﾘﾝｸﾞ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(</a:t>
          </a: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株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)</a:t>
          </a:r>
        </a:p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　群馬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_</a:t>
          </a: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高崎（直井様／湯沢様）</a:t>
          </a:r>
        </a:p>
        <a:p>
          <a:pPr marL="0" lvl="0" indent="0" algn="l" defTabSz="311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  <a:hlinkClick xmlns:r="http://schemas.openxmlformats.org/officeDocument/2006/relationships" r:id="rId1"/>
            </a:rPr>
            <a:t>○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  <a:hlinkClick xmlns:r="http://schemas.openxmlformats.org/officeDocument/2006/relationships" r:id="rId1"/>
            </a:rPr>
            <a:t>TEL</a:t>
          </a: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  <a:hlinkClick xmlns:r="http://schemas.openxmlformats.org/officeDocument/2006/relationships" r:id="rId1"/>
            </a:rPr>
            <a:t>：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  <a:hlinkClick xmlns:r="http://schemas.openxmlformats.org/officeDocument/2006/relationships" r:id="rId1"/>
            </a:rPr>
            <a:t>0273-70-4555</a:t>
          </a:r>
          <a:endParaRPr kumimoji="1" lang="en-US" altLang="ja-JP" sz="700" b="0" i="0" u="none" strike="noStrike" kern="1200" cap="none" normalizeH="0" baseline="0" dirty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  <a:cs typeface="ＭＳ Ｐゴシック" charset="-128"/>
          </a:endParaRPr>
        </a:p>
        <a:p>
          <a:pPr marL="0" lvl="0" indent="0" algn="l" defTabSz="311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FAX</a:t>
          </a: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：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0273-70-6088</a:t>
          </a:r>
        </a:p>
        <a:p>
          <a:pPr marL="0" lvl="0" indent="0" algn="l" defTabSz="311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　東京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_</a:t>
          </a: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品川（お客様サポート）</a:t>
          </a:r>
        </a:p>
        <a:p>
          <a:pPr marL="0" lvl="0" indent="0" algn="l" defTabSz="311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  <a:hlinkClick xmlns:r="http://schemas.openxmlformats.org/officeDocument/2006/relationships" r:id="rId2"/>
            </a:rPr>
            <a:t>○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  <a:hlinkClick xmlns:r="http://schemas.openxmlformats.org/officeDocument/2006/relationships" r:id="rId2"/>
            </a:rPr>
            <a:t>TEL</a:t>
          </a: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  <a:hlinkClick xmlns:r="http://schemas.openxmlformats.org/officeDocument/2006/relationships" r:id="rId2"/>
            </a:rPr>
            <a:t>：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  <a:hlinkClick xmlns:r="http://schemas.openxmlformats.org/officeDocument/2006/relationships" r:id="rId2"/>
            </a:rPr>
            <a:t>03-6714-4525</a:t>
          </a:r>
          <a:endParaRPr kumimoji="1" lang="en-US" altLang="ja-JP" sz="700" b="0" i="0" u="none" strike="noStrike" kern="1200" cap="none" normalizeH="0" baseline="0" dirty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  <a:cs typeface="ＭＳ Ｐゴシック" charset="-128"/>
          </a:endParaRPr>
        </a:p>
        <a:p>
          <a:pPr marL="0" lvl="0" indent="0" algn="l" defTabSz="311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FAX:03-6714-4526</a:t>
          </a:r>
        </a:p>
        <a:p>
          <a:pPr marL="0" lvl="0" indent="0" algn="l" defTabSz="311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700" b="0" i="0" u="none" strike="noStrike" kern="1200" cap="none" normalizeH="0" baseline="0" dirty="0" err="1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</a:rPr>
            <a:t>EGPro</a:t>
          </a: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</a:rPr>
            <a:t>（担当：坂本様　）</a:t>
          </a:r>
          <a:endParaRPr kumimoji="1" lang="en-US" altLang="ja-JP" sz="700" b="0" i="0" u="none" strike="noStrike" kern="1200" cap="none" normalizeH="0" baseline="0" dirty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</a:endParaRPr>
        </a:p>
        <a:p>
          <a:pPr marL="0" lvl="0" indent="0" algn="l" defTabSz="311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TEL</a:t>
          </a: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：</a:t>
          </a:r>
          <a:endParaRPr kumimoji="1" lang="en-US" altLang="ja-JP" sz="700" b="0" i="0" u="none" strike="noStrike" kern="1200" cap="none" normalizeH="0" baseline="0" dirty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  <a:cs typeface="ＭＳ Ｐゴシック" charset="-128"/>
          </a:endParaRPr>
        </a:p>
        <a:p>
          <a:pPr marL="0" lvl="0" indent="0" algn="l" defTabSz="311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Panasonic</a:t>
          </a: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（営業：佐伯様）</a:t>
          </a:r>
          <a:endParaRPr kumimoji="1" lang="en-US" altLang="ja-JP" sz="700" b="0" i="0" u="none" strike="noStrike" kern="1200" cap="none" normalizeH="0" baseline="0" dirty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  <a:cs typeface="ＭＳ Ｐゴシック" charset="-128"/>
          </a:endParaRPr>
        </a:p>
        <a:p>
          <a:pPr marL="0" lvl="0" indent="0" algn="l" defTabSz="311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TEL</a:t>
          </a: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：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03-6714-4521</a:t>
          </a:r>
        </a:p>
        <a:p>
          <a:pPr marL="0" lvl="0" indent="0" algn="l" defTabSz="311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　　　　（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080-2417-3472</a:t>
          </a: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）</a:t>
          </a:r>
          <a:endParaRPr kumimoji="1" lang="en-US" altLang="ja-JP" sz="700" b="0" i="0" u="none" strike="noStrike" kern="1200" cap="none" normalizeH="0" baseline="0" dirty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  <a:cs typeface="ＭＳ Ｐゴシック" charset="-128"/>
          </a:endParaRPr>
        </a:p>
      </dsp:txBody>
      <dsp:txXfrm>
        <a:off x="6132133" y="2106558"/>
        <a:ext cx="1144704" cy="2372121"/>
      </dsp:txXfrm>
    </dsp:sp>
    <dsp:sp modelId="{E3993C5F-07B6-45F0-A896-6B62B86276F8}">
      <dsp:nvSpPr>
        <dsp:cNvPr id="0" name=""/>
        <dsp:cNvSpPr/>
      </dsp:nvSpPr>
      <dsp:spPr>
        <a:xfrm rot="3910712">
          <a:off x="2077672" y="3333045"/>
          <a:ext cx="1232086" cy="7452"/>
        </a:xfrm>
        <a:custGeom>
          <a:avLst/>
          <a:gdLst/>
          <a:ahLst/>
          <a:cxnLst/>
          <a:rect l="0" t="0" r="0" b="0"/>
          <a:pathLst>
            <a:path>
              <a:moveTo>
                <a:pt x="0" y="3726"/>
              </a:moveTo>
              <a:lnTo>
                <a:pt x="1232086" y="3726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33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300" kern="1200"/>
        </a:p>
      </dsp:txBody>
      <dsp:txXfrm>
        <a:off x="2662914" y="3305969"/>
        <a:ext cx="61604" cy="61604"/>
      </dsp:txXfrm>
    </dsp:sp>
    <dsp:sp modelId="{A50C2361-3ACF-44DC-B7CD-43677F3D432D}">
      <dsp:nvSpPr>
        <dsp:cNvPr id="0" name=""/>
        <dsp:cNvSpPr/>
      </dsp:nvSpPr>
      <dsp:spPr>
        <a:xfrm>
          <a:off x="2952326" y="3717031"/>
          <a:ext cx="811622" cy="35774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700" kern="1200" dirty="0">
              <a:solidFill>
                <a:schemeClr val="tx1"/>
              </a:solidFill>
            </a:rPr>
            <a:t>【AOI】</a:t>
          </a:r>
        </a:p>
      </dsp:txBody>
      <dsp:txXfrm>
        <a:off x="2962804" y="3727509"/>
        <a:ext cx="790666" cy="336792"/>
      </dsp:txXfrm>
    </dsp:sp>
    <dsp:sp modelId="{EF8A788F-32B1-4A5E-B5E1-21D0FA45B302}">
      <dsp:nvSpPr>
        <dsp:cNvPr id="0" name=""/>
        <dsp:cNvSpPr/>
      </dsp:nvSpPr>
      <dsp:spPr>
        <a:xfrm rot="4672135">
          <a:off x="1276520" y="4207997"/>
          <a:ext cx="2933680" cy="7452"/>
        </a:xfrm>
        <a:custGeom>
          <a:avLst/>
          <a:gdLst/>
          <a:ahLst/>
          <a:cxnLst/>
          <a:rect l="0" t="0" r="0" b="0"/>
          <a:pathLst>
            <a:path>
              <a:moveTo>
                <a:pt x="0" y="3726"/>
              </a:moveTo>
              <a:lnTo>
                <a:pt x="2933680" y="3726"/>
              </a:lnTo>
            </a:path>
          </a:pathLst>
        </a:custGeom>
        <a:noFill/>
        <a:ln w="25400" cap="flat" cmpd="sng" algn="ctr">
          <a:solidFill>
            <a:srgbClr val="0000FF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1000" kern="1200"/>
        </a:p>
      </dsp:txBody>
      <dsp:txXfrm>
        <a:off x="2670019" y="4138381"/>
        <a:ext cx="146684" cy="146684"/>
      </dsp:txXfrm>
    </dsp:sp>
    <dsp:sp modelId="{FC87C9FE-08DC-4893-B4A9-5014A3FE735A}">
      <dsp:nvSpPr>
        <dsp:cNvPr id="0" name=""/>
        <dsp:cNvSpPr/>
      </dsp:nvSpPr>
      <dsp:spPr>
        <a:xfrm>
          <a:off x="3051616" y="5243008"/>
          <a:ext cx="2260672" cy="80559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0000FF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800" kern="1200" dirty="0">
              <a:solidFill>
                <a:schemeClr val="tx1"/>
              </a:solidFill>
            </a:rPr>
            <a:t>竹渕（</a:t>
          </a:r>
          <a:r>
            <a:rPr kumimoji="1" lang="en-US" altLang="ja-JP" sz="800" kern="1200" dirty="0">
              <a:solidFill>
                <a:schemeClr val="tx1"/>
              </a:solidFill>
            </a:rPr>
            <a:t>63329</a:t>
          </a:r>
          <a:r>
            <a:rPr kumimoji="1" lang="ja-JP" altLang="en-US" sz="800" kern="1200" dirty="0">
              <a:solidFill>
                <a:schemeClr val="tx1"/>
              </a:solidFill>
            </a:rPr>
            <a:t>）　</a:t>
          </a:r>
          <a:r>
            <a:rPr kumimoji="1" lang="en-US" altLang="ja-JP" sz="800" kern="1200" dirty="0">
              <a:solidFill>
                <a:schemeClr val="tx1"/>
              </a:solidFill>
            </a:rPr>
            <a:t>080-7497-2423</a:t>
          </a:r>
        </a:p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800" kern="1200" dirty="0">
              <a:solidFill>
                <a:schemeClr val="tx1"/>
              </a:solidFill>
            </a:rPr>
            <a:t>松井（</a:t>
          </a:r>
          <a:r>
            <a:rPr kumimoji="1" lang="en-US" altLang="ja-JP" sz="800" kern="1200" dirty="0">
              <a:solidFill>
                <a:schemeClr val="tx1"/>
              </a:solidFill>
            </a:rPr>
            <a:t>62392</a:t>
          </a:r>
          <a:r>
            <a:rPr kumimoji="1" lang="ja-JP" altLang="en-US" sz="800" kern="1200" dirty="0">
              <a:solidFill>
                <a:schemeClr val="tx1"/>
              </a:solidFill>
            </a:rPr>
            <a:t>）　</a:t>
          </a:r>
          <a:r>
            <a:rPr kumimoji="1" lang="en-US" altLang="ja-JP" sz="800" kern="1200" dirty="0">
              <a:solidFill>
                <a:schemeClr val="tx1"/>
              </a:solidFill>
            </a:rPr>
            <a:t>080-7133-3046</a:t>
          </a:r>
        </a:p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800" kern="1200" dirty="0">
              <a:solidFill>
                <a:schemeClr val="tx1"/>
              </a:solidFill>
            </a:rPr>
            <a:t>遠藤（</a:t>
          </a:r>
          <a:r>
            <a:rPr kumimoji="1" lang="en-US" altLang="ja-JP" sz="800" kern="1200" dirty="0">
              <a:solidFill>
                <a:schemeClr val="tx1"/>
              </a:solidFill>
            </a:rPr>
            <a:t>64074</a:t>
          </a:r>
          <a:r>
            <a:rPr kumimoji="1" lang="ja-JP" altLang="en-US" sz="800" kern="1200" dirty="0">
              <a:solidFill>
                <a:schemeClr val="tx1"/>
              </a:solidFill>
            </a:rPr>
            <a:t>）　</a:t>
          </a:r>
          <a:r>
            <a:rPr kumimoji="1" lang="en-US" altLang="ja-JP" sz="800" kern="1200" dirty="0">
              <a:solidFill>
                <a:schemeClr val="tx1"/>
              </a:solidFill>
            </a:rPr>
            <a:t>080-4479-5921</a:t>
          </a:r>
        </a:p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800" kern="1200" dirty="0">
              <a:solidFill>
                <a:schemeClr val="tx1"/>
              </a:solidFill>
            </a:rPr>
            <a:t>茂木</a:t>
          </a:r>
          <a:endParaRPr kumimoji="1" lang="en-US" altLang="ja-JP" sz="800" kern="1200" dirty="0">
            <a:solidFill>
              <a:schemeClr val="tx1"/>
            </a:solidFill>
          </a:endParaRPr>
        </a:p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en-US" altLang="ja-JP" sz="800" kern="1200" dirty="0">
            <a:solidFill>
              <a:schemeClr val="tx1"/>
            </a:solidFill>
          </a:endParaRPr>
        </a:p>
      </dsp:txBody>
      <dsp:txXfrm>
        <a:off x="3075211" y="5266603"/>
        <a:ext cx="2213482" cy="758409"/>
      </dsp:txXfrm>
    </dsp:sp>
    <dsp:sp modelId="{CFCDA7C4-8733-4006-A6B7-B865421234A5}">
      <dsp:nvSpPr>
        <dsp:cNvPr id="0" name=""/>
        <dsp:cNvSpPr/>
      </dsp:nvSpPr>
      <dsp:spPr>
        <a:xfrm rot="4994518">
          <a:off x="766029" y="4652451"/>
          <a:ext cx="3783366" cy="7452"/>
        </a:xfrm>
        <a:custGeom>
          <a:avLst/>
          <a:gdLst/>
          <a:ahLst/>
          <a:cxnLst/>
          <a:rect l="0" t="0" r="0" b="0"/>
          <a:pathLst>
            <a:path>
              <a:moveTo>
                <a:pt x="0" y="3726"/>
              </a:moveTo>
              <a:lnTo>
                <a:pt x="3783366" y="3726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1100" kern="1200"/>
        </a:p>
      </dsp:txBody>
      <dsp:txXfrm>
        <a:off x="2563128" y="4561594"/>
        <a:ext cx="189168" cy="189168"/>
      </dsp:txXfrm>
    </dsp:sp>
    <dsp:sp modelId="{CCBD9576-93CA-4B60-88DA-C6004F30C519}">
      <dsp:nvSpPr>
        <dsp:cNvPr id="0" name=""/>
        <dsp:cNvSpPr/>
      </dsp:nvSpPr>
      <dsp:spPr>
        <a:xfrm>
          <a:off x="2880320" y="6460178"/>
          <a:ext cx="562899" cy="14907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1200" kern="1200" dirty="0">
              <a:solidFill>
                <a:schemeClr val="tx1"/>
              </a:solidFill>
            </a:rPr>
            <a:t>119</a:t>
          </a:r>
          <a:endParaRPr kumimoji="1" lang="ja-JP" altLang="en-US" sz="1200" kern="1200" dirty="0">
            <a:solidFill>
              <a:schemeClr val="tx1"/>
            </a:solidFill>
          </a:endParaRPr>
        </a:p>
      </dsp:txBody>
      <dsp:txXfrm>
        <a:off x="2884686" y="6464544"/>
        <a:ext cx="554167" cy="140346"/>
      </dsp:txXfrm>
    </dsp:sp>
    <dsp:sp modelId="{DAAD2518-29BB-40C4-9751-76EEBD4FAFBF}">
      <dsp:nvSpPr>
        <dsp:cNvPr id="0" name=""/>
        <dsp:cNvSpPr/>
      </dsp:nvSpPr>
      <dsp:spPr>
        <a:xfrm rot="21587330">
          <a:off x="3443218" y="6530171"/>
          <a:ext cx="445217" cy="7452"/>
        </a:xfrm>
        <a:custGeom>
          <a:avLst/>
          <a:gdLst/>
          <a:ahLst/>
          <a:cxnLst/>
          <a:rect l="0" t="0" r="0" b="0"/>
          <a:pathLst>
            <a:path>
              <a:moveTo>
                <a:pt x="0" y="3726"/>
              </a:moveTo>
              <a:lnTo>
                <a:pt x="445217" y="3726"/>
              </a:lnTo>
            </a:path>
          </a:pathLst>
        </a:custGeom>
        <a:noFill/>
        <a:ln w="25400" cap="flat" cmpd="sng" algn="ctr">
          <a:solidFill>
            <a:scrgbClr r="0" g="0" b="0"/>
          </a:solidFill>
          <a:prstDash val="solid"/>
          <a:headEnd type="triangle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33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300" kern="1200"/>
        </a:p>
      </dsp:txBody>
      <dsp:txXfrm>
        <a:off x="3654696" y="6522767"/>
        <a:ext cx="22260" cy="22260"/>
      </dsp:txXfrm>
    </dsp:sp>
    <dsp:sp modelId="{64A45AB0-C77D-4869-8CE0-68B1B064AB19}">
      <dsp:nvSpPr>
        <dsp:cNvPr id="0" name=""/>
        <dsp:cNvSpPr/>
      </dsp:nvSpPr>
      <dsp:spPr>
        <a:xfrm>
          <a:off x="3888433" y="6403090"/>
          <a:ext cx="1352765" cy="25997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kern="1200" dirty="0">
              <a:solidFill>
                <a:schemeClr val="tx1"/>
              </a:solidFill>
            </a:rPr>
            <a:t>別紙　緊急時対応を参照</a:t>
          </a:r>
        </a:p>
      </dsp:txBody>
      <dsp:txXfrm>
        <a:off x="3896047" y="6410704"/>
        <a:ext cx="1337537" cy="244744"/>
      </dsp:txXfrm>
    </dsp:sp>
    <dsp:sp modelId="{6B70A257-51D7-48BD-8B14-BC497299E556}">
      <dsp:nvSpPr>
        <dsp:cNvPr id="0" name=""/>
        <dsp:cNvSpPr/>
      </dsp:nvSpPr>
      <dsp:spPr>
        <a:xfrm>
          <a:off x="3958160" y="3789041"/>
          <a:ext cx="1716027" cy="116611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kern="1200" dirty="0">
              <a:solidFill>
                <a:schemeClr val="tx1"/>
              </a:solidFill>
            </a:rPr>
            <a:t>（株）ソノコム営業　日下部様</a:t>
          </a:r>
          <a:endParaRPr kumimoji="1" lang="en-US" altLang="ja-JP" sz="700" kern="1200" dirty="0">
            <a:solidFill>
              <a:schemeClr val="tx1"/>
            </a:solidFill>
          </a:endParaRPr>
        </a:p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kern="1200" dirty="0">
              <a:solidFill>
                <a:schemeClr val="tx1"/>
              </a:solidFill>
            </a:rPr>
            <a:t>○</a:t>
          </a:r>
          <a:r>
            <a:rPr kumimoji="1" lang="en-US" altLang="ja-JP" sz="700" kern="1200" dirty="0">
              <a:solidFill>
                <a:schemeClr val="tx1"/>
              </a:solidFill>
            </a:rPr>
            <a:t>TEL</a:t>
          </a:r>
          <a:r>
            <a:rPr kumimoji="1" lang="ja-JP" altLang="en-US" sz="700" kern="1200" dirty="0">
              <a:solidFill>
                <a:schemeClr val="tx1"/>
              </a:solidFill>
            </a:rPr>
            <a:t>：</a:t>
          </a:r>
          <a:r>
            <a:rPr kumimoji="1" lang="en-US" altLang="ja-JP" sz="700" kern="1200" dirty="0">
              <a:solidFill>
                <a:schemeClr val="tx1"/>
              </a:solidFill>
            </a:rPr>
            <a:t>090-3092-2153</a:t>
          </a:r>
          <a:r>
            <a:rPr kumimoji="1" lang="ja-JP" altLang="en-US" sz="700" kern="1200" dirty="0">
              <a:solidFill>
                <a:schemeClr val="tx1"/>
              </a:solidFill>
            </a:rPr>
            <a:t>　（</a:t>
          </a:r>
          <a:r>
            <a:rPr kumimoji="1" lang="en-US" altLang="ja-JP" sz="700" kern="1200" dirty="0">
              <a:solidFill>
                <a:schemeClr val="tx1"/>
              </a:solidFill>
            </a:rPr>
            <a:t>047-311-5000</a:t>
          </a:r>
          <a:r>
            <a:rPr kumimoji="1" lang="ja-JP" altLang="en-US" sz="700" kern="1200" dirty="0">
              <a:solidFill>
                <a:schemeClr val="tx1"/>
              </a:solidFill>
            </a:rPr>
            <a:t>）</a:t>
          </a:r>
          <a:endParaRPr kumimoji="1" lang="en-US" altLang="ja-JP" sz="700" kern="1200" dirty="0">
            <a:solidFill>
              <a:schemeClr val="tx1"/>
            </a:solidFill>
          </a:endParaRPr>
        </a:p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kern="1200" dirty="0">
              <a:solidFill>
                <a:schemeClr val="tx1"/>
              </a:solidFill>
            </a:rPr>
            <a:t>○</a:t>
          </a:r>
          <a:r>
            <a:rPr kumimoji="1" lang="en-US" altLang="ja-JP" sz="700" kern="1200" dirty="0">
              <a:solidFill>
                <a:schemeClr val="tx1"/>
              </a:solidFill>
            </a:rPr>
            <a:t>FAX</a:t>
          </a:r>
          <a:r>
            <a:rPr kumimoji="1" lang="ja-JP" altLang="en-US" sz="700" kern="1200" dirty="0">
              <a:solidFill>
                <a:schemeClr val="tx1"/>
              </a:solidFill>
            </a:rPr>
            <a:t>：</a:t>
          </a:r>
          <a:r>
            <a:rPr kumimoji="1" lang="en-US" altLang="ja-JP" sz="700" kern="1200" dirty="0">
              <a:solidFill>
                <a:schemeClr val="tx1"/>
              </a:solidFill>
            </a:rPr>
            <a:t>047-311-2171</a:t>
          </a:r>
        </a:p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kern="1200" dirty="0">
              <a:solidFill>
                <a:schemeClr val="tx1"/>
              </a:solidFill>
            </a:rPr>
            <a:t>ジャパンコーヨン（株）渡邊様</a:t>
          </a:r>
          <a:endParaRPr kumimoji="1" lang="en-US" altLang="ja-JP" sz="700" kern="1200" dirty="0">
            <a:solidFill>
              <a:schemeClr val="tx1"/>
            </a:solidFill>
          </a:endParaRPr>
        </a:p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kern="1200" dirty="0">
              <a:solidFill>
                <a:schemeClr val="tx1"/>
              </a:solidFill>
            </a:rPr>
            <a:t>○</a:t>
          </a:r>
          <a:r>
            <a:rPr kumimoji="1" lang="en-US" altLang="ja-JP" sz="700" kern="1200" dirty="0">
              <a:solidFill>
                <a:schemeClr val="tx1"/>
              </a:solidFill>
            </a:rPr>
            <a:t>TEL</a:t>
          </a:r>
          <a:r>
            <a:rPr kumimoji="1" lang="ja-JP" altLang="en-US" sz="700" kern="1200" dirty="0">
              <a:solidFill>
                <a:schemeClr val="tx1"/>
              </a:solidFill>
            </a:rPr>
            <a:t>：</a:t>
          </a:r>
          <a:r>
            <a:rPr kumimoji="1" lang="en-US" altLang="ja-JP" sz="700" kern="1200" dirty="0">
              <a:solidFill>
                <a:schemeClr val="tx1"/>
              </a:solidFill>
            </a:rPr>
            <a:t>043-297-0711</a:t>
          </a:r>
        </a:p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kern="1200" dirty="0">
              <a:solidFill>
                <a:schemeClr val="tx1"/>
              </a:solidFill>
            </a:rPr>
            <a:t>○</a:t>
          </a:r>
          <a:r>
            <a:rPr kumimoji="1" lang="en-US" altLang="ja-JP" sz="700" kern="1200" dirty="0">
              <a:solidFill>
                <a:schemeClr val="tx1"/>
              </a:solidFill>
            </a:rPr>
            <a:t>FAX</a:t>
          </a:r>
          <a:r>
            <a:rPr kumimoji="1" lang="ja-JP" altLang="en-US" sz="700" kern="1200" dirty="0">
              <a:solidFill>
                <a:schemeClr val="tx1"/>
              </a:solidFill>
            </a:rPr>
            <a:t>：</a:t>
          </a:r>
          <a:r>
            <a:rPr kumimoji="1" lang="en-US" altLang="ja-JP" sz="700" kern="1200" dirty="0">
              <a:solidFill>
                <a:schemeClr val="tx1"/>
              </a:solidFill>
            </a:rPr>
            <a:t>043-310-3070</a:t>
          </a:r>
        </a:p>
      </dsp:txBody>
      <dsp:txXfrm>
        <a:off x="3992314" y="3823195"/>
        <a:ext cx="1647719" cy="109780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2918621" cy="493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644" tIns="45322" rIns="90644" bIns="45322" numCol="1" anchor="t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en-US" altLang="ja-JP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15572" y="0"/>
            <a:ext cx="2918621" cy="493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644" tIns="45322" rIns="90644" bIns="45322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altLang="ja-JP"/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9371501"/>
            <a:ext cx="2918621" cy="4932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644" tIns="45322" rIns="90644" bIns="45322" numCol="1" anchor="b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en-US" altLang="ja-JP"/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15572" y="9371501"/>
            <a:ext cx="2918621" cy="4932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644" tIns="45322" rIns="90644" bIns="45322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3AA00A9A-00F4-4B69-89AB-AC3875A3376F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06613191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2918621" cy="493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644" tIns="45322" rIns="90644" bIns="45322" numCol="1" anchor="t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en-US" altLang="ja-JP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15572" y="0"/>
            <a:ext cx="2918621" cy="493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644" tIns="45322" rIns="90644" bIns="45322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altLang="ja-JP"/>
          </a:p>
        </p:txBody>
      </p:sp>
      <p:sp>
        <p:nvSpPr>
          <p:cNvPr id="71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04875" y="741363"/>
            <a:ext cx="4927600" cy="36972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71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3891" y="4686538"/>
            <a:ext cx="5387982" cy="44391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644" tIns="45322" rIns="90644" bIns="4532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371501"/>
            <a:ext cx="2918621" cy="4932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644" tIns="45322" rIns="90644" bIns="45322" numCol="1" anchor="b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en-US" altLang="ja-JP"/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15572" y="9371501"/>
            <a:ext cx="2918621" cy="4932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644" tIns="45322" rIns="90644" bIns="45322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1459E40B-4785-4E31-96FC-8D886DDB2FFA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25108110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charset="-128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charset="-128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charset="-128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charset="-128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charset="-128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ja-JP" altLang="en-US"/>
              <a:t>マスタ サブタイトルの書式設定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4CE810E-C820-49B1-A9D9-2C4C4C19FAE6}" type="slidenum">
              <a:rPr lang="en-US" altLang="ja-JP"/>
              <a:pPr/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8DB6616-FAF7-4408-B144-175131B0594F}" type="slidenum">
              <a:rPr lang="en-US" altLang="ja-JP"/>
              <a:pPr/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BD36D2C-C391-4832-BDBF-17F57C8DCB1F}" type="slidenum">
              <a:rPr lang="en-US" altLang="ja-JP"/>
              <a:pPr/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3A46D53-E572-416F-A2F9-931B3DB47954}" type="slidenum">
              <a:rPr lang="en-US" altLang="ja-JP"/>
              <a:pPr/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7" name="日付プレースホルダ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8" name="フッター プレースホル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9" name="スライド番号プレースホル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297D0CE-E1EC-4C3E-8095-88FE14DBB789}" type="slidenum">
              <a:rPr lang="en-US" altLang="ja-JP"/>
              <a:pPr/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0954F7-9E8F-4EB5-854F-A61C53C30F48}" type="slidenum">
              <a:rPr lang="en-US" altLang="ja-JP"/>
              <a:pPr/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3" name="フッター プレースホル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B6C9916-ADE3-4A78-B10D-CE4260D45381}" type="slidenum">
              <a:rPr lang="en-US" altLang="ja-JP"/>
              <a:pPr/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1D34C17-9A39-4321-B5DE-D59AA129E3A4}" type="slidenum">
              <a:rPr lang="en-US" altLang="ja-JP"/>
              <a:pPr/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ja-JP" alt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E1C040E-C7EE-489C-A055-D1CAFE2DD6D6}" type="slidenum">
              <a:rPr lang="en-US" altLang="ja-JP"/>
              <a:pPr/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0D7A39F-451D-4390-822C-51D4854FEA4E}" type="slidenum">
              <a:rPr lang="en-US" altLang="ja-JP"/>
              <a:pPr/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54E8126-B988-4230-9EFD-33E3507420B9}" type="slidenum">
              <a:rPr lang="en-US" altLang="ja-JP"/>
              <a:pPr/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タイトルの書式設定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400"/>
            </a:lvl1pPr>
          </a:lstStyle>
          <a:p>
            <a:endParaRPr lang="en-US" altLang="ja-JP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ja-JP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04E20A2D-E94C-4DB8-AC12-B19DD634A1ED}" type="slidenum">
              <a:rPr lang="en-US" altLang="ja-JP"/>
              <a:pPr/>
              <a:t>‹#›</a:t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2pPr>
      <a:lvl3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3pPr>
      <a:lvl4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4pPr>
      <a:lvl5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7" name="直線コネクタ 126">
            <a:extLst>
              <a:ext uri="{FF2B5EF4-FFF2-40B4-BE49-F238E27FC236}">
                <a16:creationId xmlns:a16="http://schemas.microsoft.com/office/drawing/2014/main" id="{36162463-08F9-4E91-9A33-5E390B71A791}"/>
              </a:ext>
            </a:extLst>
          </p:cNvPr>
          <p:cNvCxnSpPr>
            <a:cxnSpLocks/>
          </p:cNvCxnSpPr>
          <p:nvPr/>
        </p:nvCxnSpPr>
        <p:spPr bwMode="auto">
          <a:xfrm>
            <a:off x="1661696" y="2450207"/>
            <a:ext cx="4440340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7" name="直線コネクタ 106">
            <a:extLst>
              <a:ext uri="{FF2B5EF4-FFF2-40B4-BE49-F238E27FC236}">
                <a16:creationId xmlns:a16="http://schemas.microsoft.com/office/drawing/2014/main" id="{BC4CF020-DB5A-4F19-B51D-1FCD48331000}"/>
              </a:ext>
            </a:extLst>
          </p:cNvPr>
          <p:cNvCxnSpPr>
            <a:cxnSpLocks/>
          </p:cNvCxnSpPr>
          <p:nvPr/>
        </p:nvCxnSpPr>
        <p:spPr bwMode="auto">
          <a:xfrm>
            <a:off x="1668265" y="3153912"/>
            <a:ext cx="0" cy="3008349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8" name="直線コネクタ 107">
            <a:extLst>
              <a:ext uri="{FF2B5EF4-FFF2-40B4-BE49-F238E27FC236}">
                <a16:creationId xmlns:a16="http://schemas.microsoft.com/office/drawing/2014/main" id="{7BD7E5E6-C642-4A43-A551-37CE525193E1}"/>
              </a:ext>
            </a:extLst>
          </p:cNvPr>
          <p:cNvCxnSpPr>
            <a:cxnSpLocks/>
          </p:cNvCxnSpPr>
          <p:nvPr/>
        </p:nvCxnSpPr>
        <p:spPr bwMode="auto">
          <a:xfrm>
            <a:off x="5414890" y="3501008"/>
            <a:ext cx="0" cy="2650439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0" name="直線コネクタ 109">
            <a:extLst>
              <a:ext uri="{FF2B5EF4-FFF2-40B4-BE49-F238E27FC236}">
                <a16:creationId xmlns:a16="http://schemas.microsoft.com/office/drawing/2014/main" id="{A39C0463-9649-4F79-B0A1-4D57932B08BA}"/>
              </a:ext>
            </a:extLst>
          </p:cNvPr>
          <p:cNvCxnSpPr>
            <a:cxnSpLocks/>
          </p:cNvCxnSpPr>
          <p:nvPr/>
        </p:nvCxnSpPr>
        <p:spPr bwMode="auto">
          <a:xfrm>
            <a:off x="4480875" y="2780928"/>
            <a:ext cx="0" cy="1698793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2" name="直線コネクタ 111">
            <a:extLst>
              <a:ext uri="{FF2B5EF4-FFF2-40B4-BE49-F238E27FC236}">
                <a16:creationId xmlns:a16="http://schemas.microsoft.com/office/drawing/2014/main" id="{BF52793E-CCC8-49B9-8840-EEBDCC00B063}"/>
              </a:ext>
            </a:extLst>
          </p:cNvPr>
          <p:cNvCxnSpPr>
            <a:cxnSpLocks/>
          </p:cNvCxnSpPr>
          <p:nvPr/>
        </p:nvCxnSpPr>
        <p:spPr bwMode="auto">
          <a:xfrm>
            <a:off x="3564966" y="3501008"/>
            <a:ext cx="0" cy="357928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3" name="直線コネクタ 112">
            <a:extLst>
              <a:ext uri="{FF2B5EF4-FFF2-40B4-BE49-F238E27FC236}">
                <a16:creationId xmlns:a16="http://schemas.microsoft.com/office/drawing/2014/main" id="{F5B2ACD6-882D-4701-86E3-1D9F74835C62}"/>
              </a:ext>
            </a:extLst>
          </p:cNvPr>
          <p:cNvCxnSpPr>
            <a:cxnSpLocks/>
          </p:cNvCxnSpPr>
          <p:nvPr/>
        </p:nvCxnSpPr>
        <p:spPr bwMode="auto">
          <a:xfrm>
            <a:off x="2600625" y="3501008"/>
            <a:ext cx="0" cy="2237311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4" name="直線コネクタ 113">
            <a:extLst>
              <a:ext uri="{FF2B5EF4-FFF2-40B4-BE49-F238E27FC236}">
                <a16:creationId xmlns:a16="http://schemas.microsoft.com/office/drawing/2014/main" id="{6B955133-1A75-4E9C-A206-6EBD83A92754}"/>
              </a:ext>
            </a:extLst>
          </p:cNvPr>
          <p:cNvCxnSpPr>
            <a:cxnSpLocks/>
          </p:cNvCxnSpPr>
          <p:nvPr/>
        </p:nvCxnSpPr>
        <p:spPr bwMode="auto">
          <a:xfrm>
            <a:off x="7309305" y="2780928"/>
            <a:ext cx="0" cy="2948753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5" name="直線コネクタ 114">
            <a:extLst>
              <a:ext uri="{FF2B5EF4-FFF2-40B4-BE49-F238E27FC236}">
                <a16:creationId xmlns:a16="http://schemas.microsoft.com/office/drawing/2014/main" id="{77A0D0C6-C897-43B5-BE3B-2C8A79739164}"/>
              </a:ext>
            </a:extLst>
          </p:cNvPr>
          <p:cNvCxnSpPr>
            <a:cxnSpLocks/>
          </p:cNvCxnSpPr>
          <p:nvPr/>
        </p:nvCxnSpPr>
        <p:spPr bwMode="auto">
          <a:xfrm>
            <a:off x="8240363" y="3501008"/>
            <a:ext cx="0" cy="381879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6" name="直線コネクタ 115">
            <a:extLst>
              <a:ext uri="{FF2B5EF4-FFF2-40B4-BE49-F238E27FC236}">
                <a16:creationId xmlns:a16="http://schemas.microsoft.com/office/drawing/2014/main" id="{03B57AA1-A2E6-4E01-A8C4-6D309E6AF202}"/>
              </a:ext>
            </a:extLst>
          </p:cNvPr>
          <p:cNvCxnSpPr>
            <a:cxnSpLocks/>
          </p:cNvCxnSpPr>
          <p:nvPr/>
        </p:nvCxnSpPr>
        <p:spPr bwMode="auto">
          <a:xfrm>
            <a:off x="6369731" y="3501008"/>
            <a:ext cx="0" cy="1640835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13FAB043-EBB5-45A1-971D-31E8C0B1E14E}"/>
              </a:ext>
            </a:extLst>
          </p:cNvPr>
          <p:cNvCxnSpPr>
            <a:cxnSpLocks/>
          </p:cNvCxnSpPr>
          <p:nvPr/>
        </p:nvCxnSpPr>
        <p:spPr bwMode="auto">
          <a:xfrm>
            <a:off x="1679802" y="1466386"/>
            <a:ext cx="0" cy="1674582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4" name="直線コネクタ 103">
            <a:extLst>
              <a:ext uri="{FF2B5EF4-FFF2-40B4-BE49-F238E27FC236}">
                <a16:creationId xmlns:a16="http://schemas.microsoft.com/office/drawing/2014/main" id="{844ABE1E-8648-480B-9B9F-15FAF2293F25}"/>
              </a:ext>
            </a:extLst>
          </p:cNvPr>
          <p:cNvCxnSpPr>
            <a:cxnSpLocks/>
          </p:cNvCxnSpPr>
          <p:nvPr/>
        </p:nvCxnSpPr>
        <p:spPr bwMode="auto">
          <a:xfrm>
            <a:off x="695333" y="3501008"/>
            <a:ext cx="0" cy="2652402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339" name="Rectangle 243"/>
          <p:cNvSpPr>
            <a:spLocks noChangeArrowheads="1"/>
          </p:cNvSpPr>
          <p:nvPr/>
        </p:nvSpPr>
        <p:spPr bwMode="auto">
          <a:xfrm>
            <a:off x="6551614" y="357115"/>
            <a:ext cx="2303463" cy="288925"/>
          </a:xfrm>
          <a:prstGeom prst="rect">
            <a:avLst/>
          </a:prstGeom>
          <a:solidFill>
            <a:srgbClr val="CCFFCC">
              <a:alpha val="20000"/>
            </a:srgbClr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ja-JP" sz="1000" dirty="0"/>
              <a:t>0274-62-7645</a:t>
            </a:r>
          </a:p>
        </p:txBody>
      </p:sp>
      <p:sp>
        <p:nvSpPr>
          <p:cNvPr id="4318" name="Rectangle 222"/>
          <p:cNvSpPr>
            <a:spLocks noChangeArrowheads="1"/>
          </p:cNvSpPr>
          <p:nvPr/>
        </p:nvSpPr>
        <p:spPr bwMode="auto">
          <a:xfrm>
            <a:off x="2517821" y="203507"/>
            <a:ext cx="935037" cy="215900"/>
          </a:xfrm>
          <a:prstGeom prst="rect">
            <a:avLst/>
          </a:prstGeom>
          <a:solidFill>
            <a:srgbClr val="FFFF99">
              <a:alpha val="30000"/>
            </a:srgbClr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ja-JP" altLang="en-US" sz="900"/>
              <a:t>２交替勤務</a:t>
            </a:r>
          </a:p>
        </p:txBody>
      </p:sp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2592388" cy="431800"/>
          </a:xfrm>
        </p:spPr>
        <p:txBody>
          <a:bodyPr/>
          <a:lstStyle/>
          <a:p>
            <a:r>
              <a:rPr lang="ja-JP" altLang="en-US" sz="1800" dirty="0"/>
              <a:t>連絡網（生産一課一係）</a:t>
            </a:r>
          </a:p>
        </p:txBody>
      </p:sp>
      <p:sp>
        <p:nvSpPr>
          <p:cNvPr id="3" name="Rectangle 238"/>
          <p:cNvSpPr>
            <a:spLocks noChangeArrowheads="1"/>
          </p:cNvSpPr>
          <p:nvPr/>
        </p:nvSpPr>
        <p:spPr bwMode="auto">
          <a:xfrm>
            <a:off x="2517031" y="491812"/>
            <a:ext cx="936239" cy="217651"/>
          </a:xfrm>
          <a:prstGeom prst="rect">
            <a:avLst/>
          </a:prstGeom>
          <a:solidFill>
            <a:srgbClr val="FF99CC">
              <a:alpha val="30000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３交替勤務</a:t>
            </a:r>
          </a:p>
        </p:txBody>
      </p:sp>
      <p:sp>
        <p:nvSpPr>
          <p:cNvPr id="4311" name="フリーフォーム: 図形 4310">
            <a:extLst>
              <a:ext uri="{FF2B5EF4-FFF2-40B4-BE49-F238E27FC236}">
                <a16:creationId xmlns:a16="http://schemas.microsoft.com/office/drawing/2014/main" id="{FA7006D8-C2B7-4275-96F2-F8EE8900F11B}"/>
              </a:ext>
            </a:extLst>
          </p:cNvPr>
          <p:cNvSpPr/>
          <p:nvPr/>
        </p:nvSpPr>
        <p:spPr>
          <a:xfrm>
            <a:off x="1235861" y="1022445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竹渕正樹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080-7497-2423</a:t>
            </a:r>
          </a:p>
        </p:txBody>
      </p:sp>
      <p:sp>
        <p:nvSpPr>
          <p:cNvPr id="4312" name="フリーフォーム: 図形 4311">
            <a:extLst>
              <a:ext uri="{FF2B5EF4-FFF2-40B4-BE49-F238E27FC236}">
                <a16:creationId xmlns:a16="http://schemas.microsoft.com/office/drawing/2014/main" id="{DE8F240F-5356-44A7-B3CF-CA2BF1E6B038}"/>
              </a:ext>
            </a:extLst>
          </p:cNvPr>
          <p:cNvSpPr/>
          <p:nvPr/>
        </p:nvSpPr>
        <p:spPr>
          <a:xfrm>
            <a:off x="4040328" y="2918997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solidFill>
                  <a:schemeClr val="bg1">
                    <a:lumMod val="75000"/>
                  </a:schemeClr>
                </a:solidFill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遠藤雅樹</a:t>
            </a:r>
            <a:endParaRPr kumimoji="1" lang="en-US" altLang="ja-JP" sz="900" b="0" i="0" u="none" strike="noStrike" kern="1200" cap="none" normalizeH="0" baseline="0" dirty="0">
              <a:ln/>
              <a:solidFill>
                <a:schemeClr val="bg1">
                  <a:lumMod val="75000"/>
                </a:schemeClr>
              </a:solidFill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kern="1200" cap="none" normalizeH="0" baseline="0" dirty="0">
                <a:ln/>
                <a:solidFill>
                  <a:schemeClr val="bg1">
                    <a:lumMod val="75000"/>
                  </a:schemeClr>
                </a:solidFill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080-4479-5921</a:t>
            </a:r>
          </a:p>
        </p:txBody>
      </p:sp>
      <p:sp>
        <p:nvSpPr>
          <p:cNvPr id="4313" name="フリーフォーム: 図形 4312">
            <a:extLst>
              <a:ext uri="{FF2B5EF4-FFF2-40B4-BE49-F238E27FC236}">
                <a16:creationId xmlns:a16="http://schemas.microsoft.com/office/drawing/2014/main" id="{87CCC63E-DD30-4750-A2F3-4BFC9037C432}"/>
              </a:ext>
            </a:extLst>
          </p:cNvPr>
          <p:cNvSpPr/>
          <p:nvPr/>
        </p:nvSpPr>
        <p:spPr>
          <a:xfrm>
            <a:off x="250475" y="3640295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牛込　貴之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090-1553-9231</a:t>
            </a: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　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314" name="フリーフォーム: 図形 4313">
            <a:extLst>
              <a:ext uri="{FF2B5EF4-FFF2-40B4-BE49-F238E27FC236}">
                <a16:creationId xmlns:a16="http://schemas.microsoft.com/office/drawing/2014/main" id="{7EE222B3-8012-49D7-8C84-BE27207C433C}"/>
              </a:ext>
            </a:extLst>
          </p:cNvPr>
          <p:cNvSpPr/>
          <p:nvPr/>
        </p:nvSpPr>
        <p:spPr>
          <a:xfrm>
            <a:off x="250475" y="4270692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中野　正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315" name="フリーフォーム: 図形 4314">
            <a:extLst>
              <a:ext uri="{FF2B5EF4-FFF2-40B4-BE49-F238E27FC236}">
                <a16:creationId xmlns:a16="http://schemas.microsoft.com/office/drawing/2014/main" id="{DC3B71B1-D6DD-4ABF-9A4E-16291B9E6800}"/>
              </a:ext>
            </a:extLst>
          </p:cNvPr>
          <p:cNvSpPr/>
          <p:nvPr/>
        </p:nvSpPr>
        <p:spPr>
          <a:xfrm>
            <a:off x="250475" y="4901089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佐藤　邦嘉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090-8043-9244</a:t>
            </a:r>
          </a:p>
        </p:txBody>
      </p:sp>
      <p:sp>
        <p:nvSpPr>
          <p:cNvPr id="4316" name="フリーフォーム: 図形 4315">
            <a:extLst>
              <a:ext uri="{FF2B5EF4-FFF2-40B4-BE49-F238E27FC236}">
                <a16:creationId xmlns:a16="http://schemas.microsoft.com/office/drawing/2014/main" id="{176FC23D-CC41-4D35-9A0F-C9E6F4D0812B}"/>
              </a:ext>
            </a:extLst>
          </p:cNvPr>
          <p:cNvSpPr/>
          <p:nvPr/>
        </p:nvSpPr>
        <p:spPr>
          <a:xfrm>
            <a:off x="250475" y="5531485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櫻井　直行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080-1113-5522</a:t>
            </a:r>
          </a:p>
        </p:txBody>
      </p:sp>
      <p:sp>
        <p:nvSpPr>
          <p:cNvPr id="4317" name="フリーフォーム: 図形 4316">
            <a:extLst>
              <a:ext uri="{FF2B5EF4-FFF2-40B4-BE49-F238E27FC236}">
                <a16:creationId xmlns:a16="http://schemas.microsoft.com/office/drawing/2014/main" id="{9854861E-D20C-41C3-BBA5-511B517D4F5B}"/>
              </a:ext>
            </a:extLst>
          </p:cNvPr>
          <p:cNvSpPr/>
          <p:nvPr/>
        </p:nvSpPr>
        <p:spPr>
          <a:xfrm>
            <a:off x="237158" y="6153411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霜田　</a:t>
            </a:r>
            <a:r>
              <a:rPr kumimoji="1" lang="ja-JP" altLang="en-US" sz="90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敏</a:t>
            </a: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昭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319" name="フリーフォーム: 図形 4318">
            <a:extLst>
              <a:ext uri="{FF2B5EF4-FFF2-40B4-BE49-F238E27FC236}">
                <a16:creationId xmlns:a16="http://schemas.microsoft.com/office/drawing/2014/main" id="{128FF94A-C377-4F98-B888-0AA9237B319F}"/>
              </a:ext>
            </a:extLst>
          </p:cNvPr>
          <p:cNvSpPr/>
          <p:nvPr/>
        </p:nvSpPr>
        <p:spPr>
          <a:xfrm>
            <a:off x="1201311" y="3640295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上中　俊一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090-1792-7769</a:t>
            </a:r>
          </a:p>
        </p:txBody>
      </p:sp>
      <p:sp>
        <p:nvSpPr>
          <p:cNvPr id="4320" name="フリーフォーム: 図形 4319">
            <a:extLst>
              <a:ext uri="{FF2B5EF4-FFF2-40B4-BE49-F238E27FC236}">
                <a16:creationId xmlns:a16="http://schemas.microsoft.com/office/drawing/2014/main" id="{F4A7D4E5-18FC-4BB2-936C-AE427E426902}"/>
              </a:ext>
            </a:extLst>
          </p:cNvPr>
          <p:cNvSpPr/>
          <p:nvPr/>
        </p:nvSpPr>
        <p:spPr>
          <a:xfrm>
            <a:off x="1212313" y="6165753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河合規行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321" name="フリーフォーム: 図形 4320">
            <a:extLst>
              <a:ext uri="{FF2B5EF4-FFF2-40B4-BE49-F238E27FC236}">
                <a16:creationId xmlns:a16="http://schemas.microsoft.com/office/drawing/2014/main" id="{0CD57AD4-9224-4447-86FB-17A8A30B17A1}"/>
              </a:ext>
            </a:extLst>
          </p:cNvPr>
          <p:cNvSpPr/>
          <p:nvPr/>
        </p:nvSpPr>
        <p:spPr>
          <a:xfrm>
            <a:off x="1212313" y="4901088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桐渕　智之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090-2726-2542</a:t>
            </a:r>
          </a:p>
        </p:txBody>
      </p:sp>
      <p:sp>
        <p:nvSpPr>
          <p:cNvPr id="4322" name="フリーフォーム: 図形 4321">
            <a:extLst>
              <a:ext uri="{FF2B5EF4-FFF2-40B4-BE49-F238E27FC236}">
                <a16:creationId xmlns:a16="http://schemas.microsoft.com/office/drawing/2014/main" id="{284D1504-8CCD-4D99-BB36-C43E20AC2B18}"/>
              </a:ext>
            </a:extLst>
          </p:cNvPr>
          <p:cNvSpPr/>
          <p:nvPr/>
        </p:nvSpPr>
        <p:spPr>
          <a:xfrm>
            <a:off x="1212313" y="5531485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熊谷　恒生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kern="1200" cap="none" normalizeH="0" baseline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090-4007-6420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323" name="フリーフォーム: 図形 4322">
            <a:extLst>
              <a:ext uri="{FF2B5EF4-FFF2-40B4-BE49-F238E27FC236}">
                <a16:creationId xmlns:a16="http://schemas.microsoft.com/office/drawing/2014/main" id="{919A522F-8A58-4048-B38E-7A9349312569}"/>
              </a:ext>
            </a:extLst>
          </p:cNvPr>
          <p:cNvSpPr/>
          <p:nvPr/>
        </p:nvSpPr>
        <p:spPr>
          <a:xfrm>
            <a:off x="1212313" y="4271602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lvl="0" indent="0" algn="ct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小澤　直人</a:t>
            </a:r>
          </a:p>
          <a:p>
            <a:pPr marL="0" lvl="0" indent="0" algn="ct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1" lang="en-US" altLang="ja-JP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090-4931-9577</a:t>
            </a:r>
          </a:p>
        </p:txBody>
      </p:sp>
      <p:sp>
        <p:nvSpPr>
          <p:cNvPr id="4325" name="フリーフォーム: 図形 4324">
            <a:extLst>
              <a:ext uri="{FF2B5EF4-FFF2-40B4-BE49-F238E27FC236}">
                <a16:creationId xmlns:a16="http://schemas.microsoft.com/office/drawing/2014/main" id="{8DC37584-F883-45E2-9485-873684ED6891}"/>
              </a:ext>
            </a:extLst>
          </p:cNvPr>
          <p:cNvSpPr/>
          <p:nvPr/>
        </p:nvSpPr>
        <p:spPr>
          <a:xfrm>
            <a:off x="2156741" y="3640295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横山　純也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090-5338-4359</a:t>
            </a: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　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326" name="フリーフォーム: 図形 4325">
            <a:extLst>
              <a:ext uri="{FF2B5EF4-FFF2-40B4-BE49-F238E27FC236}">
                <a16:creationId xmlns:a16="http://schemas.microsoft.com/office/drawing/2014/main" id="{8D431873-2E5C-4712-BB79-88FA49F9FE89}"/>
              </a:ext>
            </a:extLst>
          </p:cNvPr>
          <p:cNvSpPr/>
          <p:nvPr/>
        </p:nvSpPr>
        <p:spPr>
          <a:xfrm>
            <a:off x="2156741" y="4270692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市川　尚樹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kern="1200" cap="none" normalizeH="0" baseline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090-4605-0267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327" name="フリーフォーム: 図形 4326">
            <a:extLst>
              <a:ext uri="{FF2B5EF4-FFF2-40B4-BE49-F238E27FC236}">
                <a16:creationId xmlns:a16="http://schemas.microsoft.com/office/drawing/2014/main" id="{81825AC4-12FA-445F-A66A-03608F0717DD}"/>
              </a:ext>
            </a:extLst>
          </p:cNvPr>
          <p:cNvSpPr/>
          <p:nvPr/>
        </p:nvSpPr>
        <p:spPr>
          <a:xfrm>
            <a:off x="2156741" y="4901089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高橋　智治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kern="1200" cap="none" normalizeH="0" baseline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080-1137-6992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328" name="フリーフォーム: 図形 4327">
            <a:extLst>
              <a:ext uri="{FF2B5EF4-FFF2-40B4-BE49-F238E27FC236}">
                <a16:creationId xmlns:a16="http://schemas.microsoft.com/office/drawing/2014/main" id="{EFB12A67-0AEA-41E4-8865-78BAC80480BF}"/>
              </a:ext>
            </a:extLst>
          </p:cNvPr>
          <p:cNvSpPr/>
          <p:nvPr/>
        </p:nvSpPr>
        <p:spPr>
          <a:xfrm>
            <a:off x="1212313" y="2910405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solidFill>
                  <a:schemeClr val="bg1">
                    <a:lumMod val="75000"/>
                  </a:schemeClr>
                </a:solidFill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吉澤　光章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kern="1200" cap="none" normalizeH="0" baseline="0" dirty="0">
                <a:ln/>
                <a:solidFill>
                  <a:schemeClr val="bg1">
                    <a:lumMod val="75000"/>
                  </a:schemeClr>
                </a:solidFill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080-3568-7363</a:t>
            </a:r>
          </a:p>
        </p:txBody>
      </p:sp>
      <p:sp>
        <p:nvSpPr>
          <p:cNvPr id="4329" name="フリーフォーム: 図形 4328">
            <a:extLst>
              <a:ext uri="{FF2B5EF4-FFF2-40B4-BE49-F238E27FC236}">
                <a16:creationId xmlns:a16="http://schemas.microsoft.com/office/drawing/2014/main" id="{CEEACD99-4B29-4920-BACE-5FC6BD9AB433}"/>
              </a:ext>
            </a:extLst>
          </p:cNvPr>
          <p:cNvSpPr/>
          <p:nvPr/>
        </p:nvSpPr>
        <p:spPr>
          <a:xfrm>
            <a:off x="2156314" y="5516349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川崎　信一郎</a:t>
            </a:r>
            <a:endParaRPr kumimoji="1" lang="en-US" altLang="ja-JP" sz="900" b="0" i="0" u="none" strike="noStrike" kern="1200" cap="none" normalizeH="0" baseline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kern="1200" cap="none" normalizeH="0" baseline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0274-67-1250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331" name="フリーフォーム: 図形 4330">
            <a:extLst>
              <a:ext uri="{FF2B5EF4-FFF2-40B4-BE49-F238E27FC236}">
                <a16:creationId xmlns:a16="http://schemas.microsoft.com/office/drawing/2014/main" id="{33E9FD49-001C-4783-A686-FD91841ED1ED}"/>
              </a:ext>
            </a:extLst>
          </p:cNvPr>
          <p:cNvSpPr/>
          <p:nvPr/>
        </p:nvSpPr>
        <p:spPr>
          <a:xfrm>
            <a:off x="6857528" y="4925475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本田　聡美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090-6923-7250</a:t>
            </a:r>
          </a:p>
        </p:txBody>
      </p:sp>
      <p:sp>
        <p:nvSpPr>
          <p:cNvPr id="4332" name="フリーフォーム: 図形 4331">
            <a:extLst>
              <a:ext uri="{FF2B5EF4-FFF2-40B4-BE49-F238E27FC236}">
                <a16:creationId xmlns:a16="http://schemas.microsoft.com/office/drawing/2014/main" id="{C22E2819-1BE2-4CF1-BAF8-67A82E0BB700}"/>
              </a:ext>
            </a:extLst>
          </p:cNvPr>
          <p:cNvSpPr/>
          <p:nvPr/>
        </p:nvSpPr>
        <p:spPr>
          <a:xfrm>
            <a:off x="4050742" y="4278256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柴山ﾍﾞﾝﾁｬﾜﾝ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334" name="フリーフォーム: 図形 4333">
            <a:extLst>
              <a:ext uri="{FF2B5EF4-FFF2-40B4-BE49-F238E27FC236}">
                <a16:creationId xmlns:a16="http://schemas.microsoft.com/office/drawing/2014/main" id="{AE4F9A36-8411-417A-B8C0-46A03A8337F7}"/>
              </a:ext>
            </a:extLst>
          </p:cNvPr>
          <p:cNvSpPr/>
          <p:nvPr/>
        </p:nvSpPr>
        <p:spPr>
          <a:xfrm>
            <a:off x="6865364" y="4256117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 </a:t>
            </a: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市川宣夫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ja-JP" sz="900" dirty="0">
                <a:ln/>
                <a:latin typeface="Arial" panose="020B0604020202020204" pitchFamily="34" charset="0"/>
                <a:ea typeface="ＭＳ Ｐゴシック" panose="020B0600070205080204" pitchFamily="50" charset="-128"/>
              </a:rPr>
              <a:t>090-8819-0048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335" name="フリーフォーム: 図形 4334">
            <a:extLst>
              <a:ext uri="{FF2B5EF4-FFF2-40B4-BE49-F238E27FC236}">
                <a16:creationId xmlns:a16="http://schemas.microsoft.com/office/drawing/2014/main" id="{59F4D7E4-71E0-4CE4-A67E-264D694AB06E}"/>
              </a:ext>
            </a:extLst>
          </p:cNvPr>
          <p:cNvSpPr/>
          <p:nvPr/>
        </p:nvSpPr>
        <p:spPr>
          <a:xfrm>
            <a:off x="4050742" y="3640294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sz="900" dirty="0">
                <a:ln/>
                <a:latin typeface="Arial" panose="020B0604020202020204" pitchFamily="34" charset="0"/>
                <a:ea typeface="ＭＳ Ｐゴシック" panose="020B0600070205080204" pitchFamily="50" charset="-128"/>
              </a:rPr>
              <a:t>富田明</a:t>
            </a:r>
            <a:endParaRPr lang="en-US" altLang="ja-JP" sz="900" dirty="0">
              <a:ln/>
              <a:latin typeface="Arial" panose="020B0604020202020204" pitchFamily="34" charset="0"/>
              <a:ea typeface="ＭＳ Ｐゴシック" panose="020B0600070205080204" pitchFamily="50" charset="-128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090-2726-4028</a:t>
            </a:r>
          </a:p>
        </p:txBody>
      </p:sp>
      <p:sp>
        <p:nvSpPr>
          <p:cNvPr id="4337" name="フリーフォーム: 図形 4336">
            <a:extLst>
              <a:ext uri="{FF2B5EF4-FFF2-40B4-BE49-F238E27FC236}">
                <a16:creationId xmlns:a16="http://schemas.microsoft.com/office/drawing/2014/main" id="{3A95EFE8-DD3C-4524-9A66-0C80CCFD00C5}"/>
              </a:ext>
            </a:extLst>
          </p:cNvPr>
          <p:cNvSpPr/>
          <p:nvPr/>
        </p:nvSpPr>
        <p:spPr>
          <a:xfrm>
            <a:off x="6871044" y="2913051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茂木由美子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ja-JP" sz="900" dirty="0">
                <a:ln/>
                <a:latin typeface="Arial" panose="020B0604020202020204" pitchFamily="34" charset="0"/>
                <a:ea typeface="ＭＳ Ｐゴシック" panose="020B0600070205080204" pitchFamily="50" charset="-128"/>
              </a:rPr>
              <a:t>090-1467-2097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340" name="フリーフォーム: 図形 4339">
            <a:extLst>
              <a:ext uri="{FF2B5EF4-FFF2-40B4-BE49-F238E27FC236}">
                <a16:creationId xmlns:a16="http://schemas.microsoft.com/office/drawing/2014/main" id="{0ABDCBA8-AE18-4039-AE93-266A85EC2356}"/>
              </a:ext>
            </a:extLst>
          </p:cNvPr>
          <p:cNvSpPr/>
          <p:nvPr/>
        </p:nvSpPr>
        <p:spPr>
          <a:xfrm>
            <a:off x="3119309" y="3640295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生方　豊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090-2532-7623</a:t>
            </a:r>
          </a:p>
        </p:txBody>
      </p:sp>
      <p:sp>
        <p:nvSpPr>
          <p:cNvPr id="4341" name="フリーフォーム: 図形 4340">
            <a:extLst>
              <a:ext uri="{FF2B5EF4-FFF2-40B4-BE49-F238E27FC236}">
                <a16:creationId xmlns:a16="http://schemas.microsoft.com/office/drawing/2014/main" id="{5184178C-B5E5-46A8-8960-50D9AFDF13A1}"/>
              </a:ext>
            </a:extLst>
          </p:cNvPr>
          <p:cNvSpPr/>
          <p:nvPr/>
        </p:nvSpPr>
        <p:spPr>
          <a:xfrm>
            <a:off x="6853026" y="5535175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安達　好子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090-5415-3552</a:t>
            </a:r>
          </a:p>
        </p:txBody>
      </p:sp>
      <p:sp>
        <p:nvSpPr>
          <p:cNvPr id="4342" name="フリーフォーム: 図形 4341">
            <a:extLst>
              <a:ext uri="{FF2B5EF4-FFF2-40B4-BE49-F238E27FC236}">
                <a16:creationId xmlns:a16="http://schemas.microsoft.com/office/drawing/2014/main" id="{587EF71F-3729-4FE7-838E-B76A1CF71AEB}"/>
              </a:ext>
            </a:extLst>
          </p:cNvPr>
          <p:cNvSpPr/>
          <p:nvPr/>
        </p:nvSpPr>
        <p:spPr>
          <a:xfrm>
            <a:off x="6856968" y="3626942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磯貝　勇輔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080-5446-3486</a:t>
            </a:r>
          </a:p>
        </p:txBody>
      </p:sp>
      <p:sp>
        <p:nvSpPr>
          <p:cNvPr id="4345" name="フリーフォーム: 図形 4344">
            <a:extLst>
              <a:ext uri="{FF2B5EF4-FFF2-40B4-BE49-F238E27FC236}">
                <a16:creationId xmlns:a16="http://schemas.microsoft.com/office/drawing/2014/main" id="{A8F7A3FE-DA9E-4940-9AE3-E8DFA2683397}"/>
              </a:ext>
            </a:extLst>
          </p:cNvPr>
          <p:cNvSpPr/>
          <p:nvPr/>
        </p:nvSpPr>
        <p:spPr>
          <a:xfrm>
            <a:off x="4990433" y="4886256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高橋　有美子</a:t>
            </a:r>
            <a:endParaRPr kumimoji="1" lang="en-US" altLang="ja-JP" sz="900" b="0" i="0" u="none" strike="noStrike" kern="1200" cap="none" normalizeH="0" baseline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kern="1200" cap="none" normalizeH="0" baseline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090-5767-4803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348" name="フリーフォーム: 図形 4347">
            <a:extLst>
              <a:ext uri="{FF2B5EF4-FFF2-40B4-BE49-F238E27FC236}">
                <a16:creationId xmlns:a16="http://schemas.microsoft.com/office/drawing/2014/main" id="{589102B1-FDB5-4FED-BC03-FED3BF9F1CDB}"/>
              </a:ext>
            </a:extLst>
          </p:cNvPr>
          <p:cNvSpPr/>
          <p:nvPr/>
        </p:nvSpPr>
        <p:spPr>
          <a:xfrm>
            <a:off x="4971996" y="4278255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山井祐一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349" name="フリーフォーム: 図形 4348">
            <a:extLst>
              <a:ext uri="{FF2B5EF4-FFF2-40B4-BE49-F238E27FC236}">
                <a16:creationId xmlns:a16="http://schemas.microsoft.com/office/drawing/2014/main" id="{7970D090-F4E9-4748-BDE4-17827606B99F}"/>
              </a:ext>
            </a:extLst>
          </p:cNvPr>
          <p:cNvSpPr/>
          <p:nvPr/>
        </p:nvSpPr>
        <p:spPr>
          <a:xfrm>
            <a:off x="4973298" y="5517862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>
                <a:ln/>
                <a:solidFill>
                  <a:schemeClr val="bg1">
                    <a:lumMod val="75000"/>
                  </a:schemeClr>
                </a:solidFill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塚田浩美　</a:t>
            </a:r>
            <a:endParaRPr kumimoji="1" lang="en-US" altLang="ja-JP" sz="900" b="0" i="0" u="none" strike="noStrike" kern="1200" cap="none" normalizeH="0" baseline="0" dirty="0">
              <a:ln/>
              <a:solidFill>
                <a:schemeClr val="bg1">
                  <a:lumMod val="75000"/>
                </a:schemeClr>
              </a:solidFill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097" name="フリーフォーム: 図形 4096">
            <a:extLst>
              <a:ext uri="{FF2B5EF4-FFF2-40B4-BE49-F238E27FC236}">
                <a16:creationId xmlns:a16="http://schemas.microsoft.com/office/drawing/2014/main" id="{90A8E300-B44D-44A3-B9F2-25D96128DD28}"/>
              </a:ext>
            </a:extLst>
          </p:cNvPr>
          <p:cNvSpPr/>
          <p:nvPr/>
        </p:nvSpPr>
        <p:spPr>
          <a:xfrm>
            <a:off x="7799165" y="3624388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4445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北村　初美</a:t>
            </a:r>
          </a:p>
          <a:p>
            <a:pPr marL="0" marR="0" lvl="0" indent="0" algn="ctr" defTabSz="4445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090-9379-0506</a:t>
            </a:r>
          </a:p>
        </p:txBody>
      </p:sp>
      <p:sp>
        <p:nvSpPr>
          <p:cNvPr id="4099" name="フリーフォーム: 図形 4098">
            <a:extLst>
              <a:ext uri="{FF2B5EF4-FFF2-40B4-BE49-F238E27FC236}">
                <a16:creationId xmlns:a16="http://schemas.microsoft.com/office/drawing/2014/main" id="{D2A2DF58-FA85-45DA-9DD5-5B29087E94AA}"/>
              </a:ext>
            </a:extLst>
          </p:cNvPr>
          <p:cNvSpPr/>
          <p:nvPr/>
        </p:nvSpPr>
        <p:spPr>
          <a:xfrm>
            <a:off x="5923002" y="4270589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4445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堀込貴子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  <a:p>
            <a:pPr marL="0" marR="0" lvl="0" indent="0" algn="ctr" defTabSz="4445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</a:pPr>
            <a:r>
              <a:rPr lang="en-US" altLang="ja-JP" sz="900" dirty="0">
                <a:ln/>
                <a:latin typeface="Arial" panose="020B0604020202020204" pitchFamily="34" charset="0"/>
                <a:ea typeface="ＭＳ Ｐゴシック" panose="020B0600070205080204" pitchFamily="50" charset="-128"/>
              </a:rPr>
              <a:t>090-9000-7186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100" name="フリーフォーム: 図形 4099">
            <a:extLst>
              <a:ext uri="{FF2B5EF4-FFF2-40B4-BE49-F238E27FC236}">
                <a16:creationId xmlns:a16="http://schemas.microsoft.com/office/drawing/2014/main" id="{C30F842F-7DEA-47B4-A3C5-7911EF352411}"/>
              </a:ext>
            </a:extLst>
          </p:cNvPr>
          <p:cNvSpPr/>
          <p:nvPr/>
        </p:nvSpPr>
        <p:spPr>
          <a:xfrm>
            <a:off x="5914613" y="4882127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4445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浦野菜美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  <a:p>
            <a:pPr marL="0" marR="0" lvl="0" indent="0" algn="ctr" defTabSz="4445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</a:pPr>
            <a:r>
              <a:rPr lang="en-US" altLang="ja-JP" sz="900" dirty="0">
                <a:ln/>
                <a:latin typeface="Arial" panose="020B0604020202020204" pitchFamily="34" charset="0"/>
                <a:ea typeface="ＭＳ Ｐゴシック" panose="020B0600070205080204" pitchFamily="50" charset="-128"/>
              </a:rPr>
              <a:t>090-4818-1637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102" name="フリーフォーム: 図形 4101">
            <a:extLst>
              <a:ext uri="{FF2B5EF4-FFF2-40B4-BE49-F238E27FC236}">
                <a16:creationId xmlns:a16="http://schemas.microsoft.com/office/drawing/2014/main" id="{E751C628-DB2B-4876-8DD1-716A357D5C10}"/>
              </a:ext>
            </a:extLst>
          </p:cNvPr>
          <p:cNvSpPr/>
          <p:nvPr/>
        </p:nvSpPr>
        <p:spPr>
          <a:xfrm>
            <a:off x="1233587" y="2230110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松井　照佳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090-9014-6945</a:t>
            </a:r>
          </a:p>
        </p:txBody>
      </p:sp>
      <p:sp>
        <p:nvSpPr>
          <p:cNvPr id="4103" name="フリーフォーム: 図形 4102">
            <a:extLst>
              <a:ext uri="{FF2B5EF4-FFF2-40B4-BE49-F238E27FC236}">
                <a16:creationId xmlns:a16="http://schemas.microsoft.com/office/drawing/2014/main" id="{A50B5297-0BD4-44DC-BE33-8F09732AAA2B}"/>
              </a:ext>
            </a:extLst>
          </p:cNvPr>
          <p:cNvSpPr/>
          <p:nvPr/>
        </p:nvSpPr>
        <p:spPr>
          <a:xfrm>
            <a:off x="4971996" y="3643169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市川　公洋</a:t>
            </a:r>
            <a:endParaRPr lang="en-US" altLang="ja-JP" sz="900" dirty="0">
              <a:ln/>
              <a:latin typeface="Arial" panose="020B0604020202020204" pitchFamily="34" charset="0"/>
              <a:ea typeface="ＭＳ Ｐゴシック" panose="020B0600070205080204" pitchFamily="50" charset="-128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080-9875-6990</a:t>
            </a:r>
            <a:endParaRPr kumimoji="1" lang="ja-JP" altLang="en-US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104" name="フリーフォーム: 図形 4103">
            <a:extLst>
              <a:ext uri="{FF2B5EF4-FFF2-40B4-BE49-F238E27FC236}">
                <a16:creationId xmlns:a16="http://schemas.microsoft.com/office/drawing/2014/main" id="{00690593-FA5B-4670-8DC4-39A0E088C3DC}"/>
              </a:ext>
            </a:extLst>
          </p:cNvPr>
          <p:cNvSpPr/>
          <p:nvPr/>
        </p:nvSpPr>
        <p:spPr>
          <a:xfrm>
            <a:off x="3247280" y="2228238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新井仁美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105" name="フリーフォーム: 図形 4104">
            <a:extLst>
              <a:ext uri="{FF2B5EF4-FFF2-40B4-BE49-F238E27FC236}">
                <a16:creationId xmlns:a16="http://schemas.microsoft.com/office/drawing/2014/main" id="{CA780034-18D7-4080-981A-9CECEBC9E592}"/>
              </a:ext>
            </a:extLst>
          </p:cNvPr>
          <p:cNvSpPr/>
          <p:nvPr/>
        </p:nvSpPr>
        <p:spPr>
          <a:xfrm>
            <a:off x="2222818" y="2228239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土屋誠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106" name="フリーフォーム: 図形 4105">
            <a:extLst>
              <a:ext uri="{FF2B5EF4-FFF2-40B4-BE49-F238E27FC236}">
                <a16:creationId xmlns:a16="http://schemas.microsoft.com/office/drawing/2014/main" id="{7B7258F5-926E-499D-994B-DED64C2CA0E7}"/>
              </a:ext>
            </a:extLst>
          </p:cNvPr>
          <p:cNvSpPr/>
          <p:nvPr/>
        </p:nvSpPr>
        <p:spPr>
          <a:xfrm>
            <a:off x="4256789" y="2234242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佐藤勇希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107" name="フリーフォーム: 図形 4106">
            <a:extLst>
              <a:ext uri="{FF2B5EF4-FFF2-40B4-BE49-F238E27FC236}">
                <a16:creationId xmlns:a16="http://schemas.microsoft.com/office/drawing/2014/main" id="{6239F87C-CA4E-43FE-B0D1-C71F27660508}"/>
              </a:ext>
            </a:extLst>
          </p:cNvPr>
          <p:cNvSpPr/>
          <p:nvPr/>
        </p:nvSpPr>
        <p:spPr>
          <a:xfrm>
            <a:off x="5302594" y="2228237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松村昭尚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99" name="フリーフォーム: 図形 98">
            <a:extLst>
              <a:ext uri="{FF2B5EF4-FFF2-40B4-BE49-F238E27FC236}">
                <a16:creationId xmlns:a16="http://schemas.microsoft.com/office/drawing/2014/main" id="{3F313D6B-3AF4-40A0-BDE5-F96A98B97AE8}"/>
              </a:ext>
            </a:extLst>
          </p:cNvPr>
          <p:cNvSpPr/>
          <p:nvPr/>
        </p:nvSpPr>
        <p:spPr>
          <a:xfrm>
            <a:off x="4980859" y="6149468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丸山　恵</a:t>
            </a:r>
            <a:endParaRPr kumimoji="1" lang="en-US" altLang="ja-JP" sz="900" b="0" i="0" u="none" strike="noStrike" kern="1200" cap="none" normalizeH="0" baseline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kern="1200" cap="none" normalizeH="0" baseline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090-1218-5656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100" name="フリーフォーム: 図形 99">
            <a:extLst>
              <a:ext uri="{FF2B5EF4-FFF2-40B4-BE49-F238E27FC236}">
                <a16:creationId xmlns:a16="http://schemas.microsoft.com/office/drawing/2014/main" id="{6614C781-3B5F-40D9-ABE2-4E412049059F}"/>
              </a:ext>
            </a:extLst>
          </p:cNvPr>
          <p:cNvSpPr/>
          <p:nvPr/>
        </p:nvSpPr>
        <p:spPr>
          <a:xfrm>
            <a:off x="7967195" y="751591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小林　忍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090-1058-0231</a:t>
            </a:r>
          </a:p>
        </p:txBody>
      </p:sp>
      <p:sp>
        <p:nvSpPr>
          <p:cNvPr id="101" name="フリーフォーム: 図形 100">
            <a:extLst>
              <a:ext uri="{FF2B5EF4-FFF2-40B4-BE49-F238E27FC236}">
                <a16:creationId xmlns:a16="http://schemas.microsoft.com/office/drawing/2014/main" id="{D54ED38B-E368-4EF0-97F2-8A666E9381BC}"/>
              </a:ext>
            </a:extLst>
          </p:cNvPr>
          <p:cNvSpPr/>
          <p:nvPr/>
        </p:nvSpPr>
        <p:spPr>
          <a:xfrm>
            <a:off x="5923543" y="3621334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4445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中村　さゆり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  <a:p>
            <a:pPr marL="0" marR="0" lvl="0" indent="0" algn="ctr" defTabSz="4445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</a:pPr>
            <a:r>
              <a:rPr lang="en-US" altLang="ja-JP" sz="900" dirty="0">
                <a:ln/>
                <a:latin typeface="Arial" panose="020B0604020202020204" pitchFamily="34" charset="0"/>
                <a:ea typeface="ＭＳ Ｐゴシック" panose="020B0600070205080204" pitchFamily="50" charset="-128"/>
              </a:rPr>
              <a:t>090-7274-8982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cxnSp>
        <p:nvCxnSpPr>
          <p:cNvPr id="121" name="直線コネクタ 120">
            <a:extLst>
              <a:ext uri="{FF2B5EF4-FFF2-40B4-BE49-F238E27FC236}">
                <a16:creationId xmlns:a16="http://schemas.microsoft.com/office/drawing/2014/main" id="{EF5BD8FB-FBDC-4874-B528-8053E2891F53}"/>
              </a:ext>
            </a:extLst>
          </p:cNvPr>
          <p:cNvCxnSpPr>
            <a:cxnSpLocks/>
          </p:cNvCxnSpPr>
          <p:nvPr/>
        </p:nvCxnSpPr>
        <p:spPr bwMode="auto">
          <a:xfrm>
            <a:off x="3561419" y="3501008"/>
            <a:ext cx="1853471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3" name="直線コネクタ 132">
            <a:extLst>
              <a:ext uri="{FF2B5EF4-FFF2-40B4-BE49-F238E27FC236}">
                <a16:creationId xmlns:a16="http://schemas.microsoft.com/office/drawing/2014/main" id="{4EFAFC80-97DD-41CC-A4C5-28DD1A821131}"/>
              </a:ext>
            </a:extLst>
          </p:cNvPr>
          <p:cNvCxnSpPr>
            <a:cxnSpLocks/>
          </p:cNvCxnSpPr>
          <p:nvPr/>
        </p:nvCxnSpPr>
        <p:spPr bwMode="auto">
          <a:xfrm>
            <a:off x="6352782" y="3501008"/>
            <a:ext cx="1901985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6" name="直線コネクタ 135">
            <a:extLst>
              <a:ext uri="{FF2B5EF4-FFF2-40B4-BE49-F238E27FC236}">
                <a16:creationId xmlns:a16="http://schemas.microsoft.com/office/drawing/2014/main" id="{23A371FF-9498-49E6-B291-005AC8CF9243}"/>
              </a:ext>
            </a:extLst>
          </p:cNvPr>
          <p:cNvCxnSpPr>
            <a:cxnSpLocks/>
          </p:cNvCxnSpPr>
          <p:nvPr/>
        </p:nvCxnSpPr>
        <p:spPr bwMode="auto">
          <a:xfrm>
            <a:off x="694416" y="3501008"/>
            <a:ext cx="1897972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40" name="直線コネクタ 139">
            <a:extLst>
              <a:ext uri="{FF2B5EF4-FFF2-40B4-BE49-F238E27FC236}">
                <a16:creationId xmlns:a16="http://schemas.microsoft.com/office/drawing/2014/main" id="{F14FA92F-698A-4EC7-A8C9-43BF0F56484A}"/>
              </a:ext>
            </a:extLst>
          </p:cNvPr>
          <p:cNvCxnSpPr>
            <a:cxnSpLocks/>
          </p:cNvCxnSpPr>
          <p:nvPr/>
        </p:nvCxnSpPr>
        <p:spPr bwMode="auto">
          <a:xfrm>
            <a:off x="1695634" y="2780928"/>
            <a:ext cx="5604009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7" name="Rectangle 243">
            <a:extLst>
              <a:ext uri="{FF2B5EF4-FFF2-40B4-BE49-F238E27FC236}">
                <a16:creationId xmlns:a16="http://schemas.microsoft.com/office/drawing/2014/main" id="{77DA5017-BA16-45A1-9E3D-8E596FFC9F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9955" y="37962"/>
            <a:ext cx="2303463" cy="2889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r"/>
            <a:r>
              <a:rPr lang="en-US" altLang="ja-JP" sz="1000" dirty="0"/>
              <a:t>2022.08.03</a:t>
            </a:r>
          </a:p>
        </p:txBody>
      </p:sp>
      <p:sp>
        <p:nvSpPr>
          <p:cNvPr id="2" name="フリーフォーム: 図形 1">
            <a:extLst>
              <a:ext uri="{FF2B5EF4-FFF2-40B4-BE49-F238E27FC236}">
                <a16:creationId xmlns:a16="http://schemas.microsoft.com/office/drawing/2014/main" id="{439C3B9A-7992-2B64-0495-EBFA99D074D9}"/>
              </a:ext>
            </a:extLst>
          </p:cNvPr>
          <p:cNvSpPr/>
          <p:nvPr/>
        </p:nvSpPr>
        <p:spPr>
          <a:xfrm>
            <a:off x="3188116" y="5491580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石井　靖浩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kern="1200" cap="none" normalizeH="0" baseline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090-2751-0069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正方形/長方形 32"/>
          <p:cNvSpPr/>
          <p:nvPr/>
        </p:nvSpPr>
        <p:spPr bwMode="auto">
          <a:xfrm>
            <a:off x="1763688" y="-1"/>
            <a:ext cx="7200800" cy="6237311"/>
          </a:xfrm>
          <a:prstGeom prst="rect">
            <a:avLst/>
          </a:prstGeom>
          <a:solidFill>
            <a:schemeClr val="accent6">
              <a:lumMod val="40000"/>
              <a:lumOff val="60000"/>
              <a:alpha val="47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</a:endParaRPr>
          </a:p>
        </p:txBody>
      </p:sp>
      <p:sp>
        <p:nvSpPr>
          <p:cNvPr id="8" name="正方形/長方形 7"/>
          <p:cNvSpPr/>
          <p:nvPr/>
        </p:nvSpPr>
        <p:spPr bwMode="auto">
          <a:xfrm>
            <a:off x="1763688" y="6252777"/>
            <a:ext cx="7200800" cy="560599"/>
          </a:xfrm>
          <a:prstGeom prst="rect">
            <a:avLst/>
          </a:prstGeom>
          <a:solidFill>
            <a:srgbClr val="FF9999"/>
          </a:solidFill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</a:endParaRPr>
          </a:p>
        </p:txBody>
      </p:sp>
      <p:sp>
        <p:nvSpPr>
          <p:cNvPr id="34" name="正方形/長方形 33"/>
          <p:cNvSpPr/>
          <p:nvPr/>
        </p:nvSpPr>
        <p:spPr bwMode="auto">
          <a:xfrm>
            <a:off x="1763688" y="5157192"/>
            <a:ext cx="4176464" cy="1080120"/>
          </a:xfrm>
          <a:prstGeom prst="rect">
            <a:avLst/>
          </a:prstGeom>
          <a:solidFill>
            <a:srgbClr val="92D050">
              <a:alpha val="46000"/>
            </a:srgbClr>
          </a:solidFill>
          <a:ln w="25400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</a:endParaRPr>
          </a:p>
        </p:txBody>
      </p:sp>
      <p:graphicFrame>
        <p:nvGraphicFramePr>
          <p:cNvPr id="31" name="図表 30"/>
          <p:cNvGraphicFramePr/>
          <p:nvPr>
            <p:extLst>
              <p:ext uri="{D42A27DB-BD31-4B8C-83A1-F6EECF244321}">
                <p14:modId xmlns:p14="http://schemas.microsoft.com/office/powerpoint/2010/main" val="1859441198"/>
              </p:ext>
            </p:extLst>
          </p:nvPr>
        </p:nvGraphicFramePr>
        <p:xfrm>
          <a:off x="251520" y="0"/>
          <a:ext cx="8568952" cy="67979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角丸四角形 1"/>
          <p:cNvSpPr/>
          <p:nvPr/>
        </p:nvSpPr>
        <p:spPr bwMode="auto">
          <a:xfrm>
            <a:off x="251520" y="260648"/>
            <a:ext cx="1008112" cy="468052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charset="-128"/>
              </a:rPr>
              <a:t>課内所有設備</a:t>
            </a:r>
          </a:p>
        </p:txBody>
      </p:sp>
      <p:sp>
        <p:nvSpPr>
          <p:cNvPr id="6" name="角丸四角形 5"/>
          <p:cNvSpPr/>
          <p:nvPr/>
        </p:nvSpPr>
        <p:spPr bwMode="auto">
          <a:xfrm>
            <a:off x="251520" y="5157192"/>
            <a:ext cx="1008112" cy="468052"/>
          </a:xfrm>
          <a:prstGeom prst="roundRect">
            <a:avLst/>
          </a:prstGeom>
          <a:solidFill>
            <a:srgbClr val="92D050">
              <a:alpha val="46000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charset="-128"/>
              </a:rPr>
              <a:t>夜間連絡先</a:t>
            </a:r>
          </a:p>
        </p:txBody>
      </p:sp>
      <p:sp>
        <p:nvSpPr>
          <p:cNvPr id="7" name="角丸四角形 6"/>
          <p:cNvSpPr/>
          <p:nvPr/>
        </p:nvSpPr>
        <p:spPr bwMode="auto">
          <a:xfrm>
            <a:off x="251520" y="6237311"/>
            <a:ext cx="1008112" cy="468052"/>
          </a:xfrm>
          <a:prstGeom prst="roundRect">
            <a:avLst/>
          </a:prstGeom>
          <a:solidFill>
            <a:srgbClr val="FF99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charset="-128"/>
              </a:rPr>
              <a:t>緊急時連絡先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正方形/長方形 64">
            <a:extLst>
              <a:ext uri="{FF2B5EF4-FFF2-40B4-BE49-F238E27FC236}">
                <a16:creationId xmlns:a16="http://schemas.microsoft.com/office/drawing/2014/main" id="{8DD84C5A-C3D5-4C72-A211-9768A67D3EFF}"/>
              </a:ext>
            </a:extLst>
          </p:cNvPr>
          <p:cNvSpPr/>
          <p:nvPr/>
        </p:nvSpPr>
        <p:spPr bwMode="auto">
          <a:xfrm>
            <a:off x="5844210" y="2841870"/>
            <a:ext cx="2941982" cy="325628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</a:endParaRPr>
          </a:p>
        </p:txBody>
      </p:sp>
      <p:cxnSp>
        <p:nvCxnSpPr>
          <p:cNvPr id="119" name="直線コネクタ 118">
            <a:extLst>
              <a:ext uri="{FF2B5EF4-FFF2-40B4-BE49-F238E27FC236}">
                <a16:creationId xmlns:a16="http://schemas.microsoft.com/office/drawing/2014/main" id="{ECCFC437-669E-4301-BB53-19DD04BF7BE0}"/>
              </a:ext>
            </a:extLst>
          </p:cNvPr>
          <p:cNvCxnSpPr>
            <a:cxnSpLocks/>
          </p:cNvCxnSpPr>
          <p:nvPr/>
        </p:nvCxnSpPr>
        <p:spPr bwMode="auto">
          <a:xfrm>
            <a:off x="8201520" y="3512745"/>
            <a:ext cx="0" cy="463389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6" name="正方形/長方形 65">
            <a:extLst>
              <a:ext uri="{FF2B5EF4-FFF2-40B4-BE49-F238E27FC236}">
                <a16:creationId xmlns:a16="http://schemas.microsoft.com/office/drawing/2014/main" id="{628EA37A-B987-47C6-915F-57620660E66D}"/>
              </a:ext>
            </a:extLst>
          </p:cNvPr>
          <p:cNvSpPr/>
          <p:nvPr/>
        </p:nvSpPr>
        <p:spPr bwMode="auto">
          <a:xfrm>
            <a:off x="383475" y="1567206"/>
            <a:ext cx="5953951" cy="112271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</a:endParaRPr>
          </a:p>
        </p:txBody>
      </p:sp>
      <p:sp>
        <p:nvSpPr>
          <p:cNvPr id="64" name="正方形/長方形 63">
            <a:extLst>
              <a:ext uri="{FF2B5EF4-FFF2-40B4-BE49-F238E27FC236}">
                <a16:creationId xmlns:a16="http://schemas.microsoft.com/office/drawing/2014/main" id="{DCCC18CD-BC2C-4362-AB79-B8D3154CA785}"/>
              </a:ext>
            </a:extLst>
          </p:cNvPr>
          <p:cNvSpPr/>
          <p:nvPr/>
        </p:nvSpPr>
        <p:spPr bwMode="auto">
          <a:xfrm>
            <a:off x="2816185" y="2850916"/>
            <a:ext cx="2667826" cy="390723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1CEAAA6C-2D7E-43BF-AA9B-9B28D10BC111}"/>
              </a:ext>
            </a:extLst>
          </p:cNvPr>
          <p:cNvSpPr/>
          <p:nvPr/>
        </p:nvSpPr>
        <p:spPr bwMode="auto">
          <a:xfrm>
            <a:off x="75213" y="2841870"/>
            <a:ext cx="2695707" cy="391627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</a:endParaRPr>
          </a:p>
        </p:txBody>
      </p:sp>
      <p:cxnSp>
        <p:nvCxnSpPr>
          <p:cNvPr id="127" name="直線コネクタ 126">
            <a:extLst>
              <a:ext uri="{FF2B5EF4-FFF2-40B4-BE49-F238E27FC236}">
                <a16:creationId xmlns:a16="http://schemas.microsoft.com/office/drawing/2014/main" id="{36162463-08F9-4E91-9A33-5E390B71A791}"/>
              </a:ext>
            </a:extLst>
          </p:cNvPr>
          <p:cNvCxnSpPr>
            <a:cxnSpLocks/>
          </p:cNvCxnSpPr>
          <p:nvPr/>
        </p:nvCxnSpPr>
        <p:spPr bwMode="auto">
          <a:xfrm>
            <a:off x="1246030" y="2155917"/>
            <a:ext cx="4647776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7" name="直線コネクタ 106">
            <a:extLst>
              <a:ext uri="{FF2B5EF4-FFF2-40B4-BE49-F238E27FC236}">
                <a16:creationId xmlns:a16="http://schemas.microsoft.com/office/drawing/2014/main" id="{BC4CF020-DB5A-4F19-B51D-1FCD48331000}"/>
              </a:ext>
            </a:extLst>
          </p:cNvPr>
          <p:cNvCxnSpPr>
            <a:cxnSpLocks/>
          </p:cNvCxnSpPr>
          <p:nvPr/>
        </p:nvCxnSpPr>
        <p:spPr bwMode="auto">
          <a:xfrm>
            <a:off x="1379053" y="3121137"/>
            <a:ext cx="0" cy="2997052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8" name="直線コネクタ 107">
            <a:extLst>
              <a:ext uri="{FF2B5EF4-FFF2-40B4-BE49-F238E27FC236}">
                <a16:creationId xmlns:a16="http://schemas.microsoft.com/office/drawing/2014/main" id="{7BD7E5E6-C642-4A43-A551-37CE525193E1}"/>
              </a:ext>
            </a:extLst>
          </p:cNvPr>
          <p:cNvCxnSpPr>
            <a:cxnSpLocks/>
          </p:cNvCxnSpPr>
          <p:nvPr/>
        </p:nvCxnSpPr>
        <p:spPr bwMode="auto">
          <a:xfrm>
            <a:off x="5045860" y="3509072"/>
            <a:ext cx="0" cy="2650439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0" name="直線コネクタ 109">
            <a:extLst>
              <a:ext uri="{FF2B5EF4-FFF2-40B4-BE49-F238E27FC236}">
                <a16:creationId xmlns:a16="http://schemas.microsoft.com/office/drawing/2014/main" id="{A39C0463-9649-4F79-B0A1-4D57932B08BA}"/>
              </a:ext>
            </a:extLst>
          </p:cNvPr>
          <p:cNvCxnSpPr>
            <a:cxnSpLocks/>
          </p:cNvCxnSpPr>
          <p:nvPr/>
        </p:nvCxnSpPr>
        <p:spPr bwMode="auto">
          <a:xfrm>
            <a:off x="4094404" y="2770418"/>
            <a:ext cx="0" cy="1776415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2" name="直線コネクタ 111">
            <a:extLst>
              <a:ext uri="{FF2B5EF4-FFF2-40B4-BE49-F238E27FC236}">
                <a16:creationId xmlns:a16="http://schemas.microsoft.com/office/drawing/2014/main" id="{BF52793E-CCC8-49B9-8840-EEBDCC00B063}"/>
              </a:ext>
            </a:extLst>
          </p:cNvPr>
          <p:cNvCxnSpPr>
            <a:cxnSpLocks/>
          </p:cNvCxnSpPr>
          <p:nvPr/>
        </p:nvCxnSpPr>
        <p:spPr bwMode="auto">
          <a:xfrm>
            <a:off x="3168299" y="3511558"/>
            <a:ext cx="0" cy="41449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3" name="直線コネクタ 112">
            <a:extLst>
              <a:ext uri="{FF2B5EF4-FFF2-40B4-BE49-F238E27FC236}">
                <a16:creationId xmlns:a16="http://schemas.microsoft.com/office/drawing/2014/main" id="{F5B2ACD6-882D-4701-86E3-1D9F74835C62}"/>
              </a:ext>
            </a:extLst>
          </p:cNvPr>
          <p:cNvCxnSpPr>
            <a:cxnSpLocks/>
          </p:cNvCxnSpPr>
          <p:nvPr/>
        </p:nvCxnSpPr>
        <p:spPr bwMode="auto">
          <a:xfrm>
            <a:off x="2271879" y="3521954"/>
            <a:ext cx="0" cy="2237311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4" name="直線コネクタ 113">
            <a:extLst>
              <a:ext uri="{FF2B5EF4-FFF2-40B4-BE49-F238E27FC236}">
                <a16:creationId xmlns:a16="http://schemas.microsoft.com/office/drawing/2014/main" id="{6B955133-1A75-4E9C-A206-6EBD83A92754}"/>
              </a:ext>
            </a:extLst>
          </p:cNvPr>
          <p:cNvCxnSpPr>
            <a:cxnSpLocks/>
          </p:cNvCxnSpPr>
          <p:nvPr/>
        </p:nvCxnSpPr>
        <p:spPr bwMode="auto">
          <a:xfrm>
            <a:off x="7309305" y="2780928"/>
            <a:ext cx="0" cy="2944011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6" name="直線コネクタ 115">
            <a:extLst>
              <a:ext uri="{FF2B5EF4-FFF2-40B4-BE49-F238E27FC236}">
                <a16:creationId xmlns:a16="http://schemas.microsoft.com/office/drawing/2014/main" id="{03B57AA1-A2E6-4E01-A8C4-6D309E6AF202}"/>
              </a:ext>
            </a:extLst>
          </p:cNvPr>
          <p:cNvCxnSpPr>
            <a:cxnSpLocks/>
          </p:cNvCxnSpPr>
          <p:nvPr/>
        </p:nvCxnSpPr>
        <p:spPr bwMode="auto">
          <a:xfrm>
            <a:off x="6418858" y="3524206"/>
            <a:ext cx="0" cy="1165072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13FAB043-EBB5-45A1-971D-31E8C0B1E14E}"/>
              </a:ext>
            </a:extLst>
          </p:cNvPr>
          <p:cNvCxnSpPr>
            <a:cxnSpLocks/>
          </p:cNvCxnSpPr>
          <p:nvPr/>
        </p:nvCxnSpPr>
        <p:spPr bwMode="auto">
          <a:xfrm>
            <a:off x="1379053" y="1320995"/>
            <a:ext cx="0" cy="1674582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4" name="直線コネクタ 103">
            <a:extLst>
              <a:ext uri="{FF2B5EF4-FFF2-40B4-BE49-F238E27FC236}">
                <a16:creationId xmlns:a16="http://schemas.microsoft.com/office/drawing/2014/main" id="{844ABE1E-8648-480B-9B9F-15FAF2293F25}"/>
              </a:ext>
            </a:extLst>
          </p:cNvPr>
          <p:cNvCxnSpPr>
            <a:cxnSpLocks/>
          </p:cNvCxnSpPr>
          <p:nvPr/>
        </p:nvCxnSpPr>
        <p:spPr bwMode="auto">
          <a:xfrm>
            <a:off x="552011" y="3507615"/>
            <a:ext cx="0" cy="2652402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339" name="Rectangle 243"/>
          <p:cNvSpPr>
            <a:spLocks noChangeArrowheads="1"/>
          </p:cNvSpPr>
          <p:nvPr/>
        </p:nvSpPr>
        <p:spPr bwMode="auto">
          <a:xfrm>
            <a:off x="6759844" y="302796"/>
            <a:ext cx="2303463" cy="288925"/>
          </a:xfrm>
          <a:prstGeom prst="rect">
            <a:avLst/>
          </a:prstGeom>
          <a:solidFill>
            <a:srgbClr val="CCFFCC">
              <a:alpha val="20000"/>
            </a:srgbClr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ja-JP" sz="1000" dirty="0"/>
              <a:t>0274-62-7645</a:t>
            </a:r>
          </a:p>
        </p:txBody>
      </p:sp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2592388" cy="431800"/>
          </a:xfrm>
        </p:spPr>
        <p:txBody>
          <a:bodyPr/>
          <a:lstStyle/>
          <a:p>
            <a:r>
              <a:rPr lang="ja-JP" altLang="en-US" sz="1800" dirty="0"/>
              <a:t>連絡網（生産一課一係）</a:t>
            </a:r>
          </a:p>
        </p:txBody>
      </p:sp>
      <p:sp>
        <p:nvSpPr>
          <p:cNvPr id="4326" name="フリーフォーム: 図形 4325">
            <a:extLst>
              <a:ext uri="{FF2B5EF4-FFF2-40B4-BE49-F238E27FC236}">
                <a16:creationId xmlns:a16="http://schemas.microsoft.com/office/drawing/2014/main" id="{8D431873-2E5C-4712-BB79-88FA49F9FE89}"/>
              </a:ext>
            </a:extLst>
          </p:cNvPr>
          <p:cNvSpPr/>
          <p:nvPr/>
        </p:nvSpPr>
        <p:spPr>
          <a:xfrm>
            <a:off x="125641" y="4299946"/>
            <a:ext cx="792000" cy="468000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市川尚樹</a:t>
            </a:r>
          </a:p>
        </p:txBody>
      </p:sp>
      <p:sp>
        <p:nvSpPr>
          <p:cNvPr id="4327" name="フリーフォーム: 図形 4326">
            <a:extLst>
              <a:ext uri="{FF2B5EF4-FFF2-40B4-BE49-F238E27FC236}">
                <a16:creationId xmlns:a16="http://schemas.microsoft.com/office/drawing/2014/main" id="{81825AC4-12FA-445F-A66A-03608F0717DD}"/>
              </a:ext>
            </a:extLst>
          </p:cNvPr>
          <p:cNvSpPr/>
          <p:nvPr/>
        </p:nvSpPr>
        <p:spPr>
          <a:xfrm>
            <a:off x="125641" y="4901786"/>
            <a:ext cx="792000" cy="468000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高橋智治</a:t>
            </a:r>
          </a:p>
        </p:txBody>
      </p:sp>
      <p:sp>
        <p:nvSpPr>
          <p:cNvPr id="4329" name="フリーフォーム: 図形 4328">
            <a:extLst>
              <a:ext uri="{FF2B5EF4-FFF2-40B4-BE49-F238E27FC236}">
                <a16:creationId xmlns:a16="http://schemas.microsoft.com/office/drawing/2014/main" id="{CEEACD99-4B29-4920-BACE-5FC6BD9AB433}"/>
              </a:ext>
            </a:extLst>
          </p:cNvPr>
          <p:cNvSpPr/>
          <p:nvPr/>
        </p:nvSpPr>
        <p:spPr>
          <a:xfrm>
            <a:off x="125641" y="5521496"/>
            <a:ext cx="792000" cy="468000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川崎信一郎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331" name="フリーフォーム: 図形 4330">
            <a:extLst>
              <a:ext uri="{FF2B5EF4-FFF2-40B4-BE49-F238E27FC236}">
                <a16:creationId xmlns:a16="http://schemas.microsoft.com/office/drawing/2014/main" id="{33E9FD49-001C-4783-A686-FD91841ED1ED}"/>
              </a:ext>
            </a:extLst>
          </p:cNvPr>
          <p:cNvSpPr/>
          <p:nvPr/>
        </p:nvSpPr>
        <p:spPr>
          <a:xfrm>
            <a:off x="6931580" y="5525367"/>
            <a:ext cx="792000" cy="468000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本田聡美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332" name="フリーフォーム: 図形 4331">
            <a:extLst>
              <a:ext uri="{FF2B5EF4-FFF2-40B4-BE49-F238E27FC236}">
                <a16:creationId xmlns:a16="http://schemas.microsoft.com/office/drawing/2014/main" id="{C22E2819-1BE2-4CF1-BAF8-67A82E0BB700}"/>
              </a:ext>
            </a:extLst>
          </p:cNvPr>
          <p:cNvSpPr/>
          <p:nvPr/>
        </p:nvSpPr>
        <p:spPr>
          <a:xfrm>
            <a:off x="3727228" y="4299946"/>
            <a:ext cx="792000" cy="468000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柴山ﾍﾞﾝﾁｬﾜﾝ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334" name="フリーフォーム: 図形 4333">
            <a:extLst>
              <a:ext uri="{FF2B5EF4-FFF2-40B4-BE49-F238E27FC236}">
                <a16:creationId xmlns:a16="http://schemas.microsoft.com/office/drawing/2014/main" id="{AE4F9A36-8411-417A-B8C0-46A03A8337F7}"/>
              </a:ext>
            </a:extLst>
          </p:cNvPr>
          <p:cNvSpPr/>
          <p:nvPr/>
        </p:nvSpPr>
        <p:spPr>
          <a:xfrm>
            <a:off x="6925879" y="4281102"/>
            <a:ext cx="792000" cy="468000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kern="1200" cap="none" normalizeH="0" baseline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 </a:t>
            </a:r>
            <a:r>
              <a:rPr kumimoji="1" lang="ja-JP" altLang="en-US" sz="900" b="0" i="0" u="none" strike="noStrike" kern="1200" cap="none" normalizeH="0" baseline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市川宣夫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335" name="フリーフォーム: 図形 4334">
            <a:extLst>
              <a:ext uri="{FF2B5EF4-FFF2-40B4-BE49-F238E27FC236}">
                <a16:creationId xmlns:a16="http://schemas.microsoft.com/office/drawing/2014/main" id="{59F4D7E4-71E0-4CE4-A67E-264D694AB06E}"/>
              </a:ext>
            </a:extLst>
          </p:cNvPr>
          <p:cNvSpPr>
            <a:spLocks/>
          </p:cNvSpPr>
          <p:nvPr/>
        </p:nvSpPr>
        <p:spPr>
          <a:xfrm>
            <a:off x="3727228" y="3678999"/>
            <a:ext cx="792000" cy="468000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solidFill>
                  <a:schemeClr val="bg1">
                    <a:lumMod val="75000"/>
                  </a:schemeClr>
                </a:solidFill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宮澤富夫</a:t>
            </a:r>
            <a:endParaRPr kumimoji="1" lang="en-US" altLang="ja-JP" sz="900" b="0" i="0" u="none" strike="noStrike" kern="1200" cap="none" normalizeH="0" baseline="0" dirty="0">
              <a:ln/>
              <a:solidFill>
                <a:schemeClr val="bg1">
                  <a:lumMod val="75000"/>
                </a:schemeClr>
              </a:solidFill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340" name="フリーフォーム: 図形 4339">
            <a:extLst>
              <a:ext uri="{FF2B5EF4-FFF2-40B4-BE49-F238E27FC236}">
                <a16:creationId xmlns:a16="http://schemas.microsoft.com/office/drawing/2014/main" id="{0ABDCBA8-AE18-4039-AE93-266A85EC2356}"/>
              </a:ext>
            </a:extLst>
          </p:cNvPr>
          <p:cNvSpPr>
            <a:spLocks/>
          </p:cNvSpPr>
          <p:nvPr/>
        </p:nvSpPr>
        <p:spPr>
          <a:xfrm>
            <a:off x="2843411" y="3678999"/>
            <a:ext cx="792000" cy="468000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生方豊</a:t>
            </a:r>
          </a:p>
        </p:txBody>
      </p:sp>
      <p:sp>
        <p:nvSpPr>
          <p:cNvPr id="4341" name="フリーフォーム: 図形 4340">
            <a:extLst>
              <a:ext uri="{FF2B5EF4-FFF2-40B4-BE49-F238E27FC236}">
                <a16:creationId xmlns:a16="http://schemas.microsoft.com/office/drawing/2014/main" id="{5184178C-B5E5-46A8-8960-50D9AFDF13A1}"/>
              </a:ext>
            </a:extLst>
          </p:cNvPr>
          <p:cNvSpPr/>
          <p:nvPr/>
        </p:nvSpPr>
        <p:spPr>
          <a:xfrm>
            <a:off x="6925865" y="4898361"/>
            <a:ext cx="792000" cy="468000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安達好子</a:t>
            </a:r>
          </a:p>
        </p:txBody>
      </p:sp>
      <p:sp>
        <p:nvSpPr>
          <p:cNvPr id="4342" name="フリーフォーム: 図形 4341">
            <a:extLst>
              <a:ext uri="{FF2B5EF4-FFF2-40B4-BE49-F238E27FC236}">
                <a16:creationId xmlns:a16="http://schemas.microsoft.com/office/drawing/2014/main" id="{587EF71F-3729-4FE7-838E-B76A1CF71AEB}"/>
              </a:ext>
            </a:extLst>
          </p:cNvPr>
          <p:cNvSpPr/>
          <p:nvPr/>
        </p:nvSpPr>
        <p:spPr>
          <a:xfrm>
            <a:off x="6922954" y="3677094"/>
            <a:ext cx="792000" cy="468000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磯貝勇輔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343" name="フリーフォーム: 図形 4342">
            <a:extLst>
              <a:ext uri="{FF2B5EF4-FFF2-40B4-BE49-F238E27FC236}">
                <a16:creationId xmlns:a16="http://schemas.microsoft.com/office/drawing/2014/main" id="{539A085E-243C-461B-A4DE-66EC5A312C7D}"/>
              </a:ext>
            </a:extLst>
          </p:cNvPr>
          <p:cNvSpPr/>
          <p:nvPr/>
        </p:nvSpPr>
        <p:spPr>
          <a:xfrm>
            <a:off x="3058904" y="5522571"/>
            <a:ext cx="792000" cy="468000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石井靖浩</a:t>
            </a:r>
          </a:p>
        </p:txBody>
      </p:sp>
      <p:sp>
        <p:nvSpPr>
          <p:cNvPr id="4345" name="フリーフォーム: 図形 4344">
            <a:extLst>
              <a:ext uri="{FF2B5EF4-FFF2-40B4-BE49-F238E27FC236}">
                <a16:creationId xmlns:a16="http://schemas.microsoft.com/office/drawing/2014/main" id="{A8F7A3FE-DA9E-4940-9AE3-E8DFA2683397}"/>
              </a:ext>
            </a:extLst>
          </p:cNvPr>
          <p:cNvSpPr/>
          <p:nvPr/>
        </p:nvSpPr>
        <p:spPr>
          <a:xfrm>
            <a:off x="4630017" y="4906529"/>
            <a:ext cx="792000" cy="468000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高橋有美子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348" name="フリーフォーム: 図形 4347">
            <a:extLst>
              <a:ext uri="{FF2B5EF4-FFF2-40B4-BE49-F238E27FC236}">
                <a16:creationId xmlns:a16="http://schemas.microsoft.com/office/drawing/2014/main" id="{589102B1-FDB5-4FED-BC03-FED3BF9F1CDB}"/>
              </a:ext>
            </a:extLst>
          </p:cNvPr>
          <p:cNvSpPr>
            <a:spLocks/>
          </p:cNvSpPr>
          <p:nvPr/>
        </p:nvSpPr>
        <p:spPr>
          <a:xfrm>
            <a:off x="4630017" y="4285582"/>
            <a:ext cx="792000" cy="468000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山井祐一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349" name="フリーフォーム: 図形 4348">
            <a:extLst>
              <a:ext uri="{FF2B5EF4-FFF2-40B4-BE49-F238E27FC236}">
                <a16:creationId xmlns:a16="http://schemas.microsoft.com/office/drawing/2014/main" id="{7970D090-F4E9-4748-BDE4-17827606B99F}"/>
              </a:ext>
            </a:extLst>
          </p:cNvPr>
          <p:cNvSpPr/>
          <p:nvPr/>
        </p:nvSpPr>
        <p:spPr>
          <a:xfrm>
            <a:off x="4630017" y="5521496"/>
            <a:ext cx="792000" cy="468000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>
                <a:ln/>
                <a:solidFill>
                  <a:schemeClr val="bg1">
                    <a:lumMod val="75000"/>
                  </a:schemeClr>
                </a:solidFill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塚田浩美　</a:t>
            </a:r>
            <a:endParaRPr kumimoji="1" lang="en-US" altLang="ja-JP" sz="900" b="0" i="0" u="none" strike="noStrike" kern="1200" cap="none" normalizeH="0" baseline="0" dirty="0">
              <a:ln/>
              <a:solidFill>
                <a:schemeClr val="bg1">
                  <a:lumMod val="75000"/>
                </a:schemeClr>
              </a:solidFill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097" name="フリーフォーム: 図形 4096">
            <a:extLst>
              <a:ext uri="{FF2B5EF4-FFF2-40B4-BE49-F238E27FC236}">
                <a16:creationId xmlns:a16="http://schemas.microsoft.com/office/drawing/2014/main" id="{90A8E300-B44D-44A3-B9F2-25D96128DD28}"/>
              </a:ext>
            </a:extLst>
          </p:cNvPr>
          <p:cNvSpPr>
            <a:spLocks/>
          </p:cNvSpPr>
          <p:nvPr/>
        </p:nvSpPr>
        <p:spPr>
          <a:xfrm>
            <a:off x="7818772" y="3678999"/>
            <a:ext cx="792000" cy="468000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4445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北村初美</a:t>
            </a:r>
          </a:p>
        </p:txBody>
      </p:sp>
      <p:sp>
        <p:nvSpPr>
          <p:cNvPr id="4099" name="フリーフォーム: 図形 4098">
            <a:extLst>
              <a:ext uri="{FF2B5EF4-FFF2-40B4-BE49-F238E27FC236}">
                <a16:creationId xmlns:a16="http://schemas.microsoft.com/office/drawing/2014/main" id="{D2A2DF58-FA85-45DA-9DD5-5B29087E94AA}"/>
              </a:ext>
            </a:extLst>
          </p:cNvPr>
          <p:cNvSpPr/>
          <p:nvPr/>
        </p:nvSpPr>
        <p:spPr>
          <a:xfrm>
            <a:off x="6020604" y="4278934"/>
            <a:ext cx="792000" cy="468000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4445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堀込貴子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100" name="フリーフォーム: 図形 4099">
            <a:extLst>
              <a:ext uri="{FF2B5EF4-FFF2-40B4-BE49-F238E27FC236}">
                <a16:creationId xmlns:a16="http://schemas.microsoft.com/office/drawing/2014/main" id="{C30F842F-7DEA-47B4-A3C5-7911EF352411}"/>
              </a:ext>
            </a:extLst>
          </p:cNvPr>
          <p:cNvSpPr/>
          <p:nvPr/>
        </p:nvSpPr>
        <p:spPr>
          <a:xfrm>
            <a:off x="6020604" y="4898644"/>
            <a:ext cx="792000" cy="468000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4445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浦野菜美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106" name="フリーフォーム: 図形 4105">
            <a:extLst>
              <a:ext uri="{FF2B5EF4-FFF2-40B4-BE49-F238E27FC236}">
                <a16:creationId xmlns:a16="http://schemas.microsoft.com/office/drawing/2014/main" id="{7B7258F5-926E-499D-994B-DED64C2CA0E7}"/>
              </a:ext>
            </a:extLst>
          </p:cNvPr>
          <p:cNvSpPr/>
          <p:nvPr/>
        </p:nvSpPr>
        <p:spPr>
          <a:xfrm>
            <a:off x="3999592" y="1912178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佐藤勇希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107" name="フリーフォーム: 図形 4106">
            <a:extLst>
              <a:ext uri="{FF2B5EF4-FFF2-40B4-BE49-F238E27FC236}">
                <a16:creationId xmlns:a16="http://schemas.microsoft.com/office/drawing/2014/main" id="{6239F87C-CA4E-43FE-B0D1-C71F27660508}"/>
              </a:ext>
            </a:extLst>
          </p:cNvPr>
          <p:cNvSpPr/>
          <p:nvPr/>
        </p:nvSpPr>
        <p:spPr>
          <a:xfrm>
            <a:off x="5008882" y="1912178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松村昭尚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99" name="フリーフォーム: 図形 98">
            <a:extLst>
              <a:ext uri="{FF2B5EF4-FFF2-40B4-BE49-F238E27FC236}">
                <a16:creationId xmlns:a16="http://schemas.microsoft.com/office/drawing/2014/main" id="{3F313D6B-3AF4-40A0-BDE5-F96A98B97AE8}"/>
              </a:ext>
            </a:extLst>
          </p:cNvPr>
          <p:cNvSpPr/>
          <p:nvPr/>
        </p:nvSpPr>
        <p:spPr>
          <a:xfrm>
            <a:off x="4630017" y="6132271"/>
            <a:ext cx="792000" cy="468000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丸山恵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100" name="フリーフォーム: 図形 99">
            <a:extLst>
              <a:ext uri="{FF2B5EF4-FFF2-40B4-BE49-F238E27FC236}">
                <a16:creationId xmlns:a16="http://schemas.microsoft.com/office/drawing/2014/main" id="{6614C781-3B5F-40D9-ABE2-4E412049059F}"/>
              </a:ext>
            </a:extLst>
          </p:cNvPr>
          <p:cNvSpPr/>
          <p:nvPr/>
        </p:nvSpPr>
        <p:spPr>
          <a:xfrm>
            <a:off x="8260456" y="664764"/>
            <a:ext cx="792000" cy="468000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小林忍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101" name="フリーフォーム: 図形 100">
            <a:extLst>
              <a:ext uri="{FF2B5EF4-FFF2-40B4-BE49-F238E27FC236}">
                <a16:creationId xmlns:a16="http://schemas.microsoft.com/office/drawing/2014/main" id="{D54ED38B-E368-4EF0-97F2-8A666E9381BC}"/>
              </a:ext>
            </a:extLst>
          </p:cNvPr>
          <p:cNvSpPr/>
          <p:nvPr/>
        </p:nvSpPr>
        <p:spPr>
          <a:xfrm>
            <a:off x="6020604" y="3677094"/>
            <a:ext cx="792000" cy="468000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4445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中村さゆり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cxnSp>
        <p:nvCxnSpPr>
          <p:cNvPr id="121" name="直線コネクタ 120">
            <a:extLst>
              <a:ext uri="{FF2B5EF4-FFF2-40B4-BE49-F238E27FC236}">
                <a16:creationId xmlns:a16="http://schemas.microsoft.com/office/drawing/2014/main" id="{EF5BD8FB-FBDC-4874-B528-8053E2891F53}"/>
              </a:ext>
            </a:extLst>
          </p:cNvPr>
          <p:cNvCxnSpPr>
            <a:cxnSpLocks/>
          </p:cNvCxnSpPr>
          <p:nvPr/>
        </p:nvCxnSpPr>
        <p:spPr bwMode="auto">
          <a:xfrm>
            <a:off x="3168299" y="3498562"/>
            <a:ext cx="1877561" cy="1322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3" name="直線コネクタ 132">
            <a:extLst>
              <a:ext uri="{FF2B5EF4-FFF2-40B4-BE49-F238E27FC236}">
                <a16:creationId xmlns:a16="http://schemas.microsoft.com/office/drawing/2014/main" id="{4EFAFC80-97DD-41CC-A4C5-28DD1A821131}"/>
              </a:ext>
            </a:extLst>
          </p:cNvPr>
          <p:cNvCxnSpPr>
            <a:cxnSpLocks/>
          </p:cNvCxnSpPr>
          <p:nvPr/>
        </p:nvCxnSpPr>
        <p:spPr bwMode="auto">
          <a:xfrm>
            <a:off x="6414052" y="3509072"/>
            <a:ext cx="1353821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6" name="直線コネクタ 135">
            <a:extLst>
              <a:ext uri="{FF2B5EF4-FFF2-40B4-BE49-F238E27FC236}">
                <a16:creationId xmlns:a16="http://schemas.microsoft.com/office/drawing/2014/main" id="{23A371FF-9498-49E6-B291-005AC8CF9243}"/>
              </a:ext>
            </a:extLst>
          </p:cNvPr>
          <p:cNvCxnSpPr>
            <a:cxnSpLocks/>
          </p:cNvCxnSpPr>
          <p:nvPr/>
        </p:nvCxnSpPr>
        <p:spPr bwMode="auto">
          <a:xfrm>
            <a:off x="537417" y="3521954"/>
            <a:ext cx="1743515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40" name="直線コネクタ 139">
            <a:extLst>
              <a:ext uri="{FF2B5EF4-FFF2-40B4-BE49-F238E27FC236}">
                <a16:creationId xmlns:a16="http://schemas.microsoft.com/office/drawing/2014/main" id="{F14FA92F-698A-4EC7-A8C9-43BF0F56484A}"/>
              </a:ext>
            </a:extLst>
          </p:cNvPr>
          <p:cNvCxnSpPr>
            <a:cxnSpLocks/>
          </p:cNvCxnSpPr>
          <p:nvPr/>
        </p:nvCxnSpPr>
        <p:spPr bwMode="auto">
          <a:xfrm>
            <a:off x="1388106" y="2770418"/>
            <a:ext cx="5936147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DDBED17D-48D5-44AE-B364-F23AF8DBCEFF}"/>
              </a:ext>
            </a:extLst>
          </p:cNvPr>
          <p:cNvSpPr/>
          <p:nvPr/>
        </p:nvSpPr>
        <p:spPr bwMode="auto">
          <a:xfrm>
            <a:off x="728869" y="1603513"/>
            <a:ext cx="516835" cy="344557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(</a:t>
            </a:r>
            <a:r>
              <a:rPr kumimoji="1" lang="ja-JP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先頭</a:t>
            </a:r>
            <a:r>
              <a:rPr kumimoji="1" lang="en-US" altLang="ja-JP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)</a:t>
            </a:r>
            <a:endParaRPr kumimoji="1" lang="ja-JP" altLang="en-US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  <a:ea typeface="+mn-ea"/>
            </a:endParaRPr>
          </a:p>
        </p:txBody>
      </p:sp>
      <p:sp>
        <p:nvSpPr>
          <p:cNvPr id="68" name="正方形/長方形 67">
            <a:extLst>
              <a:ext uri="{FF2B5EF4-FFF2-40B4-BE49-F238E27FC236}">
                <a16:creationId xmlns:a16="http://schemas.microsoft.com/office/drawing/2014/main" id="{D2CDDDF5-F329-45A1-960E-4ECB5D01E6AC}"/>
              </a:ext>
            </a:extLst>
          </p:cNvPr>
          <p:cNvSpPr/>
          <p:nvPr/>
        </p:nvSpPr>
        <p:spPr bwMode="auto">
          <a:xfrm>
            <a:off x="331400" y="2898750"/>
            <a:ext cx="516835" cy="344557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(</a:t>
            </a:r>
            <a:r>
              <a:rPr kumimoji="1" lang="ja-JP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先頭</a:t>
            </a:r>
            <a:r>
              <a:rPr kumimoji="1" lang="en-US" altLang="ja-JP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)</a:t>
            </a:r>
            <a:endParaRPr kumimoji="1" lang="ja-JP" altLang="en-US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  <a:ea typeface="+mn-ea"/>
            </a:endParaRPr>
          </a:p>
        </p:txBody>
      </p:sp>
      <p:sp>
        <p:nvSpPr>
          <p:cNvPr id="69" name="正方形/長方形 68">
            <a:extLst>
              <a:ext uri="{FF2B5EF4-FFF2-40B4-BE49-F238E27FC236}">
                <a16:creationId xmlns:a16="http://schemas.microsoft.com/office/drawing/2014/main" id="{5D667F3D-3B85-4B42-B4B1-8382D687BA77}"/>
              </a:ext>
            </a:extLst>
          </p:cNvPr>
          <p:cNvSpPr/>
          <p:nvPr/>
        </p:nvSpPr>
        <p:spPr bwMode="auto">
          <a:xfrm>
            <a:off x="3072483" y="2898750"/>
            <a:ext cx="516835" cy="344557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(</a:t>
            </a:r>
            <a:r>
              <a:rPr kumimoji="1" lang="ja-JP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先頭</a:t>
            </a:r>
            <a:r>
              <a:rPr kumimoji="1" lang="en-US" altLang="ja-JP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)</a:t>
            </a:r>
            <a:endParaRPr kumimoji="1" lang="ja-JP" altLang="en-US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  <a:ea typeface="+mn-ea"/>
            </a:endParaRPr>
          </a:p>
        </p:txBody>
      </p:sp>
      <p:sp>
        <p:nvSpPr>
          <p:cNvPr id="70" name="正方形/長方形 69">
            <a:extLst>
              <a:ext uri="{FF2B5EF4-FFF2-40B4-BE49-F238E27FC236}">
                <a16:creationId xmlns:a16="http://schemas.microsoft.com/office/drawing/2014/main" id="{29BB3D70-901B-4A8D-8394-F316FC4EE4D0}"/>
              </a:ext>
            </a:extLst>
          </p:cNvPr>
          <p:cNvSpPr/>
          <p:nvPr/>
        </p:nvSpPr>
        <p:spPr bwMode="auto">
          <a:xfrm>
            <a:off x="6278570" y="2898750"/>
            <a:ext cx="516835" cy="344557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(</a:t>
            </a:r>
            <a:r>
              <a:rPr kumimoji="1" lang="ja-JP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先頭</a:t>
            </a:r>
            <a:r>
              <a:rPr kumimoji="1" lang="en-US" altLang="ja-JP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)</a:t>
            </a:r>
            <a:endParaRPr kumimoji="1" lang="ja-JP" altLang="en-US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  <a:ea typeface="+mn-ea"/>
            </a:endParaRPr>
          </a:p>
        </p:txBody>
      </p:sp>
      <p:sp>
        <p:nvSpPr>
          <p:cNvPr id="71" name="正方形/長方形 70">
            <a:extLst>
              <a:ext uri="{FF2B5EF4-FFF2-40B4-BE49-F238E27FC236}">
                <a16:creationId xmlns:a16="http://schemas.microsoft.com/office/drawing/2014/main" id="{ED76A695-940B-4CD2-B182-4ED5508201EC}"/>
              </a:ext>
            </a:extLst>
          </p:cNvPr>
          <p:cNvSpPr/>
          <p:nvPr/>
        </p:nvSpPr>
        <p:spPr bwMode="auto">
          <a:xfrm>
            <a:off x="3402660" y="649355"/>
            <a:ext cx="4757530" cy="84813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・連絡を受けたら、速やかに次の方へ連絡して下さい。</a:t>
            </a:r>
            <a:endParaRPr kumimoji="1" lang="en-US" altLang="ja-JP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sz="900" dirty="0">
                <a:latin typeface="Meiryo UI" panose="020B0604030504040204" pitchFamily="50" charset="-128"/>
                <a:ea typeface="Meiryo UI" panose="020B0604030504040204" pitchFamily="50" charset="-128"/>
              </a:rPr>
              <a:t>・連絡が最後まで回ったことを確認する為、各フロー最後の方は、先頭の方に連絡して下さい。</a:t>
            </a:r>
            <a:endParaRPr lang="en-US" altLang="ja-JP" sz="9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・次の方へ連絡したが、繋がらなかった場合は、その次の方に連絡して下さい。</a:t>
            </a:r>
            <a:endParaRPr kumimoji="1" lang="en-US" altLang="ja-JP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sz="900" dirty="0">
                <a:latin typeface="Meiryo UI" panose="020B0604030504040204" pitchFamily="50" charset="-128"/>
                <a:ea typeface="Meiryo UI" panose="020B0604030504040204" pitchFamily="50" charset="-128"/>
              </a:rPr>
              <a:t>  更に、</a:t>
            </a:r>
            <a:r>
              <a:rPr kumimoji="1" lang="ja-JP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次の方へ連絡が取れなかったことを</a:t>
            </a:r>
            <a:r>
              <a:rPr lang="ja-JP" altLang="en-US" sz="900" dirty="0">
                <a:latin typeface="Meiryo UI" panose="020B0604030504040204" pitchFamily="50" charset="-128"/>
                <a:ea typeface="Meiryo UI" panose="020B0604030504040204" pitchFamily="50" charset="-128"/>
              </a:rPr>
              <a:t>先頭の方に連絡して下さい。</a:t>
            </a:r>
            <a:endParaRPr lang="en-US" altLang="ja-JP" sz="9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  先頭の方は連絡が取れなかった方に連絡して下さい。</a:t>
            </a:r>
          </a:p>
        </p:txBody>
      </p:sp>
      <p:sp>
        <p:nvSpPr>
          <p:cNvPr id="84" name="フリーフォーム: 図形 83">
            <a:extLst>
              <a:ext uri="{FF2B5EF4-FFF2-40B4-BE49-F238E27FC236}">
                <a16:creationId xmlns:a16="http://schemas.microsoft.com/office/drawing/2014/main" id="{EC6545AE-12CE-4AE5-8827-3507322C2F3F}"/>
              </a:ext>
            </a:extLst>
          </p:cNvPr>
          <p:cNvSpPr/>
          <p:nvPr/>
        </p:nvSpPr>
        <p:spPr>
          <a:xfrm>
            <a:off x="948338" y="2929479"/>
            <a:ext cx="861430" cy="456272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solidFill>
                  <a:schemeClr val="bg1">
                    <a:lumMod val="75000"/>
                  </a:schemeClr>
                </a:solidFill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吉澤光章</a:t>
            </a:r>
          </a:p>
        </p:txBody>
      </p:sp>
      <p:sp>
        <p:nvSpPr>
          <p:cNvPr id="87" name="フリーフォーム: 図形 86">
            <a:extLst>
              <a:ext uri="{FF2B5EF4-FFF2-40B4-BE49-F238E27FC236}">
                <a16:creationId xmlns:a16="http://schemas.microsoft.com/office/drawing/2014/main" id="{A0A732B3-CDA7-4256-A64F-06D634A9191C}"/>
              </a:ext>
            </a:extLst>
          </p:cNvPr>
          <p:cNvSpPr>
            <a:spLocks/>
          </p:cNvSpPr>
          <p:nvPr/>
        </p:nvSpPr>
        <p:spPr>
          <a:xfrm>
            <a:off x="125641" y="3678999"/>
            <a:ext cx="792000" cy="468000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横山純也　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88" name="フリーフォーム: 図形 87">
            <a:extLst>
              <a:ext uri="{FF2B5EF4-FFF2-40B4-BE49-F238E27FC236}">
                <a16:creationId xmlns:a16="http://schemas.microsoft.com/office/drawing/2014/main" id="{3E9AEC58-D6E0-4F08-B6CB-930775523E1A}"/>
              </a:ext>
            </a:extLst>
          </p:cNvPr>
          <p:cNvSpPr/>
          <p:nvPr/>
        </p:nvSpPr>
        <p:spPr>
          <a:xfrm>
            <a:off x="6865364" y="2929479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茂木由美子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90" name="フリーフォーム: 図形 89">
            <a:extLst>
              <a:ext uri="{FF2B5EF4-FFF2-40B4-BE49-F238E27FC236}">
                <a16:creationId xmlns:a16="http://schemas.microsoft.com/office/drawing/2014/main" id="{02BEBBDE-B264-422C-A34E-8C0D06BE7950}"/>
              </a:ext>
            </a:extLst>
          </p:cNvPr>
          <p:cNvSpPr/>
          <p:nvPr/>
        </p:nvSpPr>
        <p:spPr>
          <a:xfrm>
            <a:off x="960046" y="1906438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松井　照佳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080-7133-3046</a:t>
            </a:r>
          </a:p>
        </p:txBody>
      </p:sp>
      <p:sp>
        <p:nvSpPr>
          <p:cNvPr id="91" name="フリーフォーム: 図形 90">
            <a:extLst>
              <a:ext uri="{FF2B5EF4-FFF2-40B4-BE49-F238E27FC236}">
                <a16:creationId xmlns:a16="http://schemas.microsoft.com/office/drawing/2014/main" id="{506A33D6-1370-4E0C-AB0A-F1876CD86743}"/>
              </a:ext>
            </a:extLst>
          </p:cNvPr>
          <p:cNvSpPr/>
          <p:nvPr/>
        </p:nvSpPr>
        <p:spPr>
          <a:xfrm>
            <a:off x="4635374" y="3686657"/>
            <a:ext cx="796706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市川公洋</a:t>
            </a:r>
          </a:p>
        </p:txBody>
      </p:sp>
      <p:sp>
        <p:nvSpPr>
          <p:cNvPr id="92" name="フリーフォーム: 図形 91">
            <a:extLst>
              <a:ext uri="{FF2B5EF4-FFF2-40B4-BE49-F238E27FC236}">
                <a16:creationId xmlns:a16="http://schemas.microsoft.com/office/drawing/2014/main" id="{DA7D5779-2C5C-49A0-8DBE-D4D9AAA80D26}"/>
              </a:ext>
            </a:extLst>
          </p:cNvPr>
          <p:cNvSpPr/>
          <p:nvPr/>
        </p:nvSpPr>
        <p:spPr>
          <a:xfrm>
            <a:off x="2990303" y="1912178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新井仁美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93" name="フリーフォーム: 図形 92">
            <a:extLst>
              <a:ext uri="{FF2B5EF4-FFF2-40B4-BE49-F238E27FC236}">
                <a16:creationId xmlns:a16="http://schemas.microsoft.com/office/drawing/2014/main" id="{AD72D1F8-7BAD-4871-A83E-F9022ECBC5B3}"/>
              </a:ext>
            </a:extLst>
          </p:cNvPr>
          <p:cNvSpPr/>
          <p:nvPr/>
        </p:nvSpPr>
        <p:spPr>
          <a:xfrm>
            <a:off x="1981014" y="1912178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土屋誠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94" name="フリーフォーム: 図形 93">
            <a:extLst>
              <a:ext uri="{FF2B5EF4-FFF2-40B4-BE49-F238E27FC236}">
                <a16:creationId xmlns:a16="http://schemas.microsoft.com/office/drawing/2014/main" id="{B0813A2B-FEB1-42D5-8464-A8D4F56C15BA}"/>
              </a:ext>
            </a:extLst>
          </p:cNvPr>
          <p:cNvSpPr/>
          <p:nvPr/>
        </p:nvSpPr>
        <p:spPr>
          <a:xfrm>
            <a:off x="935112" y="989398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竹渕正樹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080-7497-2423</a:t>
            </a:r>
          </a:p>
        </p:txBody>
      </p:sp>
      <p:sp>
        <p:nvSpPr>
          <p:cNvPr id="95" name="フリーフォーム: 図形 94">
            <a:extLst>
              <a:ext uri="{FF2B5EF4-FFF2-40B4-BE49-F238E27FC236}">
                <a16:creationId xmlns:a16="http://schemas.microsoft.com/office/drawing/2014/main" id="{2029112C-9995-4F85-B604-F612A9A77425}"/>
              </a:ext>
            </a:extLst>
          </p:cNvPr>
          <p:cNvSpPr/>
          <p:nvPr/>
        </p:nvSpPr>
        <p:spPr>
          <a:xfrm>
            <a:off x="3633753" y="2935219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solidFill>
                  <a:schemeClr val="bg1">
                    <a:lumMod val="75000"/>
                  </a:schemeClr>
                </a:solidFill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遠藤雅樹</a:t>
            </a:r>
            <a:endParaRPr kumimoji="1" lang="en-US" altLang="ja-JP" sz="900" b="0" i="0" u="none" strike="noStrike" kern="1200" cap="none" normalizeH="0" baseline="0" dirty="0">
              <a:ln/>
              <a:solidFill>
                <a:schemeClr val="bg1">
                  <a:lumMod val="75000"/>
                </a:schemeClr>
              </a:solidFill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kern="1200" cap="none" normalizeH="0" baseline="0" dirty="0">
                <a:ln/>
                <a:solidFill>
                  <a:schemeClr val="bg1">
                    <a:lumMod val="75000"/>
                  </a:schemeClr>
                </a:solidFill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080-4479-5921</a:t>
            </a:r>
          </a:p>
        </p:txBody>
      </p:sp>
      <p:sp>
        <p:nvSpPr>
          <p:cNvPr id="96" name="フリーフォーム: 図形 95">
            <a:extLst>
              <a:ext uri="{FF2B5EF4-FFF2-40B4-BE49-F238E27FC236}">
                <a16:creationId xmlns:a16="http://schemas.microsoft.com/office/drawing/2014/main" id="{11006882-9B8A-4263-B12A-4E63FDF125E2}"/>
              </a:ext>
            </a:extLst>
          </p:cNvPr>
          <p:cNvSpPr>
            <a:spLocks/>
          </p:cNvSpPr>
          <p:nvPr/>
        </p:nvSpPr>
        <p:spPr>
          <a:xfrm>
            <a:off x="1882494" y="3678999"/>
            <a:ext cx="792000" cy="468000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牛込貴之</a:t>
            </a:r>
          </a:p>
        </p:txBody>
      </p:sp>
      <p:sp>
        <p:nvSpPr>
          <p:cNvPr id="97" name="フリーフォーム: 図形 96">
            <a:extLst>
              <a:ext uri="{FF2B5EF4-FFF2-40B4-BE49-F238E27FC236}">
                <a16:creationId xmlns:a16="http://schemas.microsoft.com/office/drawing/2014/main" id="{BAB0481A-67F9-40F0-8D35-555DF2DD4B8B}"/>
              </a:ext>
            </a:extLst>
          </p:cNvPr>
          <p:cNvSpPr/>
          <p:nvPr/>
        </p:nvSpPr>
        <p:spPr>
          <a:xfrm>
            <a:off x="1882494" y="4299946"/>
            <a:ext cx="792000" cy="468000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中野正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98" name="フリーフォーム: 図形 97">
            <a:extLst>
              <a:ext uri="{FF2B5EF4-FFF2-40B4-BE49-F238E27FC236}">
                <a16:creationId xmlns:a16="http://schemas.microsoft.com/office/drawing/2014/main" id="{7FDD88F1-9724-4365-9DBA-0D66C7180AB0}"/>
              </a:ext>
            </a:extLst>
          </p:cNvPr>
          <p:cNvSpPr/>
          <p:nvPr/>
        </p:nvSpPr>
        <p:spPr>
          <a:xfrm>
            <a:off x="1882494" y="4901786"/>
            <a:ext cx="792000" cy="468000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佐藤邦嘉</a:t>
            </a:r>
          </a:p>
        </p:txBody>
      </p:sp>
      <p:sp>
        <p:nvSpPr>
          <p:cNvPr id="102" name="フリーフォーム: 図形 101">
            <a:extLst>
              <a:ext uri="{FF2B5EF4-FFF2-40B4-BE49-F238E27FC236}">
                <a16:creationId xmlns:a16="http://schemas.microsoft.com/office/drawing/2014/main" id="{C2056F65-99C5-4F16-B770-939793EA26D0}"/>
              </a:ext>
            </a:extLst>
          </p:cNvPr>
          <p:cNvSpPr/>
          <p:nvPr/>
        </p:nvSpPr>
        <p:spPr>
          <a:xfrm>
            <a:off x="1882494" y="5521496"/>
            <a:ext cx="792000" cy="468000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lvl="0"/>
            <a:r>
              <a:rPr lang="ja-JP" altLang="en-US" sz="900" dirty="0">
                <a:ln/>
                <a:latin typeface="Arial" panose="020B0604020202020204" pitchFamily="34" charset="0"/>
                <a:ea typeface="ＭＳ Ｐゴシック" panose="020B0600070205080204" pitchFamily="50" charset="-128"/>
              </a:rPr>
              <a:t>櫻直井行</a:t>
            </a:r>
            <a:endParaRPr kumimoji="1" lang="ja-JP" altLang="en-US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103" name="フリーフォーム: 図形 102">
            <a:extLst>
              <a:ext uri="{FF2B5EF4-FFF2-40B4-BE49-F238E27FC236}">
                <a16:creationId xmlns:a16="http://schemas.microsoft.com/office/drawing/2014/main" id="{42BAAE97-A652-4236-9BD0-F31B9CA16A63}"/>
              </a:ext>
            </a:extLst>
          </p:cNvPr>
          <p:cNvSpPr/>
          <p:nvPr/>
        </p:nvSpPr>
        <p:spPr>
          <a:xfrm>
            <a:off x="125641" y="6132271"/>
            <a:ext cx="792000" cy="468000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霜田</a:t>
            </a:r>
            <a:r>
              <a:rPr kumimoji="1" lang="ja-JP" altLang="en-US" sz="90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敏</a:t>
            </a: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昭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105" name="フリーフォーム: 図形 104">
            <a:extLst>
              <a:ext uri="{FF2B5EF4-FFF2-40B4-BE49-F238E27FC236}">
                <a16:creationId xmlns:a16="http://schemas.microsoft.com/office/drawing/2014/main" id="{08A062A0-134E-4C06-8D39-36DC08C6A4BF}"/>
              </a:ext>
            </a:extLst>
          </p:cNvPr>
          <p:cNvSpPr>
            <a:spLocks/>
          </p:cNvSpPr>
          <p:nvPr/>
        </p:nvSpPr>
        <p:spPr>
          <a:xfrm>
            <a:off x="999837" y="3678999"/>
            <a:ext cx="792000" cy="468000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上中俊一</a:t>
            </a:r>
          </a:p>
        </p:txBody>
      </p:sp>
      <p:sp>
        <p:nvSpPr>
          <p:cNvPr id="106" name="フリーフォーム: 図形 105">
            <a:extLst>
              <a:ext uri="{FF2B5EF4-FFF2-40B4-BE49-F238E27FC236}">
                <a16:creationId xmlns:a16="http://schemas.microsoft.com/office/drawing/2014/main" id="{1AA529AD-2791-41F1-BDE6-882A278FEEC2}"/>
              </a:ext>
            </a:extLst>
          </p:cNvPr>
          <p:cNvSpPr/>
          <p:nvPr/>
        </p:nvSpPr>
        <p:spPr>
          <a:xfrm>
            <a:off x="992106" y="6132271"/>
            <a:ext cx="792000" cy="468000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河合規行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109" name="フリーフォーム: 図形 108">
            <a:extLst>
              <a:ext uri="{FF2B5EF4-FFF2-40B4-BE49-F238E27FC236}">
                <a16:creationId xmlns:a16="http://schemas.microsoft.com/office/drawing/2014/main" id="{A7DFCA9E-15D5-4CB4-917B-9D68B3491086}"/>
              </a:ext>
            </a:extLst>
          </p:cNvPr>
          <p:cNvSpPr/>
          <p:nvPr/>
        </p:nvSpPr>
        <p:spPr>
          <a:xfrm>
            <a:off x="999837" y="4901786"/>
            <a:ext cx="792000" cy="468000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桐渕智之</a:t>
            </a:r>
          </a:p>
        </p:txBody>
      </p:sp>
      <p:sp>
        <p:nvSpPr>
          <p:cNvPr id="111" name="フリーフォーム: 図形 110">
            <a:extLst>
              <a:ext uri="{FF2B5EF4-FFF2-40B4-BE49-F238E27FC236}">
                <a16:creationId xmlns:a16="http://schemas.microsoft.com/office/drawing/2014/main" id="{910CCAE5-EDB5-4E9C-8621-AD7CE6DE0F96}"/>
              </a:ext>
            </a:extLst>
          </p:cNvPr>
          <p:cNvSpPr/>
          <p:nvPr/>
        </p:nvSpPr>
        <p:spPr>
          <a:xfrm>
            <a:off x="1014380" y="5521496"/>
            <a:ext cx="792000" cy="468000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熊谷恒生</a:t>
            </a:r>
          </a:p>
        </p:txBody>
      </p:sp>
      <p:sp>
        <p:nvSpPr>
          <p:cNvPr id="117" name="フリーフォーム: 図形 116">
            <a:extLst>
              <a:ext uri="{FF2B5EF4-FFF2-40B4-BE49-F238E27FC236}">
                <a16:creationId xmlns:a16="http://schemas.microsoft.com/office/drawing/2014/main" id="{3D98C9FC-CB8D-45E1-B492-764558ECE47E}"/>
              </a:ext>
            </a:extLst>
          </p:cNvPr>
          <p:cNvSpPr/>
          <p:nvPr/>
        </p:nvSpPr>
        <p:spPr>
          <a:xfrm>
            <a:off x="999837" y="4299946"/>
            <a:ext cx="792000" cy="468000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lvl="0" indent="0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小澤直人</a:t>
            </a:r>
          </a:p>
        </p:txBody>
      </p:sp>
      <p:sp>
        <p:nvSpPr>
          <p:cNvPr id="74" name="Rectangle 243">
            <a:extLst>
              <a:ext uri="{FF2B5EF4-FFF2-40B4-BE49-F238E27FC236}">
                <a16:creationId xmlns:a16="http://schemas.microsoft.com/office/drawing/2014/main" id="{FD716C2D-AA55-4C54-93AF-B66E81D816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9955" y="37962"/>
            <a:ext cx="2303463" cy="2889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r"/>
            <a:r>
              <a:rPr lang="en-US" altLang="ja-JP" sz="1000" dirty="0"/>
              <a:t>2022.04.01</a:t>
            </a:r>
          </a:p>
        </p:txBody>
      </p:sp>
      <p:cxnSp>
        <p:nvCxnSpPr>
          <p:cNvPr id="78" name="直線コネクタ 77">
            <a:extLst>
              <a:ext uri="{FF2B5EF4-FFF2-40B4-BE49-F238E27FC236}">
                <a16:creationId xmlns:a16="http://schemas.microsoft.com/office/drawing/2014/main" id="{D267D50A-CCB3-43A9-9579-1B2DE627BA9D}"/>
              </a:ext>
            </a:extLst>
          </p:cNvPr>
          <p:cNvCxnSpPr>
            <a:cxnSpLocks/>
          </p:cNvCxnSpPr>
          <p:nvPr/>
        </p:nvCxnSpPr>
        <p:spPr bwMode="auto">
          <a:xfrm>
            <a:off x="7758820" y="3509072"/>
            <a:ext cx="457528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20420630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7" name="直線コネクタ 106">
            <a:extLst>
              <a:ext uri="{FF2B5EF4-FFF2-40B4-BE49-F238E27FC236}">
                <a16:creationId xmlns:a16="http://schemas.microsoft.com/office/drawing/2014/main" id="{BC4CF020-DB5A-4F19-B51D-1FCD48331000}"/>
              </a:ext>
            </a:extLst>
          </p:cNvPr>
          <p:cNvCxnSpPr>
            <a:cxnSpLocks/>
          </p:cNvCxnSpPr>
          <p:nvPr/>
        </p:nvCxnSpPr>
        <p:spPr bwMode="auto">
          <a:xfrm>
            <a:off x="1668265" y="3153912"/>
            <a:ext cx="0" cy="2997052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3" name="直線コネクタ 112">
            <a:extLst>
              <a:ext uri="{FF2B5EF4-FFF2-40B4-BE49-F238E27FC236}">
                <a16:creationId xmlns:a16="http://schemas.microsoft.com/office/drawing/2014/main" id="{F5B2ACD6-882D-4701-86E3-1D9F74835C62}"/>
              </a:ext>
            </a:extLst>
          </p:cNvPr>
          <p:cNvCxnSpPr>
            <a:cxnSpLocks/>
          </p:cNvCxnSpPr>
          <p:nvPr/>
        </p:nvCxnSpPr>
        <p:spPr bwMode="auto">
          <a:xfrm>
            <a:off x="2600625" y="3501008"/>
            <a:ext cx="0" cy="2237311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13FAB043-EBB5-45A1-971D-31E8C0B1E14E}"/>
              </a:ext>
            </a:extLst>
          </p:cNvPr>
          <p:cNvCxnSpPr>
            <a:cxnSpLocks/>
          </p:cNvCxnSpPr>
          <p:nvPr/>
        </p:nvCxnSpPr>
        <p:spPr bwMode="auto">
          <a:xfrm>
            <a:off x="1679802" y="2420888"/>
            <a:ext cx="0" cy="72008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4" name="直線コネクタ 103">
            <a:extLst>
              <a:ext uri="{FF2B5EF4-FFF2-40B4-BE49-F238E27FC236}">
                <a16:creationId xmlns:a16="http://schemas.microsoft.com/office/drawing/2014/main" id="{844ABE1E-8648-480B-9B9F-15FAF2293F25}"/>
              </a:ext>
            </a:extLst>
          </p:cNvPr>
          <p:cNvCxnSpPr>
            <a:cxnSpLocks/>
          </p:cNvCxnSpPr>
          <p:nvPr/>
        </p:nvCxnSpPr>
        <p:spPr bwMode="auto">
          <a:xfrm>
            <a:off x="695333" y="3501008"/>
            <a:ext cx="0" cy="2652402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339" name="Rectangle 243"/>
          <p:cNvSpPr>
            <a:spLocks noChangeArrowheads="1"/>
          </p:cNvSpPr>
          <p:nvPr/>
        </p:nvSpPr>
        <p:spPr bwMode="auto">
          <a:xfrm>
            <a:off x="6551614" y="166994"/>
            <a:ext cx="2303463" cy="288925"/>
          </a:xfrm>
          <a:prstGeom prst="rect">
            <a:avLst/>
          </a:prstGeom>
          <a:solidFill>
            <a:srgbClr val="CCFFCC">
              <a:alpha val="20000"/>
            </a:srgbClr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ja-JP" sz="1000" dirty="0"/>
              <a:t>0274-62-7645</a:t>
            </a:r>
          </a:p>
        </p:txBody>
      </p:sp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2592388" cy="431800"/>
          </a:xfrm>
        </p:spPr>
        <p:txBody>
          <a:bodyPr/>
          <a:lstStyle/>
          <a:p>
            <a:r>
              <a:rPr lang="ja-JP" altLang="en-US" sz="1800" dirty="0"/>
              <a:t>連絡網（生産一課一係）</a:t>
            </a:r>
          </a:p>
        </p:txBody>
      </p:sp>
      <p:sp>
        <p:nvSpPr>
          <p:cNvPr id="4313" name="フリーフォーム: 図形 4312">
            <a:extLst>
              <a:ext uri="{FF2B5EF4-FFF2-40B4-BE49-F238E27FC236}">
                <a16:creationId xmlns:a16="http://schemas.microsoft.com/office/drawing/2014/main" id="{87CCC63E-DD30-4750-A2F3-4BFC9037C432}"/>
              </a:ext>
            </a:extLst>
          </p:cNvPr>
          <p:cNvSpPr/>
          <p:nvPr/>
        </p:nvSpPr>
        <p:spPr>
          <a:xfrm>
            <a:off x="252372" y="3640295"/>
            <a:ext cx="877975" cy="443942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牛込貴之</a:t>
            </a:r>
          </a:p>
        </p:txBody>
      </p:sp>
      <p:sp>
        <p:nvSpPr>
          <p:cNvPr id="4314" name="フリーフォーム: 図形 4313">
            <a:extLst>
              <a:ext uri="{FF2B5EF4-FFF2-40B4-BE49-F238E27FC236}">
                <a16:creationId xmlns:a16="http://schemas.microsoft.com/office/drawing/2014/main" id="{7EE222B3-8012-49D7-8C84-BE27207C433C}"/>
              </a:ext>
            </a:extLst>
          </p:cNvPr>
          <p:cNvSpPr/>
          <p:nvPr/>
        </p:nvSpPr>
        <p:spPr>
          <a:xfrm>
            <a:off x="250475" y="4270692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中野正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315" name="フリーフォーム: 図形 4314">
            <a:extLst>
              <a:ext uri="{FF2B5EF4-FFF2-40B4-BE49-F238E27FC236}">
                <a16:creationId xmlns:a16="http://schemas.microsoft.com/office/drawing/2014/main" id="{DC3B71B1-D6DD-4ABF-9A4E-16291B9E6800}"/>
              </a:ext>
            </a:extLst>
          </p:cNvPr>
          <p:cNvSpPr/>
          <p:nvPr/>
        </p:nvSpPr>
        <p:spPr>
          <a:xfrm>
            <a:off x="250475" y="4901089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佐藤邦嘉</a:t>
            </a:r>
          </a:p>
        </p:txBody>
      </p:sp>
      <p:sp>
        <p:nvSpPr>
          <p:cNvPr id="4316" name="フリーフォーム: 図形 4315">
            <a:extLst>
              <a:ext uri="{FF2B5EF4-FFF2-40B4-BE49-F238E27FC236}">
                <a16:creationId xmlns:a16="http://schemas.microsoft.com/office/drawing/2014/main" id="{176FC23D-CC41-4D35-9A0F-C9E6F4D0812B}"/>
              </a:ext>
            </a:extLst>
          </p:cNvPr>
          <p:cNvSpPr/>
          <p:nvPr/>
        </p:nvSpPr>
        <p:spPr>
          <a:xfrm>
            <a:off x="250475" y="5531485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櫻井直行</a:t>
            </a:r>
          </a:p>
        </p:txBody>
      </p:sp>
      <p:sp>
        <p:nvSpPr>
          <p:cNvPr id="4317" name="フリーフォーム: 図形 4316">
            <a:extLst>
              <a:ext uri="{FF2B5EF4-FFF2-40B4-BE49-F238E27FC236}">
                <a16:creationId xmlns:a16="http://schemas.microsoft.com/office/drawing/2014/main" id="{9854861E-D20C-41C3-BBA5-511B517D4F5B}"/>
              </a:ext>
            </a:extLst>
          </p:cNvPr>
          <p:cNvSpPr/>
          <p:nvPr/>
        </p:nvSpPr>
        <p:spPr>
          <a:xfrm>
            <a:off x="237158" y="6153411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霜田</a:t>
            </a:r>
            <a:r>
              <a:rPr kumimoji="1" lang="ja-JP" altLang="en-US" sz="90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敏</a:t>
            </a: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昭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319" name="フリーフォーム: 図形 4318">
            <a:extLst>
              <a:ext uri="{FF2B5EF4-FFF2-40B4-BE49-F238E27FC236}">
                <a16:creationId xmlns:a16="http://schemas.microsoft.com/office/drawing/2014/main" id="{128FF94A-C377-4F98-B888-0AA9237B319F}"/>
              </a:ext>
            </a:extLst>
          </p:cNvPr>
          <p:cNvSpPr/>
          <p:nvPr/>
        </p:nvSpPr>
        <p:spPr>
          <a:xfrm>
            <a:off x="1201311" y="3640295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上中俊一</a:t>
            </a:r>
          </a:p>
        </p:txBody>
      </p:sp>
      <p:sp>
        <p:nvSpPr>
          <p:cNvPr id="4320" name="フリーフォーム: 図形 4319">
            <a:extLst>
              <a:ext uri="{FF2B5EF4-FFF2-40B4-BE49-F238E27FC236}">
                <a16:creationId xmlns:a16="http://schemas.microsoft.com/office/drawing/2014/main" id="{F4A7D4E5-18FC-4BB2-936C-AE427E426902}"/>
              </a:ext>
            </a:extLst>
          </p:cNvPr>
          <p:cNvSpPr/>
          <p:nvPr/>
        </p:nvSpPr>
        <p:spPr>
          <a:xfrm>
            <a:off x="1212313" y="6152501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河合規行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321" name="フリーフォーム: 図形 4320">
            <a:extLst>
              <a:ext uri="{FF2B5EF4-FFF2-40B4-BE49-F238E27FC236}">
                <a16:creationId xmlns:a16="http://schemas.microsoft.com/office/drawing/2014/main" id="{0CD57AD4-9224-4447-86FB-17A8A30B17A1}"/>
              </a:ext>
            </a:extLst>
          </p:cNvPr>
          <p:cNvSpPr/>
          <p:nvPr/>
        </p:nvSpPr>
        <p:spPr>
          <a:xfrm>
            <a:off x="1212313" y="4901088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桐渕智之</a:t>
            </a:r>
          </a:p>
        </p:txBody>
      </p:sp>
      <p:sp>
        <p:nvSpPr>
          <p:cNvPr id="4322" name="フリーフォーム: 図形 4321">
            <a:extLst>
              <a:ext uri="{FF2B5EF4-FFF2-40B4-BE49-F238E27FC236}">
                <a16:creationId xmlns:a16="http://schemas.microsoft.com/office/drawing/2014/main" id="{284D1504-8CCD-4D99-BB36-C43E20AC2B18}"/>
              </a:ext>
            </a:extLst>
          </p:cNvPr>
          <p:cNvSpPr/>
          <p:nvPr/>
        </p:nvSpPr>
        <p:spPr>
          <a:xfrm>
            <a:off x="1212313" y="5531485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熊谷恒生</a:t>
            </a:r>
          </a:p>
        </p:txBody>
      </p:sp>
      <p:sp>
        <p:nvSpPr>
          <p:cNvPr id="4323" name="フリーフォーム: 図形 4322">
            <a:extLst>
              <a:ext uri="{FF2B5EF4-FFF2-40B4-BE49-F238E27FC236}">
                <a16:creationId xmlns:a16="http://schemas.microsoft.com/office/drawing/2014/main" id="{919A522F-8A58-4048-B38E-7A9349312569}"/>
              </a:ext>
            </a:extLst>
          </p:cNvPr>
          <p:cNvSpPr/>
          <p:nvPr/>
        </p:nvSpPr>
        <p:spPr>
          <a:xfrm>
            <a:off x="1212313" y="4271601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lvl="0" indent="0" algn="ct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小澤直人</a:t>
            </a:r>
          </a:p>
        </p:txBody>
      </p:sp>
      <p:sp>
        <p:nvSpPr>
          <p:cNvPr id="4325" name="フリーフォーム: 図形 4324">
            <a:extLst>
              <a:ext uri="{FF2B5EF4-FFF2-40B4-BE49-F238E27FC236}">
                <a16:creationId xmlns:a16="http://schemas.microsoft.com/office/drawing/2014/main" id="{8DC37584-F883-45E2-9485-873684ED6891}"/>
              </a:ext>
            </a:extLst>
          </p:cNvPr>
          <p:cNvSpPr/>
          <p:nvPr/>
        </p:nvSpPr>
        <p:spPr>
          <a:xfrm>
            <a:off x="2156741" y="3640295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横山純也　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326" name="フリーフォーム: 図形 4325">
            <a:extLst>
              <a:ext uri="{FF2B5EF4-FFF2-40B4-BE49-F238E27FC236}">
                <a16:creationId xmlns:a16="http://schemas.microsoft.com/office/drawing/2014/main" id="{8D431873-2E5C-4712-BB79-88FA49F9FE89}"/>
              </a:ext>
            </a:extLst>
          </p:cNvPr>
          <p:cNvSpPr/>
          <p:nvPr/>
        </p:nvSpPr>
        <p:spPr>
          <a:xfrm>
            <a:off x="2156741" y="4270692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市川尚樹</a:t>
            </a:r>
          </a:p>
        </p:txBody>
      </p:sp>
      <p:sp>
        <p:nvSpPr>
          <p:cNvPr id="4327" name="フリーフォーム: 図形 4326">
            <a:extLst>
              <a:ext uri="{FF2B5EF4-FFF2-40B4-BE49-F238E27FC236}">
                <a16:creationId xmlns:a16="http://schemas.microsoft.com/office/drawing/2014/main" id="{81825AC4-12FA-445F-A66A-03608F0717DD}"/>
              </a:ext>
            </a:extLst>
          </p:cNvPr>
          <p:cNvSpPr/>
          <p:nvPr/>
        </p:nvSpPr>
        <p:spPr>
          <a:xfrm>
            <a:off x="2156741" y="4901089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高橋智治</a:t>
            </a:r>
          </a:p>
        </p:txBody>
      </p:sp>
      <p:sp>
        <p:nvSpPr>
          <p:cNvPr id="4328" name="フリーフォーム: 図形 4327">
            <a:extLst>
              <a:ext uri="{FF2B5EF4-FFF2-40B4-BE49-F238E27FC236}">
                <a16:creationId xmlns:a16="http://schemas.microsoft.com/office/drawing/2014/main" id="{EFB12A67-0AEA-41E4-8865-78BAC80480BF}"/>
              </a:ext>
            </a:extLst>
          </p:cNvPr>
          <p:cNvSpPr/>
          <p:nvPr/>
        </p:nvSpPr>
        <p:spPr>
          <a:xfrm>
            <a:off x="1212313" y="2910405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solidFill>
                  <a:schemeClr val="bg1">
                    <a:lumMod val="75000"/>
                  </a:schemeClr>
                </a:solidFill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吉澤光章</a:t>
            </a:r>
          </a:p>
        </p:txBody>
      </p:sp>
      <p:sp>
        <p:nvSpPr>
          <p:cNvPr id="4329" name="フリーフォーム: 図形 4328">
            <a:extLst>
              <a:ext uri="{FF2B5EF4-FFF2-40B4-BE49-F238E27FC236}">
                <a16:creationId xmlns:a16="http://schemas.microsoft.com/office/drawing/2014/main" id="{CEEACD99-4B29-4920-BACE-5FC6BD9AB433}"/>
              </a:ext>
            </a:extLst>
          </p:cNvPr>
          <p:cNvSpPr/>
          <p:nvPr/>
        </p:nvSpPr>
        <p:spPr>
          <a:xfrm>
            <a:off x="2156314" y="5516349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川崎信一郎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cxnSp>
        <p:nvCxnSpPr>
          <p:cNvPr id="136" name="直線コネクタ 135">
            <a:extLst>
              <a:ext uri="{FF2B5EF4-FFF2-40B4-BE49-F238E27FC236}">
                <a16:creationId xmlns:a16="http://schemas.microsoft.com/office/drawing/2014/main" id="{23A371FF-9498-49E6-B291-005AC8CF9243}"/>
              </a:ext>
            </a:extLst>
          </p:cNvPr>
          <p:cNvCxnSpPr>
            <a:cxnSpLocks/>
          </p:cNvCxnSpPr>
          <p:nvPr/>
        </p:nvCxnSpPr>
        <p:spPr bwMode="auto">
          <a:xfrm>
            <a:off x="683568" y="3501008"/>
            <a:ext cx="1916687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5" name="フリーフォーム: 図形 24">
            <a:extLst>
              <a:ext uri="{FF2B5EF4-FFF2-40B4-BE49-F238E27FC236}">
                <a16:creationId xmlns:a16="http://schemas.microsoft.com/office/drawing/2014/main" id="{089979D3-78A3-44A0-87F5-B1869B9D66A8}"/>
              </a:ext>
            </a:extLst>
          </p:cNvPr>
          <p:cNvSpPr/>
          <p:nvPr/>
        </p:nvSpPr>
        <p:spPr>
          <a:xfrm>
            <a:off x="1233587" y="2302538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松井　照佳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090-9014-6945</a:t>
            </a:r>
          </a:p>
        </p:txBody>
      </p:sp>
    </p:spTree>
    <p:extLst>
      <p:ext uri="{BB962C8B-B14F-4D97-AF65-F5344CB8AC3E}">
        <p14:creationId xmlns:p14="http://schemas.microsoft.com/office/powerpoint/2010/main" val="13187826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8" name="直線コネクタ 107">
            <a:extLst>
              <a:ext uri="{FF2B5EF4-FFF2-40B4-BE49-F238E27FC236}">
                <a16:creationId xmlns:a16="http://schemas.microsoft.com/office/drawing/2014/main" id="{7BD7E5E6-C642-4A43-A551-37CE525193E1}"/>
              </a:ext>
            </a:extLst>
          </p:cNvPr>
          <p:cNvCxnSpPr>
            <a:cxnSpLocks/>
          </p:cNvCxnSpPr>
          <p:nvPr/>
        </p:nvCxnSpPr>
        <p:spPr bwMode="auto">
          <a:xfrm>
            <a:off x="5414890" y="3501008"/>
            <a:ext cx="0" cy="2650439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0" name="直線コネクタ 109">
            <a:extLst>
              <a:ext uri="{FF2B5EF4-FFF2-40B4-BE49-F238E27FC236}">
                <a16:creationId xmlns:a16="http://schemas.microsoft.com/office/drawing/2014/main" id="{A39C0463-9649-4F79-B0A1-4D57932B08BA}"/>
              </a:ext>
            </a:extLst>
          </p:cNvPr>
          <p:cNvCxnSpPr>
            <a:cxnSpLocks/>
          </p:cNvCxnSpPr>
          <p:nvPr/>
        </p:nvCxnSpPr>
        <p:spPr bwMode="auto">
          <a:xfrm>
            <a:off x="4480875" y="2532775"/>
            <a:ext cx="0" cy="1963724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2" name="直線コネクタ 111">
            <a:extLst>
              <a:ext uri="{FF2B5EF4-FFF2-40B4-BE49-F238E27FC236}">
                <a16:creationId xmlns:a16="http://schemas.microsoft.com/office/drawing/2014/main" id="{BF52793E-CCC8-49B9-8840-EEBDCC00B063}"/>
              </a:ext>
            </a:extLst>
          </p:cNvPr>
          <p:cNvCxnSpPr>
            <a:cxnSpLocks/>
          </p:cNvCxnSpPr>
          <p:nvPr/>
        </p:nvCxnSpPr>
        <p:spPr bwMode="auto">
          <a:xfrm>
            <a:off x="3564966" y="3501008"/>
            <a:ext cx="0" cy="366317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339" name="Rectangle 243"/>
          <p:cNvSpPr>
            <a:spLocks noChangeArrowheads="1"/>
          </p:cNvSpPr>
          <p:nvPr/>
        </p:nvSpPr>
        <p:spPr bwMode="auto">
          <a:xfrm>
            <a:off x="6551614" y="166994"/>
            <a:ext cx="2303463" cy="288925"/>
          </a:xfrm>
          <a:prstGeom prst="rect">
            <a:avLst/>
          </a:prstGeom>
          <a:solidFill>
            <a:srgbClr val="CCFFCC">
              <a:alpha val="20000"/>
            </a:srgbClr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ja-JP" sz="1000" dirty="0"/>
              <a:t>0274-62-7645</a:t>
            </a:r>
          </a:p>
        </p:txBody>
      </p:sp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2592388" cy="431800"/>
          </a:xfrm>
        </p:spPr>
        <p:txBody>
          <a:bodyPr/>
          <a:lstStyle/>
          <a:p>
            <a:r>
              <a:rPr lang="ja-JP" altLang="en-US" sz="1800" dirty="0"/>
              <a:t>連絡網（生産一課一係）</a:t>
            </a:r>
          </a:p>
        </p:txBody>
      </p:sp>
      <p:sp>
        <p:nvSpPr>
          <p:cNvPr id="4312" name="フリーフォーム: 図形 4311">
            <a:extLst>
              <a:ext uri="{FF2B5EF4-FFF2-40B4-BE49-F238E27FC236}">
                <a16:creationId xmlns:a16="http://schemas.microsoft.com/office/drawing/2014/main" id="{DE8F240F-5356-44A7-B3CF-CA2BF1E6B038}"/>
              </a:ext>
            </a:extLst>
          </p:cNvPr>
          <p:cNvSpPr/>
          <p:nvPr/>
        </p:nvSpPr>
        <p:spPr>
          <a:xfrm>
            <a:off x="4050742" y="2935494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solidFill>
                  <a:schemeClr val="bg1">
                    <a:lumMod val="75000"/>
                  </a:schemeClr>
                </a:solidFill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遠藤雅樹</a:t>
            </a:r>
            <a:endParaRPr kumimoji="1" lang="en-US" altLang="ja-JP" sz="900" b="0" i="0" u="none" strike="noStrike" kern="1200" cap="none" normalizeH="0" baseline="0" dirty="0">
              <a:ln/>
              <a:solidFill>
                <a:schemeClr val="bg1">
                  <a:lumMod val="75000"/>
                </a:schemeClr>
              </a:solidFill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kern="1200" cap="none" normalizeH="0" baseline="0" dirty="0">
                <a:ln/>
                <a:solidFill>
                  <a:schemeClr val="bg1">
                    <a:lumMod val="75000"/>
                  </a:schemeClr>
                </a:solidFill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080-4479-5921</a:t>
            </a:r>
          </a:p>
        </p:txBody>
      </p:sp>
      <p:sp>
        <p:nvSpPr>
          <p:cNvPr id="4332" name="フリーフォーム: 図形 4331">
            <a:extLst>
              <a:ext uri="{FF2B5EF4-FFF2-40B4-BE49-F238E27FC236}">
                <a16:creationId xmlns:a16="http://schemas.microsoft.com/office/drawing/2014/main" id="{C22E2819-1BE2-4CF1-BAF8-67A82E0BB700}"/>
              </a:ext>
            </a:extLst>
          </p:cNvPr>
          <p:cNvSpPr/>
          <p:nvPr/>
        </p:nvSpPr>
        <p:spPr>
          <a:xfrm>
            <a:off x="4050742" y="4278256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柴山ﾍﾞﾝﾁｬﾜﾝ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335" name="フリーフォーム: 図形 4334">
            <a:extLst>
              <a:ext uri="{FF2B5EF4-FFF2-40B4-BE49-F238E27FC236}">
                <a16:creationId xmlns:a16="http://schemas.microsoft.com/office/drawing/2014/main" id="{59F4D7E4-71E0-4CE4-A67E-264D694AB06E}"/>
              </a:ext>
            </a:extLst>
          </p:cNvPr>
          <p:cNvSpPr/>
          <p:nvPr/>
        </p:nvSpPr>
        <p:spPr>
          <a:xfrm>
            <a:off x="4050742" y="3640294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>
                <a:ln/>
                <a:solidFill>
                  <a:schemeClr val="bg1">
                    <a:lumMod val="75000"/>
                  </a:schemeClr>
                </a:solidFill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宮澤富夫</a:t>
            </a:r>
            <a:endParaRPr kumimoji="1" lang="en-US" altLang="ja-JP" sz="900" b="0" i="0" u="none" strike="noStrike" kern="1200" cap="none" normalizeH="0" baseline="0" dirty="0">
              <a:ln/>
              <a:solidFill>
                <a:schemeClr val="bg1">
                  <a:lumMod val="75000"/>
                </a:schemeClr>
              </a:solidFill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340" name="フリーフォーム: 図形 4339">
            <a:extLst>
              <a:ext uri="{FF2B5EF4-FFF2-40B4-BE49-F238E27FC236}">
                <a16:creationId xmlns:a16="http://schemas.microsoft.com/office/drawing/2014/main" id="{0ABDCBA8-AE18-4039-AE93-266A85EC2356}"/>
              </a:ext>
            </a:extLst>
          </p:cNvPr>
          <p:cNvSpPr/>
          <p:nvPr/>
        </p:nvSpPr>
        <p:spPr>
          <a:xfrm>
            <a:off x="3119309" y="3640295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生方豊</a:t>
            </a:r>
          </a:p>
        </p:txBody>
      </p:sp>
      <p:sp>
        <p:nvSpPr>
          <p:cNvPr id="4345" name="フリーフォーム: 図形 4344">
            <a:extLst>
              <a:ext uri="{FF2B5EF4-FFF2-40B4-BE49-F238E27FC236}">
                <a16:creationId xmlns:a16="http://schemas.microsoft.com/office/drawing/2014/main" id="{A8F7A3FE-DA9E-4940-9AE3-E8DFA2683397}"/>
              </a:ext>
            </a:extLst>
          </p:cNvPr>
          <p:cNvSpPr/>
          <p:nvPr/>
        </p:nvSpPr>
        <p:spPr>
          <a:xfrm>
            <a:off x="4990316" y="4920867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高橋有美子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348" name="フリーフォーム: 図形 4347">
            <a:extLst>
              <a:ext uri="{FF2B5EF4-FFF2-40B4-BE49-F238E27FC236}">
                <a16:creationId xmlns:a16="http://schemas.microsoft.com/office/drawing/2014/main" id="{589102B1-FDB5-4FED-BC03-FED3BF9F1CDB}"/>
              </a:ext>
            </a:extLst>
          </p:cNvPr>
          <p:cNvSpPr/>
          <p:nvPr/>
        </p:nvSpPr>
        <p:spPr>
          <a:xfrm>
            <a:off x="4971996" y="4276157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山井祐一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349" name="フリーフォーム: 図形 4348">
            <a:extLst>
              <a:ext uri="{FF2B5EF4-FFF2-40B4-BE49-F238E27FC236}">
                <a16:creationId xmlns:a16="http://schemas.microsoft.com/office/drawing/2014/main" id="{7970D090-F4E9-4748-BDE4-17827606B99F}"/>
              </a:ext>
            </a:extLst>
          </p:cNvPr>
          <p:cNvSpPr/>
          <p:nvPr/>
        </p:nvSpPr>
        <p:spPr>
          <a:xfrm>
            <a:off x="4973298" y="5523783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>
                <a:ln/>
                <a:solidFill>
                  <a:schemeClr val="bg1">
                    <a:lumMod val="75000"/>
                  </a:schemeClr>
                </a:solidFill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塚田浩美　</a:t>
            </a:r>
            <a:endParaRPr kumimoji="1" lang="en-US" altLang="ja-JP" sz="900" b="0" i="0" u="none" strike="noStrike" kern="1200" cap="none" normalizeH="0" baseline="0" dirty="0">
              <a:ln/>
              <a:solidFill>
                <a:schemeClr val="bg1">
                  <a:lumMod val="75000"/>
                </a:schemeClr>
              </a:solidFill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102" name="フリーフォーム: 図形 4101">
            <a:extLst>
              <a:ext uri="{FF2B5EF4-FFF2-40B4-BE49-F238E27FC236}">
                <a16:creationId xmlns:a16="http://schemas.microsoft.com/office/drawing/2014/main" id="{E751C628-DB2B-4876-8DD1-716A357D5C10}"/>
              </a:ext>
            </a:extLst>
          </p:cNvPr>
          <p:cNvSpPr/>
          <p:nvPr/>
        </p:nvSpPr>
        <p:spPr>
          <a:xfrm>
            <a:off x="4045451" y="2349089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松井　照佳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080-7133-3046</a:t>
            </a:r>
          </a:p>
        </p:txBody>
      </p:sp>
      <p:sp>
        <p:nvSpPr>
          <p:cNvPr id="99" name="フリーフォーム: 図形 98">
            <a:extLst>
              <a:ext uri="{FF2B5EF4-FFF2-40B4-BE49-F238E27FC236}">
                <a16:creationId xmlns:a16="http://schemas.microsoft.com/office/drawing/2014/main" id="{3F313D6B-3AF4-40A0-BDE5-F96A98B97AE8}"/>
              </a:ext>
            </a:extLst>
          </p:cNvPr>
          <p:cNvSpPr/>
          <p:nvPr/>
        </p:nvSpPr>
        <p:spPr>
          <a:xfrm>
            <a:off x="4980859" y="6168648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丸山恵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100" name="フリーフォーム: 図形 99">
            <a:extLst>
              <a:ext uri="{FF2B5EF4-FFF2-40B4-BE49-F238E27FC236}">
                <a16:creationId xmlns:a16="http://schemas.microsoft.com/office/drawing/2014/main" id="{6614C781-3B5F-40D9-ABE2-4E412049059F}"/>
              </a:ext>
            </a:extLst>
          </p:cNvPr>
          <p:cNvSpPr/>
          <p:nvPr/>
        </p:nvSpPr>
        <p:spPr>
          <a:xfrm>
            <a:off x="7959449" y="578494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小林忍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cxnSp>
        <p:nvCxnSpPr>
          <p:cNvPr id="121" name="直線コネクタ 120">
            <a:extLst>
              <a:ext uri="{FF2B5EF4-FFF2-40B4-BE49-F238E27FC236}">
                <a16:creationId xmlns:a16="http://schemas.microsoft.com/office/drawing/2014/main" id="{EF5BD8FB-FBDC-4874-B528-8053E2891F53}"/>
              </a:ext>
            </a:extLst>
          </p:cNvPr>
          <p:cNvCxnSpPr>
            <a:cxnSpLocks/>
          </p:cNvCxnSpPr>
          <p:nvPr/>
        </p:nvCxnSpPr>
        <p:spPr bwMode="auto">
          <a:xfrm>
            <a:off x="3561419" y="3501008"/>
            <a:ext cx="1853471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1" name="フリーフォーム: 図形 20">
            <a:extLst>
              <a:ext uri="{FF2B5EF4-FFF2-40B4-BE49-F238E27FC236}">
                <a16:creationId xmlns:a16="http://schemas.microsoft.com/office/drawing/2014/main" id="{E5A9420C-3C02-425C-B40C-8CD3C4AC0B5F}"/>
              </a:ext>
            </a:extLst>
          </p:cNvPr>
          <p:cNvSpPr/>
          <p:nvPr/>
        </p:nvSpPr>
        <p:spPr>
          <a:xfrm>
            <a:off x="4976629" y="3635310"/>
            <a:ext cx="898782" cy="461169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市川公洋</a:t>
            </a:r>
          </a:p>
        </p:txBody>
      </p:sp>
      <p:sp>
        <p:nvSpPr>
          <p:cNvPr id="2" name="フリーフォーム: 図形 1">
            <a:extLst>
              <a:ext uri="{FF2B5EF4-FFF2-40B4-BE49-F238E27FC236}">
                <a16:creationId xmlns:a16="http://schemas.microsoft.com/office/drawing/2014/main" id="{E479856E-E89E-02EE-DE71-69D84263501E}"/>
              </a:ext>
            </a:extLst>
          </p:cNvPr>
          <p:cNvSpPr/>
          <p:nvPr/>
        </p:nvSpPr>
        <p:spPr>
          <a:xfrm>
            <a:off x="3111194" y="5057272"/>
            <a:ext cx="873565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石井靖浩</a:t>
            </a:r>
          </a:p>
        </p:txBody>
      </p:sp>
    </p:spTree>
    <p:extLst>
      <p:ext uri="{BB962C8B-B14F-4D97-AF65-F5344CB8AC3E}">
        <p14:creationId xmlns:p14="http://schemas.microsoft.com/office/powerpoint/2010/main" val="42711365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直線コネクタ 23">
            <a:extLst>
              <a:ext uri="{FF2B5EF4-FFF2-40B4-BE49-F238E27FC236}">
                <a16:creationId xmlns:a16="http://schemas.microsoft.com/office/drawing/2014/main" id="{FAE1C291-330B-47C5-A3F7-F72C8D29AD54}"/>
              </a:ext>
            </a:extLst>
          </p:cNvPr>
          <p:cNvCxnSpPr>
            <a:cxnSpLocks/>
          </p:cNvCxnSpPr>
          <p:nvPr/>
        </p:nvCxnSpPr>
        <p:spPr bwMode="auto">
          <a:xfrm>
            <a:off x="4289559" y="1842676"/>
            <a:ext cx="0" cy="3325672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6" name="直線コネクタ 115">
            <a:extLst>
              <a:ext uri="{FF2B5EF4-FFF2-40B4-BE49-F238E27FC236}">
                <a16:creationId xmlns:a16="http://schemas.microsoft.com/office/drawing/2014/main" id="{03B57AA1-A2E6-4E01-A8C4-6D309E6AF202}"/>
              </a:ext>
            </a:extLst>
          </p:cNvPr>
          <p:cNvCxnSpPr>
            <a:cxnSpLocks/>
          </p:cNvCxnSpPr>
          <p:nvPr/>
        </p:nvCxnSpPr>
        <p:spPr bwMode="auto">
          <a:xfrm>
            <a:off x="3327481" y="2831052"/>
            <a:ext cx="0" cy="1661435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339" name="Rectangle 243"/>
          <p:cNvSpPr>
            <a:spLocks noChangeArrowheads="1"/>
          </p:cNvSpPr>
          <p:nvPr/>
        </p:nvSpPr>
        <p:spPr bwMode="auto">
          <a:xfrm>
            <a:off x="6551614" y="166994"/>
            <a:ext cx="2303463" cy="288925"/>
          </a:xfrm>
          <a:prstGeom prst="rect">
            <a:avLst/>
          </a:prstGeom>
          <a:solidFill>
            <a:srgbClr val="CCFFCC">
              <a:alpha val="20000"/>
            </a:srgbClr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ja-JP" sz="1000" dirty="0"/>
              <a:t>0274-62-7645</a:t>
            </a:r>
          </a:p>
        </p:txBody>
      </p:sp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2592388" cy="431800"/>
          </a:xfrm>
        </p:spPr>
        <p:txBody>
          <a:bodyPr/>
          <a:lstStyle/>
          <a:p>
            <a:r>
              <a:rPr lang="ja-JP" altLang="en-US" sz="1800" dirty="0"/>
              <a:t>連絡網（生産一課一係）</a:t>
            </a:r>
          </a:p>
        </p:txBody>
      </p:sp>
      <p:sp>
        <p:nvSpPr>
          <p:cNvPr id="4334" name="フリーフォーム: 図形 4333">
            <a:extLst>
              <a:ext uri="{FF2B5EF4-FFF2-40B4-BE49-F238E27FC236}">
                <a16:creationId xmlns:a16="http://schemas.microsoft.com/office/drawing/2014/main" id="{AE4F9A36-8411-417A-B8C0-46A03A8337F7}"/>
              </a:ext>
            </a:extLst>
          </p:cNvPr>
          <p:cNvSpPr/>
          <p:nvPr/>
        </p:nvSpPr>
        <p:spPr>
          <a:xfrm>
            <a:off x="3853316" y="3621053"/>
            <a:ext cx="873565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kern="1200" cap="none" normalizeH="0" baseline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 </a:t>
            </a:r>
            <a:r>
              <a:rPr kumimoji="1" lang="ja-JP" altLang="en-US" sz="900" b="0" i="0" u="none" strike="noStrike" kern="1200" cap="none" normalizeH="0" baseline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市川宣夫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342" name="フリーフォーム: 図形 4341">
            <a:extLst>
              <a:ext uri="{FF2B5EF4-FFF2-40B4-BE49-F238E27FC236}">
                <a16:creationId xmlns:a16="http://schemas.microsoft.com/office/drawing/2014/main" id="{587EF71F-3729-4FE7-838E-B76A1CF71AEB}"/>
              </a:ext>
            </a:extLst>
          </p:cNvPr>
          <p:cNvSpPr/>
          <p:nvPr/>
        </p:nvSpPr>
        <p:spPr>
          <a:xfrm>
            <a:off x="3853309" y="2983490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磯貝勇輔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099" name="フリーフォーム: 図形 4098">
            <a:extLst>
              <a:ext uri="{FF2B5EF4-FFF2-40B4-BE49-F238E27FC236}">
                <a16:creationId xmlns:a16="http://schemas.microsoft.com/office/drawing/2014/main" id="{D2A2DF58-FA85-45DA-9DD5-5B29087E94AA}"/>
              </a:ext>
            </a:extLst>
          </p:cNvPr>
          <p:cNvSpPr/>
          <p:nvPr/>
        </p:nvSpPr>
        <p:spPr>
          <a:xfrm>
            <a:off x="2861087" y="3632961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4445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堀込貴子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100" name="フリーフォーム: 図形 4099">
            <a:extLst>
              <a:ext uri="{FF2B5EF4-FFF2-40B4-BE49-F238E27FC236}">
                <a16:creationId xmlns:a16="http://schemas.microsoft.com/office/drawing/2014/main" id="{C30F842F-7DEA-47B4-A3C5-7911EF352411}"/>
              </a:ext>
            </a:extLst>
          </p:cNvPr>
          <p:cNvSpPr/>
          <p:nvPr/>
        </p:nvSpPr>
        <p:spPr>
          <a:xfrm>
            <a:off x="2861087" y="4287880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4445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浦野菜美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101" name="フリーフォーム: 図形 100">
            <a:extLst>
              <a:ext uri="{FF2B5EF4-FFF2-40B4-BE49-F238E27FC236}">
                <a16:creationId xmlns:a16="http://schemas.microsoft.com/office/drawing/2014/main" id="{D54ED38B-E368-4EF0-97F2-8A666E9381BC}"/>
              </a:ext>
            </a:extLst>
          </p:cNvPr>
          <p:cNvSpPr/>
          <p:nvPr/>
        </p:nvSpPr>
        <p:spPr>
          <a:xfrm>
            <a:off x="2861087" y="2986797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4445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中村さゆり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cxnSp>
        <p:nvCxnSpPr>
          <p:cNvPr id="133" name="直線コネクタ 132">
            <a:extLst>
              <a:ext uri="{FF2B5EF4-FFF2-40B4-BE49-F238E27FC236}">
                <a16:creationId xmlns:a16="http://schemas.microsoft.com/office/drawing/2014/main" id="{4EFAFC80-97DD-41CC-A4C5-28DD1A821131}"/>
              </a:ext>
            </a:extLst>
          </p:cNvPr>
          <p:cNvCxnSpPr>
            <a:cxnSpLocks/>
          </p:cNvCxnSpPr>
          <p:nvPr/>
        </p:nvCxnSpPr>
        <p:spPr bwMode="auto">
          <a:xfrm>
            <a:off x="3313043" y="2831052"/>
            <a:ext cx="2001079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FCDEC8A5-8BA7-424A-A362-6255CDD0A3C7}"/>
              </a:ext>
            </a:extLst>
          </p:cNvPr>
          <p:cNvCxnSpPr>
            <a:cxnSpLocks/>
          </p:cNvCxnSpPr>
          <p:nvPr/>
        </p:nvCxnSpPr>
        <p:spPr bwMode="auto">
          <a:xfrm>
            <a:off x="5310481" y="2816645"/>
            <a:ext cx="0" cy="533136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097" name="フリーフォーム: 図形 4096">
            <a:extLst>
              <a:ext uri="{FF2B5EF4-FFF2-40B4-BE49-F238E27FC236}">
                <a16:creationId xmlns:a16="http://schemas.microsoft.com/office/drawing/2014/main" id="{90A8E300-B44D-44A3-B9F2-25D96128DD28}"/>
              </a:ext>
            </a:extLst>
          </p:cNvPr>
          <p:cNvSpPr/>
          <p:nvPr/>
        </p:nvSpPr>
        <p:spPr>
          <a:xfrm>
            <a:off x="4875593" y="2982823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4445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北村初美</a:t>
            </a:r>
          </a:p>
        </p:txBody>
      </p:sp>
      <p:sp>
        <p:nvSpPr>
          <p:cNvPr id="4337" name="フリーフォーム: 図形 4336">
            <a:extLst>
              <a:ext uri="{FF2B5EF4-FFF2-40B4-BE49-F238E27FC236}">
                <a16:creationId xmlns:a16="http://schemas.microsoft.com/office/drawing/2014/main" id="{3A95EFE8-DD3C-4524-9A66-0C80CCFD00C5}"/>
              </a:ext>
            </a:extLst>
          </p:cNvPr>
          <p:cNvSpPr/>
          <p:nvPr/>
        </p:nvSpPr>
        <p:spPr>
          <a:xfrm>
            <a:off x="3877944" y="2225310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茂木由美子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22" name="フリーフォーム: 図形 21">
            <a:extLst>
              <a:ext uri="{FF2B5EF4-FFF2-40B4-BE49-F238E27FC236}">
                <a16:creationId xmlns:a16="http://schemas.microsoft.com/office/drawing/2014/main" id="{D9EA7ADB-AE1D-4929-B595-E9F68DCD911F}"/>
              </a:ext>
            </a:extLst>
          </p:cNvPr>
          <p:cNvSpPr/>
          <p:nvPr/>
        </p:nvSpPr>
        <p:spPr>
          <a:xfrm>
            <a:off x="3877198" y="1668795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松井　照佳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090-9014-6945</a:t>
            </a:r>
          </a:p>
        </p:txBody>
      </p:sp>
      <p:sp>
        <p:nvSpPr>
          <p:cNvPr id="7" name="フリーフォーム: 図形 6">
            <a:extLst>
              <a:ext uri="{FF2B5EF4-FFF2-40B4-BE49-F238E27FC236}">
                <a16:creationId xmlns:a16="http://schemas.microsoft.com/office/drawing/2014/main" id="{13667C5D-580B-02E6-F2CE-8D98ACD62443}"/>
              </a:ext>
            </a:extLst>
          </p:cNvPr>
          <p:cNvSpPr/>
          <p:nvPr/>
        </p:nvSpPr>
        <p:spPr>
          <a:xfrm>
            <a:off x="3852634" y="4268284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安達好子</a:t>
            </a:r>
          </a:p>
        </p:txBody>
      </p:sp>
      <p:sp>
        <p:nvSpPr>
          <p:cNvPr id="8" name="フリーフォーム: 図形 7">
            <a:extLst>
              <a:ext uri="{FF2B5EF4-FFF2-40B4-BE49-F238E27FC236}">
                <a16:creationId xmlns:a16="http://schemas.microsoft.com/office/drawing/2014/main" id="{923F78E8-BA08-0A8C-20FD-CE96757C0C98}"/>
              </a:ext>
            </a:extLst>
          </p:cNvPr>
          <p:cNvSpPr/>
          <p:nvPr/>
        </p:nvSpPr>
        <p:spPr>
          <a:xfrm>
            <a:off x="3851120" y="4931559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本田聡美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284074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7" name="直線コネクタ 126">
            <a:extLst>
              <a:ext uri="{FF2B5EF4-FFF2-40B4-BE49-F238E27FC236}">
                <a16:creationId xmlns:a16="http://schemas.microsoft.com/office/drawing/2014/main" id="{36162463-08F9-4E91-9A33-5E390B71A791}"/>
              </a:ext>
            </a:extLst>
          </p:cNvPr>
          <p:cNvCxnSpPr>
            <a:cxnSpLocks/>
          </p:cNvCxnSpPr>
          <p:nvPr/>
        </p:nvCxnSpPr>
        <p:spPr bwMode="auto">
          <a:xfrm>
            <a:off x="1661696" y="2450207"/>
            <a:ext cx="5203668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339" name="Rectangle 243"/>
          <p:cNvSpPr>
            <a:spLocks noChangeArrowheads="1"/>
          </p:cNvSpPr>
          <p:nvPr/>
        </p:nvSpPr>
        <p:spPr bwMode="auto">
          <a:xfrm>
            <a:off x="6551614" y="166994"/>
            <a:ext cx="2303463" cy="288925"/>
          </a:xfrm>
          <a:prstGeom prst="rect">
            <a:avLst/>
          </a:prstGeom>
          <a:solidFill>
            <a:srgbClr val="CCFFCC">
              <a:alpha val="20000"/>
            </a:srgbClr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ja-JP" sz="1000" dirty="0"/>
              <a:t>0274-62-7645</a:t>
            </a:r>
          </a:p>
        </p:txBody>
      </p:sp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2592388" cy="431800"/>
          </a:xfrm>
        </p:spPr>
        <p:txBody>
          <a:bodyPr/>
          <a:lstStyle/>
          <a:p>
            <a:r>
              <a:rPr lang="ja-JP" altLang="en-US" sz="1800" dirty="0"/>
              <a:t>連絡網（生産一課一係）</a:t>
            </a:r>
          </a:p>
        </p:txBody>
      </p:sp>
      <p:sp>
        <p:nvSpPr>
          <p:cNvPr id="4104" name="フリーフォーム: 図形 4103">
            <a:extLst>
              <a:ext uri="{FF2B5EF4-FFF2-40B4-BE49-F238E27FC236}">
                <a16:creationId xmlns:a16="http://schemas.microsoft.com/office/drawing/2014/main" id="{00690593-FA5B-4670-8DC4-39A0E088C3DC}"/>
              </a:ext>
            </a:extLst>
          </p:cNvPr>
          <p:cNvSpPr/>
          <p:nvPr/>
        </p:nvSpPr>
        <p:spPr>
          <a:xfrm>
            <a:off x="4287655" y="2228238"/>
            <a:ext cx="898782" cy="461169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新井仁美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105" name="フリーフォーム: 図形 4104">
            <a:extLst>
              <a:ext uri="{FF2B5EF4-FFF2-40B4-BE49-F238E27FC236}">
                <a16:creationId xmlns:a16="http://schemas.microsoft.com/office/drawing/2014/main" id="{CA780034-18D7-4080-981A-9CECEBC9E592}"/>
              </a:ext>
            </a:extLst>
          </p:cNvPr>
          <p:cNvSpPr/>
          <p:nvPr/>
        </p:nvSpPr>
        <p:spPr>
          <a:xfrm>
            <a:off x="3260542" y="2228239"/>
            <a:ext cx="898782" cy="461169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土屋誠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106" name="フリーフォーム: 図形 4105">
            <a:extLst>
              <a:ext uri="{FF2B5EF4-FFF2-40B4-BE49-F238E27FC236}">
                <a16:creationId xmlns:a16="http://schemas.microsoft.com/office/drawing/2014/main" id="{7B7258F5-926E-499D-994B-DED64C2CA0E7}"/>
              </a:ext>
            </a:extLst>
          </p:cNvPr>
          <p:cNvSpPr/>
          <p:nvPr/>
        </p:nvSpPr>
        <p:spPr>
          <a:xfrm>
            <a:off x="5314768" y="2234242"/>
            <a:ext cx="898782" cy="461169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佐藤勇希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107" name="フリーフォーム: 図形 4106">
            <a:extLst>
              <a:ext uri="{FF2B5EF4-FFF2-40B4-BE49-F238E27FC236}">
                <a16:creationId xmlns:a16="http://schemas.microsoft.com/office/drawing/2014/main" id="{6239F87C-CA4E-43FE-B0D1-C71F27660508}"/>
              </a:ext>
            </a:extLst>
          </p:cNvPr>
          <p:cNvSpPr/>
          <p:nvPr/>
        </p:nvSpPr>
        <p:spPr>
          <a:xfrm>
            <a:off x="6341882" y="2228237"/>
            <a:ext cx="898782" cy="461169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松村昭尚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11" name="フリーフォーム: 図形 10">
            <a:extLst>
              <a:ext uri="{FF2B5EF4-FFF2-40B4-BE49-F238E27FC236}">
                <a16:creationId xmlns:a16="http://schemas.microsoft.com/office/drawing/2014/main" id="{D31CF93A-8DE0-4DE1-8A0B-53C6D14BFCAE}"/>
              </a:ext>
            </a:extLst>
          </p:cNvPr>
          <p:cNvSpPr/>
          <p:nvPr/>
        </p:nvSpPr>
        <p:spPr>
          <a:xfrm>
            <a:off x="1233586" y="2230110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松井　照佳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090-9014-6945</a:t>
            </a:r>
          </a:p>
        </p:txBody>
      </p:sp>
    </p:spTree>
    <p:extLst>
      <p:ext uri="{BB962C8B-B14F-4D97-AF65-F5344CB8AC3E}">
        <p14:creationId xmlns:p14="http://schemas.microsoft.com/office/powerpoint/2010/main" val="3325100032"/>
      </p:ext>
    </p:extLst>
  </p:cSld>
  <p:clrMapOvr>
    <a:masterClrMapping/>
  </p:clrMapOvr>
</p:sld>
</file>

<file path=ppt/theme/theme1.xml><?xml version="1.0" encoding="utf-8"?>
<a:theme xmlns:a="http://schemas.openxmlformats.org/drawingml/2006/main" name="標準デザイン">
  <a:themeElements>
    <a:clrScheme name="標準デザイン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標準デザイン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ja-JP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ja-JP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</a:defRPr>
        </a:defPPr>
      </a:lstStyle>
    </a:lnDef>
  </a:objectDefaults>
  <a:extraClrSchemeLst>
    <a:extraClrScheme>
      <a:clrScheme name="標準デザイン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テーマ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テーマ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14803</TotalTime>
  <Words>746</Words>
  <Application>Microsoft Office PowerPoint</Application>
  <PresentationFormat>画面に合わせる (4:3)</PresentationFormat>
  <Paragraphs>248</Paragraphs>
  <Slides>7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11" baseType="lpstr">
      <vt:lpstr>Meiryo UI</vt:lpstr>
      <vt:lpstr>ＭＳ Ｐゴシック</vt:lpstr>
      <vt:lpstr>Arial</vt:lpstr>
      <vt:lpstr>標準デザイン</vt:lpstr>
      <vt:lpstr>連絡網（生産一課一係）</vt:lpstr>
      <vt:lpstr>PowerPoint プレゼンテーション</vt:lpstr>
      <vt:lpstr>連絡網（生産一課一係）</vt:lpstr>
      <vt:lpstr>連絡網（生産一課一係）</vt:lpstr>
      <vt:lpstr>連絡網（生産一課一係）</vt:lpstr>
      <vt:lpstr>連絡網（生産一課一係）</vt:lpstr>
      <vt:lpstr>連絡網（生産一課一係）</vt:lpstr>
    </vt:vector>
  </TitlesOfParts>
  <Company>日本光電工業株式会社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連絡網（実装一係）</dc:title>
  <dc:creator>日本光電</dc:creator>
  <cp:lastModifiedBy>MOTEKI Yumiko (茂木 由美子)</cp:lastModifiedBy>
  <cp:revision>81</cp:revision>
  <cp:lastPrinted>2022-03-02T07:08:07Z</cp:lastPrinted>
  <dcterms:created xsi:type="dcterms:W3CDTF">2012-04-06T06:16:39Z</dcterms:created>
  <dcterms:modified xsi:type="dcterms:W3CDTF">2023-03-31T08:12:47Z</dcterms:modified>
</cp:coreProperties>
</file>