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8" r:id="rId2"/>
    <p:sldId id="260" r:id="rId3"/>
    <p:sldId id="261" r:id="rId4"/>
    <p:sldId id="262" r:id="rId5"/>
    <p:sldId id="263" r:id="rId6"/>
    <p:sldId id="264" r:id="rId7"/>
  </p:sldIdLst>
  <p:sldSz cx="9144000" cy="6858000" type="screen4x3"/>
  <p:notesSz cx="6735763" cy="9866313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FF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50" autoAdjust="0"/>
    <p:restoredTop sz="92799" autoAdjust="0"/>
  </p:normalViewPr>
  <p:slideViewPr>
    <p:cSldViewPr snapToGrid="0">
      <p:cViewPr varScale="1">
        <p:scale>
          <a:sx n="72" d="100"/>
          <a:sy n="72" d="100"/>
        </p:scale>
        <p:origin x="59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199DC3-867C-4836-BC60-3373C2B7301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7D52156-983C-4CEE-A559-C3801B8BC4CE}">
      <dgm:prSet phldrT="[テキスト]" custT="1"/>
      <dgm:spPr/>
      <dgm:t>
        <a:bodyPr/>
        <a:lstStyle/>
        <a:p>
          <a:r>
            <a:rPr kumimoji="1" lang="ja-JP" altLang="en-US" sz="7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dirty="0"/>
        </a:p>
      </dgm:t>
    </dgm:pt>
    <dgm:pt modelId="{699D1D91-55A1-491D-8E98-BDE755314BE5}" type="par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DDA2B02B-24AE-4732-8617-EC749D3C6CD9}" type="sib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322075CF-77B7-45E2-87D6-9CCD741BB62F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dirty="0"/>
        </a:p>
      </dgm:t>
    </dgm:pt>
    <dgm:pt modelId="{114BA934-5DAA-4DBE-9DF2-DECC63DFA76A}" type="parTrans" cxnId="{FDCBB7BE-0556-403D-A5F1-550402A4D5A3}">
      <dgm:prSet custT="1"/>
      <dgm:spPr/>
      <dgm:t>
        <a:bodyPr/>
        <a:lstStyle/>
        <a:p>
          <a:endParaRPr kumimoji="1" lang="ja-JP" altLang="en-US" sz="600"/>
        </a:p>
      </dgm:t>
    </dgm:pt>
    <dgm:pt modelId="{2EFE5541-F1D9-494E-92EC-3908D87E083F}" type="sibTrans" cxnId="{FDCBB7BE-0556-403D-A5F1-550402A4D5A3}">
      <dgm:prSet/>
      <dgm:spPr/>
      <dgm:t>
        <a:bodyPr/>
        <a:lstStyle/>
        <a:p>
          <a:endParaRPr kumimoji="1" lang="ja-JP" altLang="en-US" sz="1400"/>
        </a:p>
      </dgm:t>
    </dgm:pt>
    <dgm:pt modelId="{75B2F736-D412-4228-9E3F-D09A857F7980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gm:t>
    </dgm:pt>
    <dgm:pt modelId="{6FB92364-91C6-45F6-93D6-ECEF8D4B893D}" type="parTrans" cxnId="{9416E835-F46A-478B-90D4-CF2DA0BD8990}">
      <dgm:prSet custT="1"/>
      <dgm:spPr/>
      <dgm:t>
        <a:bodyPr/>
        <a:lstStyle/>
        <a:p>
          <a:endParaRPr kumimoji="1" lang="ja-JP" altLang="en-US" sz="300"/>
        </a:p>
      </dgm:t>
    </dgm:pt>
    <dgm:pt modelId="{A86FC39B-6519-4024-BA25-B02C3F4CC5E6}" type="sibTrans" cxnId="{9416E835-F46A-478B-90D4-CF2DA0BD8990}">
      <dgm:prSet/>
      <dgm:spPr/>
      <dgm:t>
        <a:bodyPr/>
        <a:lstStyle/>
        <a:p>
          <a:endParaRPr kumimoji="1" lang="ja-JP" altLang="en-US" sz="1400"/>
        </a:p>
      </dgm:t>
    </dgm:pt>
    <dgm:pt modelId="{17AF4BB8-19BC-4C4E-A243-06AF6A7246B6}">
      <dgm:prSet phldrT="[テキスト]" custT="1"/>
      <dgm:spPr/>
      <dgm:t>
        <a:bodyPr/>
        <a:lstStyle/>
        <a:p>
          <a:pPr algn="l" rtl="0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0BC59D63-70A1-428F-888A-7D4C4FDB0A07}" type="parTrans" cxnId="{D04C5A05-19EC-4A92-984D-2BC36CA8A55D}">
      <dgm:prSet custT="1"/>
      <dgm:spPr/>
      <dgm:t>
        <a:bodyPr/>
        <a:lstStyle/>
        <a:p>
          <a:endParaRPr kumimoji="1" lang="ja-JP" altLang="en-US" sz="300"/>
        </a:p>
      </dgm:t>
    </dgm:pt>
    <dgm:pt modelId="{BEFD305C-DBB7-45FE-9D58-64A58C82C471}" type="sibTrans" cxnId="{D04C5A05-19EC-4A92-984D-2BC36CA8A55D}">
      <dgm:prSet/>
      <dgm:spPr/>
      <dgm:t>
        <a:bodyPr/>
        <a:lstStyle/>
        <a:p>
          <a:endParaRPr kumimoji="1" lang="ja-JP" altLang="en-US" sz="1400"/>
        </a:p>
      </dgm:t>
    </dgm:pt>
    <dgm:pt modelId="{C5AB1BDA-88D8-494C-8B87-8E123E2865D5}">
      <dgm:prSet phldrT="[テキスト]"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dirty="0"/>
        </a:p>
      </dgm:t>
    </dgm:pt>
    <dgm:pt modelId="{4789EEDB-FC81-4711-B458-A62B776C7DA2}" type="parTrans" cxnId="{8A9A27E0-7DB7-4F97-97A1-C0A039EE17E6}">
      <dgm:prSet custT="1"/>
      <dgm:spPr/>
      <dgm:t>
        <a:bodyPr/>
        <a:lstStyle/>
        <a:p>
          <a:endParaRPr kumimoji="1" lang="ja-JP" altLang="en-US" sz="300"/>
        </a:p>
      </dgm:t>
    </dgm:pt>
    <dgm:pt modelId="{C9033E20-069E-4EA1-A2BC-752AC5398E25}" type="sibTrans" cxnId="{8A9A27E0-7DB7-4F97-97A1-C0A039EE17E6}">
      <dgm:prSet/>
      <dgm:spPr/>
      <dgm:t>
        <a:bodyPr/>
        <a:lstStyle/>
        <a:p>
          <a:endParaRPr kumimoji="1" lang="ja-JP" altLang="en-US" sz="1400"/>
        </a:p>
      </dgm:t>
    </dgm:pt>
    <dgm:pt modelId="{6C49B076-363B-4E6D-A3F1-F88BE854AB3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dirty="0"/>
        </a:p>
      </dgm:t>
    </dgm:pt>
    <dgm:pt modelId="{5782BE1B-1998-425D-B45B-863E27F51046}" type="parTrans" cxnId="{A1C5B3FA-7F25-4A1A-988A-1B854B63D090}">
      <dgm:prSet custT="1"/>
      <dgm:spPr/>
      <dgm:t>
        <a:bodyPr/>
        <a:lstStyle/>
        <a:p>
          <a:endParaRPr kumimoji="1" lang="ja-JP" altLang="en-US" sz="300"/>
        </a:p>
      </dgm:t>
    </dgm:pt>
    <dgm:pt modelId="{83427218-4798-484F-8611-0F68BF23A980}" type="sibTrans" cxnId="{A1C5B3FA-7F25-4A1A-988A-1B854B63D090}">
      <dgm:prSet/>
      <dgm:spPr/>
      <dgm:t>
        <a:bodyPr/>
        <a:lstStyle/>
        <a:p>
          <a:endParaRPr kumimoji="1" lang="ja-JP" altLang="en-US" sz="1400"/>
        </a:p>
      </dgm:t>
    </dgm:pt>
    <dgm:pt modelId="{7571BC91-43C0-435C-8B1A-9D952B93C9B5}">
      <dgm:prSet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dirty="0"/>
        </a:p>
      </dgm:t>
    </dgm:pt>
    <dgm:pt modelId="{879D7B52-6074-4869-8B0D-49F95D38B1CE}" type="parTrans" cxnId="{26100747-962C-49AA-BC3B-08A6FA9FDE94}">
      <dgm:prSet custT="1"/>
      <dgm:spPr/>
      <dgm:t>
        <a:bodyPr/>
        <a:lstStyle/>
        <a:p>
          <a:endParaRPr kumimoji="1" lang="ja-JP" altLang="en-US" sz="300"/>
        </a:p>
      </dgm:t>
    </dgm:pt>
    <dgm:pt modelId="{3A72A96E-321E-430C-8EAD-DBA03786AD04}" type="sibTrans" cxnId="{26100747-962C-49AA-BC3B-08A6FA9FDE94}">
      <dgm:prSet/>
      <dgm:spPr/>
      <dgm:t>
        <a:bodyPr/>
        <a:lstStyle/>
        <a:p>
          <a:endParaRPr kumimoji="1" lang="ja-JP" altLang="en-US" sz="1400"/>
        </a:p>
      </dgm:t>
    </dgm:pt>
    <dgm:pt modelId="{3A6F662D-0943-4FDD-8882-98EE9558C663}">
      <dgm:prSet custT="1"/>
      <dgm:spPr/>
      <dgm:t>
        <a:bodyPr/>
        <a:lstStyle/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gm:t>
    </dgm:pt>
    <dgm:pt modelId="{301911D4-273D-4323-BB27-92ECD3D12F47}" type="parTrans" cxnId="{50A3F1F3-880E-4C46-ABA2-D07BC231BC20}">
      <dgm:prSet custT="1"/>
      <dgm:spPr/>
      <dgm:t>
        <a:bodyPr/>
        <a:lstStyle/>
        <a:p>
          <a:endParaRPr kumimoji="1" lang="ja-JP" altLang="en-US" sz="300"/>
        </a:p>
      </dgm:t>
    </dgm:pt>
    <dgm:pt modelId="{243F7E89-6E02-4A9A-BC64-9170138F7091}" type="sibTrans" cxnId="{50A3F1F3-880E-4C46-ABA2-D07BC231BC20}">
      <dgm:prSet/>
      <dgm:spPr/>
      <dgm:t>
        <a:bodyPr/>
        <a:lstStyle/>
        <a:p>
          <a:endParaRPr kumimoji="1" lang="ja-JP" altLang="en-US" sz="1400"/>
        </a:p>
      </dgm:t>
    </dgm:pt>
    <dgm:pt modelId="{C469A6A0-839B-4451-B02A-5296F63C542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algn="l" rtl="0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DEFF117F-5909-475B-A767-E53ED4B3A342}" type="parTrans" cxnId="{B88B26AD-9175-419C-A266-64BFEA623B84}">
      <dgm:prSet custT="1"/>
      <dgm:spPr/>
      <dgm:t>
        <a:bodyPr/>
        <a:lstStyle/>
        <a:p>
          <a:endParaRPr kumimoji="1" lang="ja-JP" altLang="en-US" sz="300"/>
        </a:p>
      </dgm:t>
    </dgm:pt>
    <dgm:pt modelId="{6591F5F0-BA08-4CCC-BC1C-313EFF854465}" type="sibTrans" cxnId="{B88B26AD-9175-419C-A266-64BFEA623B84}">
      <dgm:prSet/>
      <dgm:spPr/>
      <dgm:t>
        <a:bodyPr/>
        <a:lstStyle/>
        <a:p>
          <a:endParaRPr kumimoji="1" lang="ja-JP" altLang="en-US" sz="1400"/>
        </a:p>
      </dgm:t>
    </dgm:pt>
    <dgm:pt modelId="{F2E31654-A343-46B5-B812-FDB0F21D9D21}">
      <dgm:prSet custT="1"/>
      <dgm:spPr>
        <a:ln>
          <a:solidFill>
            <a:srgbClr val="0000FF"/>
          </a:solidFill>
        </a:ln>
      </dgm:spPr>
      <dgm:t>
        <a:bodyPr/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五十嵐（</a:t>
          </a:r>
          <a:r>
            <a:rPr kumimoji="1" lang="en-US" altLang="ja-JP" sz="800" dirty="0">
              <a:solidFill>
                <a:schemeClr val="tx1"/>
              </a:solidFill>
            </a:rPr>
            <a:t>62360</a:t>
          </a:r>
          <a:r>
            <a:rPr kumimoji="1" lang="ja-JP" altLang="en-US" sz="800" dirty="0">
              <a:solidFill>
                <a:schemeClr val="tx1"/>
              </a:solidFill>
            </a:rPr>
            <a:t>）</a:t>
          </a: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竹渕（</a:t>
          </a:r>
          <a:r>
            <a:rPr kumimoji="1" lang="en-US" altLang="ja-JP" sz="800" dirty="0">
              <a:solidFill>
                <a:schemeClr val="tx1"/>
              </a:solidFill>
            </a:rPr>
            <a:t>63329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080-7497-2423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松井（</a:t>
          </a:r>
          <a:r>
            <a:rPr kumimoji="1" lang="en-US" altLang="ja-JP" sz="800" dirty="0">
              <a:solidFill>
                <a:schemeClr val="tx1"/>
              </a:solidFill>
            </a:rPr>
            <a:t>62392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080-7133-3046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茂木</a:t>
          </a: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en-US" altLang="ja-JP" sz="800" dirty="0">
            <a:solidFill>
              <a:schemeClr val="tx1"/>
            </a:solidFill>
          </a:endParaRPr>
        </a:p>
      </dgm:t>
    </dgm:pt>
    <dgm:pt modelId="{432996EF-A251-4557-8327-21731260B644}" type="parTrans" cxnId="{850F825F-213D-4DAD-807D-58BDCBADDB8E}">
      <dgm:prSet custT="1"/>
      <dgm:spPr>
        <a:ln>
          <a:solidFill>
            <a:srgbClr val="0000FF"/>
          </a:solidFill>
        </a:ln>
      </dgm:spPr>
      <dgm:t>
        <a:bodyPr/>
        <a:lstStyle/>
        <a:p>
          <a:endParaRPr kumimoji="1" lang="ja-JP" altLang="en-US" sz="1000"/>
        </a:p>
      </dgm:t>
    </dgm:pt>
    <dgm:pt modelId="{F662A29B-8CCD-447C-9638-DE0E2CA6374D}" type="sibTrans" cxnId="{850F825F-213D-4DAD-807D-58BDCBADDB8E}">
      <dgm:prSet/>
      <dgm:spPr/>
      <dgm:t>
        <a:bodyPr/>
        <a:lstStyle/>
        <a:p>
          <a:endParaRPr kumimoji="1" lang="ja-JP" altLang="en-US" sz="1400"/>
        </a:p>
      </dgm:t>
    </dgm:pt>
    <dgm:pt modelId="{0723FC9B-19DC-4490-AAE2-EC8573E6865F}">
      <dgm:prSet custT="1"/>
      <dgm:spPr/>
      <dgm:t>
        <a:bodyPr/>
        <a:lstStyle/>
        <a:p>
          <a:r>
            <a:rPr kumimoji="1" lang="en-US" altLang="ja-JP" sz="1200" dirty="0">
              <a:solidFill>
                <a:schemeClr val="tx1"/>
              </a:solidFill>
            </a:rPr>
            <a:t>119</a:t>
          </a:r>
          <a:endParaRPr kumimoji="1" lang="ja-JP" altLang="en-US" sz="1200" dirty="0">
            <a:solidFill>
              <a:schemeClr val="tx1"/>
            </a:solidFill>
          </a:endParaRPr>
        </a:p>
      </dgm:t>
    </dgm:pt>
    <dgm:pt modelId="{FDC7D37C-B3D5-4003-83EE-1ED16AFF704A}" type="parTrans" cxnId="{AC1AD26D-47DA-47B6-9A88-E2555573173E}">
      <dgm:prSet custT="1"/>
      <dgm:spPr/>
      <dgm:t>
        <a:bodyPr/>
        <a:lstStyle/>
        <a:p>
          <a:endParaRPr kumimoji="1" lang="ja-JP" altLang="en-US" sz="1100"/>
        </a:p>
      </dgm:t>
    </dgm:pt>
    <dgm:pt modelId="{2630A296-FCA1-40D0-BB5E-97F0223DD0C7}" type="sibTrans" cxnId="{AC1AD26D-47DA-47B6-9A88-E2555573173E}">
      <dgm:prSet/>
      <dgm:spPr/>
      <dgm:t>
        <a:bodyPr/>
        <a:lstStyle/>
        <a:p>
          <a:endParaRPr kumimoji="1" lang="ja-JP" altLang="en-US" sz="1400"/>
        </a:p>
      </dgm:t>
    </dgm:pt>
    <dgm:pt modelId="{FE8DEE2B-0F25-495E-A8A3-CD496CCACB9D}">
      <dgm:prSet custT="1"/>
      <dgm:spPr/>
      <dgm:t>
        <a:bodyPr/>
        <a:lstStyle/>
        <a:p>
          <a:pPr algn="l"/>
          <a:r>
            <a:rPr kumimoji="1" lang="en-US" altLang="ja-JP" sz="700" dirty="0">
              <a:solidFill>
                <a:schemeClr val="tx1"/>
              </a:solidFill>
            </a:rPr>
            <a:t>【AOI】</a:t>
          </a:r>
        </a:p>
      </dgm:t>
    </dgm:pt>
    <dgm:pt modelId="{297D39FB-4561-43C3-BCEA-A774238FCBB5}" type="parTrans" cxnId="{A1FCF8AF-9FBF-4006-B3AF-08F566EBAAE3}">
      <dgm:prSet custT="1"/>
      <dgm:spPr/>
      <dgm:t>
        <a:bodyPr/>
        <a:lstStyle/>
        <a:p>
          <a:endParaRPr kumimoji="1" lang="ja-JP" altLang="en-US" sz="300"/>
        </a:p>
      </dgm:t>
    </dgm:pt>
    <dgm:pt modelId="{B5501FB4-7365-49EC-AF23-442F20A2835D}" type="sibTrans" cxnId="{A1FCF8AF-9FBF-4006-B3AF-08F566EBAAE3}">
      <dgm:prSet/>
      <dgm:spPr/>
      <dgm:t>
        <a:bodyPr/>
        <a:lstStyle/>
        <a:p>
          <a:endParaRPr kumimoji="1" lang="ja-JP" altLang="en-US" sz="1400"/>
        </a:p>
      </dgm:t>
    </dgm:pt>
    <dgm:pt modelId="{21487287-0CAE-4E54-BFD2-D435A8C34E6B}">
      <dgm:prSet custT="1"/>
      <dgm:spPr/>
      <dgm:t>
        <a:bodyPr/>
        <a:lstStyle/>
        <a:p>
          <a:r>
            <a:rPr kumimoji="1" lang="ja-JP" altLang="en-US" sz="700" dirty="0">
              <a:solidFill>
                <a:schemeClr val="tx1"/>
              </a:solidFill>
            </a:rPr>
            <a:t>別紙　緊急時対応を参照</a:t>
          </a:r>
        </a:p>
      </dgm:t>
    </dgm:pt>
    <dgm:pt modelId="{03FF7E2E-4B3F-4D3F-8F0B-6F2AC2EA6454}" type="parTrans" cxnId="{02D14519-53D5-4EC5-A31D-876F016C3058}">
      <dgm:prSet custT="1"/>
      <dgm:spPr>
        <a:ln>
          <a:headEnd type="triangle"/>
        </a:ln>
      </dgm:spPr>
      <dgm:t>
        <a:bodyPr/>
        <a:lstStyle/>
        <a:p>
          <a:endParaRPr kumimoji="1" lang="ja-JP" altLang="en-US" sz="300"/>
        </a:p>
      </dgm:t>
    </dgm:pt>
    <dgm:pt modelId="{3A88943F-F84E-4604-92BD-6F1608CF2A26}" type="sibTrans" cxnId="{02D14519-53D5-4EC5-A31D-876F016C3058}">
      <dgm:prSet/>
      <dgm:spPr/>
      <dgm:t>
        <a:bodyPr/>
        <a:lstStyle/>
        <a:p>
          <a:endParaRPr kumimoji="1" lang="ja-JP" altLang="en-US" sz="1400"/>
        </a:p>
      </dgm:t>
    </dgm:pt>
    <dgm:pt modelId="{6505A63C-248E-4941-A10E-3253C20E78C7}">
      <dgm:prSet custT="1"/>
      <dgm:spPr/>
      <dgm:t>
        <a:bodyPr/>
        <a:lstStyle/>
        <a:p>
          <a:pPr algn="l"/>
          <a:r>
            <a:rPr kumimoji="1" lang="ja-JP" altLang="en-US" sz="7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090-3092-2153</a:t>
          </a:r>
          <a:r>
            <a:rPr kumimoji="1" lang="ja-JP" altLang="en-US" sz="700" dirty="0">
              <a:solidFill>
                <a:schemeClr val="tx1"/>
              </a:solidFill>
            </a:rPr>
            <a:t>　（</a:t>
          </a:r>
          <a:r>
            <a:rPr kumimoji="1" lang="en-US" altLang="ja-JP" sz="700" dirty="0">
              <a:solidFill>
                <a:schemeClr val="tx1"/>
              </a:solidFill>
            </a:rPr>
            <a:t>047-311-5000</a:t>
          </a:r>
          <a:r>
            <a:rPr kumimoji="1" lang="ja-JP" altLang="en-US" sz="700" dirty="0">
              <a:solidFill>
                <a:schemeClr val="tx1"/>
              </a:solidFill>
            </a:rPr>
            <a:t>）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047-311-2171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043-297-0711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043-310-3070</a:t>
          </a:r>
        </a:p>
      </dgm:t>
    </dgm:pt>
    <dgm:pt modelId="{E48DD4F1-3231-44B6-80AC-828F48EDEFCB}" type="sib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56C9FE6B-0D76-4FD2-9954-9C991BD533B6}" type="par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DB4C660C-2D69-40A9-BD3A-F8322BCD0994}">
      <dgm:prSet custT="1"/>
      <dgm:spPr/>
      <dgm:t>
        <a:bodyPr/>
        <a:lstStyle/>
        <a:p>
          <a:pPr algn="l"/>
          <a:r>
            <a:rPr kumimoji="1" lang="en-US" altLang="ja-JP" sz="900" dirty="0">
              <a:solidFill>
                <a:schemeClr val="tx1"/>
              </a:solidFill>
            </a:rPr>
            <a:t>【</a:t>
          </a:r>
          <a:r>
            <a:rPr kumimoji="1" lang="ja-JP" altLang="en-US" sz="900" dirty="0">
              <a:solidFill>
                <a:schemeClr val="tx1"/>
              </a:solidFill>
            </a:rPr>
            <a:t>Ｘ線</a:t>
          </a:r>
          <a:r>
            <a:rPr kumimoji="1" lang="en-US" altLang="ja-JP" sz="900" dirty="0">
              <a:solidFill>
                <a:schemeClr val="tx1"/>
              </a:solidFill>
            </a:rPr>
            <a:t>】</a:t>
          </a:r>
        </a:p>
        <a:p>
          <a:pPr algn="l"/>
          <a:r>
            <a:rPr kumimoji="1" lang="en-US" altLang="ja-JP" sz="900" dirty="0">
              <a:solidFill>
                <a:schemeClr val="tx1"/>
              </a:solidFill>
            </a:rPr>
            <a:t>【</a:t>
          </a:r>
          <a:r>
            <a:rPr kumimoji="1" lang="ja-JP" altLang="en-US" sz="900" dirty="0">
              <a:solidFill>
                <a:schemeClr val="tx1"/>
              </a:solidFill>
            </a:rPr>
            <a:t>マスク洗浄機</a:t>
          </a:r>
          <a:r>
            <a:rPr kumimoji="1" lang="en-US" altLang="ja-JP" sz="900" dirty="0">
              <a:solidFill>
                <a:schemeClr val="tx1"/>
              </a:solidFill>
            </a:rPr>
            <a:t>】</a:t>
          </a:r>
        </a:p>
      </dgm:t>
    </dgm:pt>
    <dgm:pt modelId="{A55454C2-59D9-46E0-B310-4A6D7107F247}" type="parTrans" cxnId="{5DABFEB0-04F8-419C-BF97-CA16A98754E3}">
      <dgm:prSet/>
      <dgm:spPr/>
      <dgm:t>
        <a:bodyPr/>
        <a:lstStyle/>
        <a:p>
          <a:endParaRPr kumimoji="1" lang="ja-JP" altLang="en-US"/>
        </a:p>
      </dgm:t>
    </dgm:pt>
    <dgm:pt modelId="{177A6F25-1A36-4EA7-AE25-EFC6C5AF3253}" type="sibTrans" cxnId="{5DABFEB0-04F8-419C-BF97-CA16A98754E3}">
      <dgm:prSet/>
      <dgm:spPr/>
      <dgm:t>
        <a:bodyPr/>
        <a:lstStyle/>
        <a:p>
          <a:endParaRPr kumimoji="1" lang="ja-JP" altLang="en-US"/>
        </a:p>
      </dgm:t>
    </dgm:pt>
    <dgm:pt modelId="{25B23F54-972C-4CC8-93E0-5D65BE2BE6E1}">
      <dgm:prSet custT="1"/>
      <dgm:spPr/>
      <dgm:t>
        <a:bodyPr/>
        <a:lstStyle/>
        <a:p>
          <a:pPr algn="l"/>
          <a:r>
            <a:rPr kumimoji="1" lang="ja-JP" altLang="en-US" sz="800" dirty="0">
              <a:solidFill>
                <a:schemeClr val="tx1"/>
              </a:solidFill>
            </a:rPr>
            <a:t>（株）成電社　山崎様</a:t>
          </a:r>
          <a:endParaRPr kumimoji="1" lang="en-US" altLang="ja-JP" sz="800" dirty="0">
            <a:solidFill>
              <a:schemeClr val="tx1"/>
            </a:solidFill>
          </a:endParaRPr>
        </a:p>
        <a:p>
          <a:pPr algn="l"/>
          <a:r>
            <a:rPr kumimoji="1" lang="ja-JP" altLang="en-US" sz="800" dirty="0">
              <a:solidFill>
                <a:schemeClr val="tx1"/>
              </a:solidFill>
            </a:rPr>
            <a:t>〇</a:t>
          </a:r>
          <a:r>
            <a:rPr kumimoji="1" lang="en-US" altLang="ja-JP" sz="800" dirty="0">
              <a:solidFill>
                <a:schemeClr val="tx1"/>
              </a:solidFill>
            </a:rPr>
            <a:t>TEL</a:t>
          </a:r>
          <a:r>
            <a:rPr kumimoji="1" lang="ja-JP" altLang="en-US" sz="800" dirty="0">
              <a:solidFill>
                <a:schemeClr val="tx1"/>
              </a:solidFill>
            </a:rPr>
            <a:t>　</a:t>
          </a:r>
          <a:r>
            <a:rPr kumimoji="1" lang="en-US" altLang="ja-JP" sz="800" dirty="0">
              <a:solidFill>
                <a:schemeClr val="tx1"/>
              </a:solidFill>
            </a:rPr>
            <a:t>027-362-5111</a:t>
          </a:r>
          <a:r>
            <a:rPr kumimoji="1" lang="ja-JP" altLang="en-US" sz="800" dirty="0">
              <a:solidFill>
                <a:schemeClr val="tx1"/>
              </a:solidFill>
            </a:rPr>
            <a:t>　高崎</a:t>
          </a:r>
          <a:endParaRPr kumimoji="1" lang="en-US" altLang="ja-JP" sz="800" dirty="0">
            <a:solidFill>
              <a:schemeClr val="tx1"/>
            </a:solidFill>
          </a:endParaRPr>
        </a:p>
        <a:p>
          <a:pPr algn="l"/>
          <a:r>
            <a:rPr kumimoji="1" lang="ja-JP" altLang="en-US" sz="800" dirty="0">
              <a:solidFill>
                <a:schemeClr val="tx1"/>
              </a:solidFill>
            </a:rPr>
            <a:t>〇</a:t>
          </a:r>
          <a:r>
            <a:rPr kumimoji="1" lang="en-US" altLang="ja-JP" sz="800" dirty="0">
              <a:solidFill>
                <a:schemeClr val="tx1"/>
              </a:solidFill>
            </a:rPr>
            <a:t>FAX</a:t>
          </a:r>
          <a:r>
            <a:rPr kumimoji="1" lang="ja-JP" altLang="en-US" sz="800" dirty="0">
              <a:solidFill>
                <a:schemeClr val="tx1"/>
              </a:solidFill>
            </a:rPr>
            <a:t>　</a:t>
          </a:r>
          <a:r>
            <a:rPr kumimoji="1" lang="en-US" altLang="ja-JP" sz="800" dirty="0">
              <a:solidFill>
                <a:schemeClr val="tx1"/>
              </a:solidFill>
            </a:rPr>
            <a:t>027-362-5950</a:t>
          </a:r>
        </a:p>
        <a:p>
          <a:pPr algn="l"/>
          <a:r>
            <a:rPr kumimoji="1" lang="ja-JP" altLang="en-US" sz="800" dirty="0">
              <a:solidFill>
                <a:schemeClr val="tx1"/>
              </a:solidFill>
            </a:rPr>
            <a:t>携帯　</a:t>
          </a:r>
          <a:r>
            <a:rPr kumimoji="1" lang="en-US" altLang="ja-JP" sz="800" dirty="0">
              <a:solidFill>
                <a:schemeClr val="tx1"/>
              </a:solidFill>
            </a:rPr>
            <a:t>070-4336-3547</a:t>
          </a:r>
        </a:p>
        <a:p>
          <a:pPr algn="l"/>
          <a:endParaRPr kumimoji="1" lang="ja-JP" altLang="en-US" sz="500" dirty="0"/>
        </a:p>
      </dgm:t>
    </dgm:pt>
    <dgm:pt modelId="{685F622E-DA07-4CC5-AA5C-2D591D668D02}" type="parTrans" cxnId="{24990CD3-1AA4-4955-A969-840ACEA785A5}">
      <dgm:prSet/>
      <dgm:spPr/>
      <dgm:t>
        <a:bodyPr/>
        <a:lstStyle/>
        <a:p>
          <a:endParaRPr kumimoji="1" lang="ja-JP" altLang="en-US"/>
        </a:p>
      </dgm:t>
    </dgm:pt>
    <dgm:pt modelId="{F893915F-99B0-4AFF-896B-CF86C18912D6}" type="sibTrans" cxnId="{24990CD3-1AA4-4955-A969-840ACEA785A5}">
      <dgm:prSet/>
      <dgm:spPr/>
      <dgm:t>
        <a:bodyPr/>
        <a:lstStyle/>
        <a:p>
          <a:endParaRPr kumimoji="1" lang="ja-JP" altLang="en-US"/>
        </a:p>
      </dgm:t>
    </dgm:pt>
    <dgm:pt modelId="{332EB43B-D588-40D1-850D-111D3A1EA599}" type="pres">
      <dgm:prSet presAssocID="{9C199DC3-867C-4836-BC60-3373C2B730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8CED902-D9BB-40F5-89D8-E9F6094A9B9B}" type="pres">
      <dgm:prSet presAssocID="{C7D52156-983C-4CEE-A559-C3801B8BC4CE}" presName="root1" presStyleCnt="0"/>
      <dgm:spPr/>
    </dgm:pt>
    <dgm:pt modelId="{5F340269-91BE-45D0-B4E9-2C213DCF86A0}" type="pres">
      <dgm:prSet presAssocID="{C7D52156-983C-4CEE-A559-C3801B8BC4CE}" presName="LevelOneTextNode" presStyleLbl="node0" presStyleIdx="0" presStyleCnt="4" custLinFactNeighborX="-46181" custLinFactNeighborY="-32878">
        <dgm:presLayoutVars>
          <dgm:chPref val="3"/>
        </dgm:presLayoutVars>
      </dgm:prSet>
      <dgm:spPr/>
    </dgm:pt>
    <dgm:pt modelId="{3C0C9CA6-73B4-4447-97A6-6A42896A68DB}" type="pres">
      <dgm:prSet presAssocID="{C7D52156-983C-4CEE-A559-C3801B8BC4CE}" presName="level2hierChild" presStyleCnt="0"/>
      <dgm:spPr/>
    </dgm:pt>
    <dgm:pt modelId="{F5A00572-968A-4050-B387-A5CC3A47F2B5}" type="pres">
      <dgm:prSet presAssocID="{114BA934-5DAA-4DBE-9DF2-DECC63DFA76A}" presName="conn2-1" presStyleLbl="parChTrans1D2" presStyleIdx="0" presStyleCnt="6"/>
      <dgm:spPr/>
    </dgm:pt>
    <dgm:pt modelId="{EDF75734-4E62-4C89-B3F3-022E681CEEBE}" type="pres">
      <dgm:prSet presAssocID="{114BA934-5DAA-4DBE-9DF2-DECC63DFA76A}" presName="connTx" presStyleLbl="parChTrans1D2" presStyleIdx="0" presStyleCnt="6"/>
      <dgm:spPr/>
    </dgm:pt>
    <dgm:pt modelId="{FAFD2D2E-09FC-436B-8806-5B7B7CA3124B}" type="pres">
      <dgm:prSet presAssocID="{322075CF-77B7-45E2-87D6-9CCD741BB62F}" presName="root2" presStyleCnt="0"/>
      <dgm:spPr/>
    </dgm:pt>
    <dgm:pt modelId="{1DBBDD28-6CA6-407A-929A-CD70276BFA1B}" type="pres">
      <dgm:prSet presAssocID="{322075CF-77B7-45E2-87D6-9CCD741BB62F}" presName="LevelTwoTextNode" presStyleLbl="node2" presStyleIdx="0" presStyleCnt="6" custScaleX="125368" custScaleY="192469" custLinFactNeighborX="-1749" custLinFactNeighborY="62638">
        <dgm:presLayoutVars>
          <dgm:chPref val="3"/>
        </dgm:presLayoutVars>
      </dgm:prSet>
      <dgm:spPr/>
    </dgm:pt>
    <dgm:pt modelId="{578526C6-59D8-41ED-8711-63D25D31A285}" type="pres">
      <dgm:prSet presAssocID="{322075CF-77B7-45E2-87D6-9CCD741BB62F}" presName="level3hierChild" presStyleCnt="0"/>
      <dgm:spPr/>
    </dgm:pt>
    <dgm:pt modelId="{98E0C2EF-DF1B-4695-9F6F-28293CCF8FE6}" type="pres">
      <dgm:prSet presAssocID="{6FB92364-91C6-45F6-93D6-ECEF8D4B893D}" presName="conn2-1" presStyleLbl="parChTrans1D3" presStyleIdx="0" presStyleCnt="4"/>
      <dgm:spPr/>
    </dgm:pt>
    <dgm:pt modelId="{51D50C2A-1FC8-4D27-9D01-C472F2EEC828}" type="pres">
      <dgm:prSet presAssocID="{6FB92364-91C6-45F6-93D6-ECEF8D4B893D}" presName="connTx" presStyleLbl="parChTrans1D3" presStyleIdx="0" presStyleCnt="4"/>
      <dgm:spPr/>
    </dgm:pt>
    <dgm:pt modelId="{0FF2C208-BA57-45B0-A1EA-95A03E800AD7}" type="pres">
      <dgm:prSet presAssocID="{75B2F736-D412-4228-9E3F-D09A857F7980}" presName="root2" presStyleCnt="0"/>
      <dgm:spPr/>
    </dgm:pt>
    <dgm:pt modelId="{F973BC3C-3468-4A20-BA7A-97C6D946A49F}" type="pres">
      <dgm:prSet presAssocID="{75B2F736-D412-4228-9E3F-D09A857F7980}" presName="LevelTwoTextNode" presStyleLbl="node3" presStyleIdx="0" presStyleCnt="4" custScaleX="287671" custScaleY="339007" custLinFactNeighborX="-11823" custLinFactNeighborY="14641">
        <dgm:presLayoutVars>
          <dgm:chPref val="3"/>
        </dgm:presLayoutVars>
      </dgm:prSet>
      <dgm:spPr/>
    </dgm:pt>
    <dgm:pt modelId="{9534260B-9753-4C67-8AF1-5AA099174734}" type="pres">
      <dgm:prSet presAssocID="{75B2F736-D412-4228-9E3F-D09A857F7980}" presName="level3hierChild" presStyleCnt="0"/>
      <dgm:spPr/>
    </dgm:pt>
    <dgm:pt modelId="{C22C6304-F9A7-4830-9922-D2F42F43E726}" type="pres">
      <dgm:prSet presAssocID="{0BC59D63-70A1-428F-888A-7D4C4FDB0A07}" presName="conn2-1" presStyleLbl="parChTrans1D2" presStyleIdx="1" presStyleCnt="6"/>
      <dgm:spPr/>
    </dgm:pt>
    <dgm:pt modelId="{EA5C7E17-1ECA-4DAB-B79F-D3F665606B56}" type="pres">
      <dgm:prSet presAssocID="{0BC59D63-70A1-428F-888A-7D4C4FDB0A07}" presName="connTx" presStyleLbl="parChTrans1D2" presStyleIdx="1" presStyleCnt="6"/>
      <dgm:spPr/>
    </dgm:pt>
    <dgm:pt modelId="{E2A12741-A07C-41AC-AF70-ADC8CF7CB37C}" type="pres">
      <dgm:prSet presAssocID="{17AF4BB8-19BC-4C4E-A243-06AF6A7246B6}" presName="root2" presStyleCnt="0"/>
      <dgm:spPr/>
    </dgm:pt>
    <dgm:pt modelId="{17550927-DFD4-4A52-927D-765760F40A91}" type="pres">
      <dgm:prSet presAssocID="{17AF4BB8-19BC-4C4E-A243-06AF6A7246B6}" presName="LevelTwoTextNode" presStyleLbl="node2" presStyleIdx="1" presStyleCnt="6" custScaleY="213938" custLinFactNeighborX="-5423" custLinFactNeighborY="-9734">
        <dgm:presLayoutVars>
          <dgm:chPref val="3"/>
        </dgm:presLayoutVars>
      </dgm:prSet>
      <dgm:spPr/>
    </dgm:pt>
    <dgm:pt modelId="{91447D91-7190-4B0D-A3D5-3075D6955696}" type="pres">
      <dgm:prSet presAssocID="{17AF4BB8-19BC-4C4E-A243-06AF6A7246B6}" presName="level3hierChild" presStyleCnt="0"/>
      <dgm:spPr/>
    </dgm:pt>
    <dgm:pt modelId="{86075AA0-9FBC-48FA-B5B1-B91782EF5E29}" type="pres">
      <dgm:prSet presAssocID="{4789EEDB-FC81-4711-B458-A62B776C7DA2}" presName="conn2-1" presStyleLbl="parChTrans1D3" presStyleIdx="1" presStyleCnt="4"/>
      <dgm:spPr/>
    </dgm:pt>
    <dgm:pt modelId="{A7869578-ADD9-492F-8758-7CE680901525}" type="pres">
      <dgm:prSet presAssocID="{4789EEDB-FC81-4711-B458-A62B776C7DA2}" presName="connTx" presStyleLbl="parChTrans1D3" presStyleIdx="1" presStyleCnt="4"/>
      <dgm:spPr/>
    </dgm:pt>
    <dgm:pt modelId="{BFED4080-F8F1-4885-AC71-AEA56893F80C}" type="pres">
      <dgm:prSet presAssocID="{C5AB1BDA-88D8-494C-8B87-8E123E2865D5}" presName="root2" presStyleCnt="0"/>
      <dgm:spPr/>
    </dgm:pt>
    <dgm:pt modelId="{32DDDB71-9A7D-4D56-AD81-EA0D6755A001}" type="pres">
      <dgm:prSet presAssocID="{C5AB1BDA-88D8-494C-8B87-8E123E2865D5}" presName="LevelTwoTextNode" presStyleLbl="node3" presStyleIdx="1" presStyleCnt="4" custScaleX="187708" custScaleY="337829" custLinFactNeighborX="29686" custLinFactNeighborY="89831">
        <dgm:presLayoutVars>
          <dgm:chPref val="3"/>
        </dgm:presLayoutVars>
      </dgm:prSet>
      <dgm:spPr/>
    </dgm:pt>
    <dgm:pt modelId="{2BFA6177-1459-477E-BEE4-769D8CEBD74A}" type="pres">
      <dgm:prSet presAssocID="{C5AB1BDA-88D8-494C-8B87-8E123E2865D5}" presName="level3hierChild" presStyleCnt="0"/>
      <dgm:spPr/>
    </dgm:pt>
    <dgm:pt modelId="{ED7C5F1E-6320-490D-87B8-34DB26FA4CAB}" type="pres">
      <dgm:prSet presAssocID="{301911D4-273D-4323-BB27-92ECD3D12F47}" presName="conn2-1" presStyleLbl="parChTrans1D4" presStyleIdx="0" presStyleCnt="2"/>
      <dgm:spPr/>
    </dgm:pt>
    <dgm:pt modelId="{4EF56ACC-EB51-406B-AE27-49BFEFD61C4E}" type="pres">
      <dgm:prSet presAssocID="{301911D4-273D-4323-BB27-92ECD3D12F47}" presName="connTx" presStyleLbl="parChTrans1D4" presStyleIdx="0" presStyleCnt="2"/>
      <dgm:spPr/>
    </dgm:pt>
    <dgm:pt modelId="{499A3ECA-5788-488E-9662-18131C23A272}" type="pres">
      <dgm:prSet presAssocID="{3A6F662D-0943-4FDD-8882-98EE9558C663}" presName="root2" presStyleCnt="0"/>
      <dgm:spPr/>
    </dgm:pt>
    <dgm:pt modelId="{648366A5-831D-4FD1-9278-5A8443F18FF3}" type="pres">
      <dgm:prSet presAssocID="{3A6F662D-0943-4FDD-8882-98EE9558C663}" presName="LevelTwoTextNode" presStyleLbl="node4" presStyleIdx="0" presStyleCnt="2" custScaleX="257017" custScaleY="275077" custLinFactX="88067" custLinFactNeighborX="100000" custLinFactNeighborY="-89311">
        <dgm:presLayoutVars>
          <dgm:chPref val="3"/>
        </dgm:presLayoutVars>
      </dgm:prSet>
      <dgm:spPr/>
    </dgm:pt>
    <dgm:pt modelId="{C390469C-BB68-44AE-AE11-0E1B60234E82}" type="pres">
      <dgm:prSet presAssocID="{3A6F662D-0943-4FDD-8882-98EE9558C663}" presName="level3hierChild" presStyleCnt="0"/>
      <dgm:spPr/>
    </dgm:pt>
    <dgm:pt modelId="{912DC8C3-DC0F-462D-B3BB-BBA4BAA4EE9C}" type="pres">
      <dgm:prSet presAssocID="{5782BE1B-1998-425D-B45B-863E27F51046}" presName="conn2-1" presStyleLbl="parChTrans1D2" presStyleIdx="2" presStyleCnt="6"/>
      <dgm:spPr/>
    </dgm:pt>
    <dgm:pt modelId="{EC75D60F-87A2-49F6-8229-15995A722DBC}" type="pres">
      <dgm:prSet presAssocID="{5782BE1B-1998-425D-B45B-863E27F51046}" presName="connTx" presStyleLbl="parChTrans1D2" presStyleIdx="2" presStyleCnt="6"/>
      <dgm:spPr/>
    </dgm:pt>
    <dgm:pt modelId="{89A67F48-A67B-48E3-BD65-823F97D5DE2C}" type="pres">
      <dgm:prSet presAssocID="{6C49B076-363B-4E6D-A3F1-F88BE854AB3B}" presName="root2" presStyleCnt="0"/>
      <dgm:spPr/>
    </dgm:pt>
    <dgm:pt modelId="{369515AF-3A38-4098-83F9-733100C16A9D}" type="pres">
      <dgm:prSet presAssocID="{6C49B076-363B-4E6D-A3F1-F88BE854AB3B}" presName="LevelTwoTextNode" presStyleLbl="node2" presStyleIdx="2" presStyleCnt="6" custScaleX="143528" custScaleY="194558" custLinFactY="-100000" custLinFactNeighborX="-10838" custLinFactNeighborY="-125932">
        <dgm:presLayoutVars>
          <dgm:chPref val="3"/>
        </dgm:presLayoutVars>
      </dgm:prSet>
      <dgm:spPr/>
    </dgm:pt>
    <dgm:pt modelId="{0B744EEE-C77B-406C-A3FE-C8FBA749CF3D}" type="pres">
      <dgm:prSet presAssocID="{6C49B076-363B-4E6D-A3F1-F88BE854AB3B}" presName="level3hierChild" presStyleCnt="0"/>
      <dgm:spPr/>
    </dgm:pt>
    <dgm:pt modelId="{57CF804A-1CBF-4E86-988C-E57B4EE3A910}" type="pres">
      <dgm:prSet presAssocID="{879D7B52-6074-4869-8B0D-49F95D38B1CE}" presName="conn2-1" presStyleLbl="parChTrans1D3" presStyleIdx="2" presStyleCnt="4"/>
      <dgm:spPr/>
    </dgm:pt>
    <dgm:pt modelId="{D832D721-A01D-42A3-B33C-5B6D57DCB401}" type="pres">
      <dgm:prSet presAssocID="{879D7B52-6074-4869-8B0D-49F95D38B1CE}" presName="connTx" presStyleLbl="parChTrans1D3" presStyleIdx="2" presStyleCnt="4"/>
      <dgm:spPr/>
    </dgm:pt>
    <dgm:pt modelId="{B37347DD-338B-4F61-BE75-A80C28EBCA14}" type="pres">
      <dgm:prSet presAssocID="{7571BC91-43C0-435C-8B1A-9D952B93C9B5}" presName="root2" presStyleCnt="0"/>
      <dgm:spPr/>
    </dgm:pt>
    <dgm:pt modelId="{AE4779AF-7612-45C8-AEDC-D93497A2580A}" type="pres">
      <dgm:prSet presAssocID="{7571BC91-43C0-435C-8B1A-9D952B93C9B5}" presName="LevelTwoTextNode" presStyleLbl="node3" presStyleIdx="2" presStyleCnt="4" custScaleX="168762" custScaleY="377801" custLinFactY="-9148" custLinFactNeighborX="-2264" custLinFactNeighborY="-100000">
        <dgm:presLayoutVars>
          <dgm:chPref val="3"/>
        </dgm:presLayoutVars>
      </dgm:prSet>
      <dgm:spPr/>
    </dgm:pt>
    <dgm:pt modelId="{C8DE40F4-8484-4A77-8A31-CFF92767495C}" type="pres">
      <dgm:prSet presAssocID="{7571BC91-43C0-435C-8B1A-9D952B93C9B5}" presName="level3hierChild" presStyleCnt="0"/>
      <dgm:spPr/>
    </dgm:pt>
    <dgm:pt modelId="{3B7AD0BC-62AA-4F3D-A2E1-109922FDE922}" type="pres">
      <dgm:prSet presAssocID="{DEFF117F-5909-475B-A767-E53ED4B3A342}" presName="conn2-1" presStyleLbl="parChTrans1D4" presStyleIdx="1" presStyleCnt="2"/>
      <dgm:spPr/>
    </dgm:pt>
    <dgm:pt modelId="{545855E2-7C04-4844-A604-62502D532F6A}" type="pres">
      <dgm:prSet presAssocID="{DEFF117F-5909-475B-A767-E53ED4B3A342}" presName="connTx" presStyleLbl="parChTrans1D4" presStyleIdx="1" presStyleCnt="2"/>
      <dgm:spPr/>
    </dgm:pt>
    <dgm:pt modelId="{006F8DCB-3F30-4DE3-A32F-18EE159E190E}" type="pres">
      <dgm:prSet presAssocID="{C469A6A0-839B-4451-B02A-5296F63C542B}" presName="root2" presStyleCnt="0"/>
      <dgm:spPr/>
    </dgm:pt>
    <dgm:pt modelId="{69D5C9FB-555E-46AB-8563-DBDAACF86256}" type="pres">
      <dgm:prSet presAssocID="{C469A6A0-839B-4451-B02A-5296F63C542B}" presName="LevelTwoTextNode" presStyleLbl="node4" presStyleIdx="1" presStyleCnt="2" custScaleX="216012" custScaleY="868129" custLinFactX="64429" custLinFactNeighborX="100000" custLinFactNeighborY="-94492">
        <dgm:presLayoutVars>
          <dgm:chPref val="3"/>
        </dgm:presLayoutVars>
      </dgm:prSet>
      <dgm:spPr/>
    </dgm:pt>
    <dgm:pt modelId="{A05E4490-B681-4978-B44D-AC1F756E74C7}" type="pres">
      <dgm:prSet presAssocID="{C469A6A0-839B-4451-B02A-5296F63C542B}" presName="level3hierChild" presStyleCnt="0"/>
      <dgm:spPr/>
    </dgm:pt>
    <dgm:pt modelId="{E3993C5F-07B6-45F0-A896-6B62B86276F8}" type="pres">
      <dgm:prSet presAssocID="{297D39FB-4561-43C3-BCEA-A774238FCBB5}" presName="conn2-1" presStyleLbl="parChTrans1D2" presStyleIdx="3" presStyleCnt="6"/>
      <dgm:spPr/>
    </dgm:pt>
    <dgm:pt modelId="{A684D9F7-484A-4DA5-9078-1FEBB23040DF}" type="pres">
      <dgm:prSet presAssocID="{297D39FB-4561-43C3-BCEA-A774238FCBB5}" presName="connTx" presStyleLbl="parChTrans1D2" presStyleIdx="3" presStyleCnt="6"/>
      <dgm:spPr/>
    </dgm:pt>
    <dgm:pt modelId="{AF2C6124-5B53-44BF-BB86-BED813E2D6F5}" type="pres">
      <dgm:prSet presAssocID="{FE8DEE2B-0F25-495E-A8A3-CD496CCACB9D}" presName="root2" presStyleCnt="0"/>
      <dgm:spPr/>
    </dgm:pt>
    <dgm:pt modelId="{A50C2361-3ACF-44DC-B7CD-43677F3D432D}" type="pres">
      <dgm:prSet presAssocID="{FE8DEE2B-0F25-495E-A8A3-CD496CCACB9D}" presName="LevelTwoTextNode" presStyleLbl="node2" presStyleIdx="3" presStyleCnt="6" custScaleX="144186" custScaleY="127109" custLinFactNeighborX="3815" custLinFactNeighborY="-99614">
        <dgm:presLayoutVars>
          <dgm:chPref val="3"/>
        </dgm:presLayoutVars>
      </dgm:prSet>
      <dgm:spPr/>
    </dgm:pt>
    <dgm:pt modelId="{008BDBF9-DE4D-492C-9300-F14A64D3D7E7}" type="pres">
      <dgm:prSet presAssocID="{FE8DEE2B-0F25-495E-A8A3-CD496CCACB9D}" presName="level3hierChild" presStyleCnt="0"/>
      <dgm:spPr/>
    </dgm:pt>
    <dgm:pt modelId="{EF8A788F-32B1-4A5E-B5E1-21D0FA45B302}" type="pres">
      <dgm:prSet presAssocID="{432996EF-A251-4557-8327-21731260B644}" presName="conn2-1" presStyleLbl="parChTrans1D2" presStyleIdx="4" presStyleCnt="6"/>
      <dgm:spPr/>
    </dgm:pt>
    <dgm:pt modelId="{36713A75-D00C-4A58-9BCD-4FE0AA49BA2B}" type="pres">
      <dgm:prSet presAssocID="{432996EF-A251-4557-8327-21731260B644}" presName="connTx" presStyleLbl="parChTrans1D2" presStyleIdx="4" presStyleCnt="6"/>
      <dgm:spPr/>
    </dgm:pt>
    <dgm:pt modelId="{0A5763FB-0157-4C4E-9C8B-A824E1E24F74}" type="pres">
      <dgm:prSet presAssocID="{F2E31654-A343-46B5-B812-FDB0F21D9D21}" presName="root2" presStyleCnt="0"/>
      <dgm:spPr/>
    </dgm:pt>
    <dgm:pt modelId="{FC87C9FE-08DC-4893-B4A9-5014A3FE735A}" type="pres">
      <dgm:prSet presAssocID="{F2E31654-A343-46B5-B812-FDB0F21D9D21}" presName="LevelTwoTextNode" presStyleLbl="node2" presStyleIdx="4" presStyleCnt="6" custScaleX="401612" custScaleY="286232" custLinFactY="400000" custLinFactNeighborX="31795" custLinFactNeighborY="409897">
        <dgm:presLayoutVars>
          <dgm:chPref val="3"/>
        </dgm:presLayoutVars>
      </dgm:prSet>
      <dgm:spPr/>
    </dgm:pt>
    <dgm:pt modelId="{EC8A97BF-9035-40FA-9AA0-DBA37732B64C}" type="pres">
      <dgm:prSet presAssocID="{F2E31654-A343-46B5-B812-FDB0F21D9D21}" presName="level3hierChild" presStyleCnt="0"/>
      <dgm:spPr/>
    </dgm:pt>
    <dgm:pt modelId="{CFCDA7C4-8733-4006-A6B7-B865421234A5}" type="pres">
      <dgm:prSet presAssocID="{FDC7D37C-B3D5-4003-83EE-1ED16AFF704A}" presName="conn2-1" presStyleLbl="parChTrans1D2" presStyleIdx="5" presStyleCnt="6"/>
      <dgm:spPr/>
    </dgm:pt>
    <dgm:pt modelId="{B1262878-1DEB-4B4D-AD6A-EC14874236C6}" type="pres">
      <dgm:prSet presAssocID="{FDC7D37C-B3D5-4003-83EE-1ED16AFF704A}" presName="connTx" presStyleLbl="parChTrans1D2" presStyleIdx="5" presStyleCnt="6"/>
      <dgm:spPr/>
    </dgm:pt>
    <dgm:pt modelId="{F86239D5-3D4C-4914-8D06-40785741DB21}" type="pres">
      <dgm:prSet presAssocID="{0723FC9B-19DC-4490-AAE2-EC8573E6865F}" presName="root2" presStyleCnt="0"/>
      <dgm:spPr/>
    </dgm:pt>
    <dgm:pt modelId="{CCBD9576-93CA-4B60-88DA-C6004F30C519}" type="pres">
      <dgm:prSet presAssocID="{0723FC9B-19DC-4490-AAE2-EC8573E6865F}" presName="LevelTwoTextNode" presStyleLbl="node2" presStyleIdx="5" presStyleCnt="6" custScaleY="52968" custLinFactY="400000" custLinFactNeighborX="7703" custLinFactNeighborY="485547">
        <dgm:presLayoutVars>
          <dgm:chPref val="3"/>
        </dgm:presLayoutVars>
      </dgm:prSet>
      <dgm:spPr/>
    </dgm:pt>
    <dgm:pt modelId="{A8D43843-9714-4F67-BB50-A1D5FF16E5D3}" type="pres">
      <dgm:prSet presAssocID="{0723FC9B-19DC-4490-AAE2-EC8573E6865F}" presName="level3hierChild" presStyleCnt="0"/>
      <dgm:spPr/>
    </dgm:pt>
    <dgm:pt modelId="{DAAD2518-29BB-40C4-9751-76EEBD4FAFBF}" type="pres">
      <dgm:prSet presAssocID="{03FF7E2E-4B3F-4D3F-8F0B-6F2AC2EA6454}" presName="conn2-1" presStyleLbl="parChTrans1D3" presStyleIdx="3" presStyleCnt="4"/>
      <dgm:spPr/>
    </dgm:pt>
    <dgm:pt modelId="{31066078-E23C-46CB-BEA4-B8BE52E1686B}" type="pres">
      <dgm:prSet presAssocID="{03FF7E2E-4B3F-4D3F-8F0B-6F2AC2EA6454}" presName="connTx" presStyleLbl="parChTrans1D3" presStyleIdx="3" presStyleCnt="4"/>
      <dgm:spPr/>
    </dgm:pt>
    <dgm:pt modelId="{6A27A8FC-AC18-4B0E-9A0A-D773534AC3BC}" type="pres">
      <dgm:prSet presAssocID="{21487287-0CAE-4E54-BFD2-D435A8C34E6B}" presName="root2" presStyleCnt="0"/>
      <dgm:spPr/>
    </dgm:pt>
    <dgm:pt modelId="{64A45AB0-C77D-4869-8CE0-68B1B064AB19}" type="pres">
      <dgm:prSet presAssocID="{21487287-0CAE-4E54-BFD2-D435A8C34E6B}" presName="LevelTwoTextNode" presStyleLbl="node3" presStyleIdx="3" presStyleCnt="4" custScaleX="240321" custScaleY="92369" custLinFactY="400000" custLinFactNeighborX="46796" custLinFactNeighborY="484964">
        <dgm:presLayoutVars>
          <dgm:chPref val="3"/>
        </dgm:presLayoutVars>
      </dgm:prSet>
      <dgm:spPr/>
    </dgm:pt>
    <dgm:pt modelId="{1274DA21-7111-434D-9788-CBB97C1AE068}" type="pres">
      <dgm:prSet presAssocID="{21487287-0CAE-4E54-BFD2-D435A8C34E6B}" presName="level3hierChild" presStyleCnt="0"/>
      <dgm:spPr/>
    </dgm:pt>
    <dgm:pt modelId="{545100EA-550C-41F6-BCE6-B2EA1CE0118C}" type="pres">
      <dgm:prSet presAssocID="{6505A63C-248E-4941-A10E-3253C20E78C7}" presName="root1" presStyleCnt="0"/>
      <dgm:spPr/>
    </dgm:pt>
    <dgm:pt modelId="{6B70A257-51D7-48BD-8B14-BC497299E556}" type="pres">
      <dgm:prSet presAssocID="{6505A63C-248E-4941-A10E-3253C20E78C7}" presName="LevelOneTextNode" presStyleLbl="node0" presStyleIdx="1" presStyleCnt="4" custScaleX="304855" custScaleY="414324" custLinFactX="111586" custLinFactY="-305442" custLinFactNeighborX="200000" custLinFactNeighborY="-400000">
        <dgm:presLayoutVars>
          <dgm:chPref val="3"/>
        </dgm:presLayoutVars>
      </dgm:prSet>
      <dgm:spPr/>
    </dgm:pt>
    <dgm:pt modelId="{25A1847D-CDA4-4CFC-A1F4-E4CACE7AB07D}" type="pres">
      <dgm:prSet presAssocID="{6505A63C-248E-4941-A10E-3253C20E78C7}" presName="level2hierChild" presStyleCnt="0"/>
      <dgm:spPr/>
    </dgm:pt>
    <dgm:pt modelId="{E249E559-5A44-47EC-8D8A-5DA6976F7D02}" type="pres">
      <dgm:prSet presAssocID="{DB4C660C-2D69-40A9-BD3A-F8322BCD0994}" presName="root1" presStyleCnt="0"/>
      <dgm:spPr/>
    </dgm:pt>
    <dgm:pt modelId="{284C73C4-07CD-4984-A772-3725385F57D9}" type="pres">
      <dgm:prSet presAssocID="{DB4C660C-2D69-40A9-BD3A-F8322BCD0994}" presName="LevelOneTextNode" presStyleLbl="node0" presStyleIdx="2" presStyleCnt="4" custScaleX="194035" custScaleY="127109" custLinFactX="50995" custLinFactY="-300000" custLinFactNeighborX="100000" custLinFactNeighborY="-399723">
        <dgm:presLayoutVars>
          <dgm:chPref val="3"/>
        </dgm:presLayoutVars>
      </dgm:prSet>
      <dgm:spPr/>
    </dgm:pt>
    <dgm:pt modelId="{C238ABEA-55CE-436C-811C-C422B8EF6F2D}" type="pres">
      <dgm:prSet presAssocID="{DB4C660C-2D69-40A9-BD3A-F8322BCD0994}" presName="level2hierChild" presStyleCnt="0"/>
      <dgm:spPr/>
    </dgm:pt>
    <dgm:pt modelId="{8587FE3E-16A8-44F5-9310-B5F6947E7F52}" type="pres">
      <dgm:prSet presAssocID="{25B23F54-972C-4CC8-93E0-5D65BE2BE6E1}" presName="root1" presStyleCnt="0"/>
      <dgm:spPr/>
    </dgm:pt>
    <dgm:pt modelId="{A8337624-FB0A-41C9-B49C-1CF65C46E224}" type="pres">
      <dgm:prSet presAssocID="{25B23F54-972C-4CC8-93E0-5D65BE2BE6E1}" presName="LevelOneTextNode" presStyleLbl="node0" presStyleIdx="3" presStyleCnt="4" custScaleX="307303" custScaleY="373870" custLinFactX="150740" custLinFactY="-374770" custLinFactNeighborX="200000" custLinFactNeighborY="-400000">
        <dgm:presLayoutVars>
          <dgm:chPref val="3"/>
        </dgm:presLayoutVars>
      </dgm:prSet>
      <dgm:spPr/>
    </dgm:pt>
    <dgm:pt modelId="{79364494-F4F3-483A-8A01-B2CC10CBCFD7}" type="pres">
      <dgm:prSet presAssocID="{25B23F54-972C-4CC8-93E0-5D65BE2BE6E1}" presName="level2hierChild" presStyleCnt="0"/>
      <dgm:spPr/>
    </dgm:pt>
  </dgm:ptLst>
  <dgm:cxnLst>
    <dgm:cxn modelId="{D04C5A05-19EC-4A92-984D-2BC36CA8A55D}" srcId="{C7D52156-983C-4CEE-A559-C3801B8BC4CE}" destId="{17AF4BB8-19BC-4C4E-A243-06AF6A7246B6}" srcOrd="1" destOrd="0" parTransId="{0BC59D63-70A1-428F-888A-7D4C4FDB0A07}" sibTransId="{BEFD305C-DBB7-45FE-9D58-64A58C82C471}"/>
    <dgm:cxn modelId="{D21A2F0F-471C-4FDD-8A14-FC6226093823}" type="presOf" srcId="{9C199DC3-867C-4836-BC60-3373C2B73013}" destId="{332EB43B-D588-40D1-850D-111D3A1EA599}" srcOrd="0" destOrd="0" presId="urn:microsoft.com/office/officeart/2005/8/layout/hierarchy2"/>
    <dgm:cxn modelId="{13433B12-0956-4400-99D1-748D41A10F83}" type="presOf" srcId="{03FF7E2E-4B3F-4D3F-8F0B-6F2AC2EA6454}" destId="{DAAD2518-29BB-40C4-9751-76EEBD4FAFBF}" srcOrd="0" destOrd="0" presId="urn:microsoft.com/office/officeart/2005/8/layout/hierarchy2"/>
    <dgm:cxn modelId="{22CA5C13-D0F4-46FE-9024-EAAB9AF86791}" type="presOf" srcId="{0BC59D63-70A1-428F-888A-7D4C4FDB0A07}" destId="{C22C6304-F9A7-4830-9922-D2F42F43E726}" srcOrd="0" destOrd="0" presId="urn:microsoft.com/office/officeart/2005/8/layout/hierarchy2"/>
    <dgm:cxn modelId="{EBB3D313-39F6-4449-BFB6-E80E7E0A42A9}" type="presOf" srcId="{C469A6A0-839B-4451-B02A-5296F63C542B}" destId="{69D5C9FB-555E-46AB-8563-DBDAACF86256}" srcOrd="0" destOrd="0" presId="urn:microsoft.com/office/officeart/2005/8/layout/hierarchy2"/>
    <dgm:cxn modelId="{27DECF17-CFF8-4D2E-80AC-DD17AA2E6EAC}" type="presOf" srcId="{0BC59D63-70A1-428F-888A-7D4C4FDB0A07}" destId="{EA5C7E17-1ECA-4DAB-B79F-D3F665606B56}" srcOrd="1" destOrd="0" presId="urn:microsoft.com/office/officeart/2005/8/layout/hierarchy2"/>
    <dgm:cxn modelId="{02D14519-53D5-4EC5-A31D-876F016C3058}" srcId="{0723FC9B-19DC-4490-AAE2-EC8573E6865F}" destId="{21487287-0CAE-4E54-BFD2-D435A8C34E6B}" srcOrd="0" destOrd="0" parTransId="{03FF7E2E-4B3F-4D3F-8F0B-6F2AC2EA6454}" sibTransId="{3A88943F-F84E-4604-92BD-6F1608CF2A26}"/>
    <dgm:cxn modelId="{E88F712F-F67D-4328-885B-6DBB2AAF1849}" type="presOf" srcId="{21487287-0CAE-4E54-BFD2-D435A8C34E6B}" destId="{64A45AB0-C77D-4869-8CE0-68B1B064AB19}" srcOrd="0" destOrd="0" presId="urn:microsoft.com/office/officeart/2005/8/layout/hierarchy2"/>
    <dgm:cxn modelId="{F5E05F32-AC76-4B60-A69B-E3F480544D99}" type="presOf" srcId="{C7D52156-983C-4CEE-A559-C3801B8BC4CE}" destId="{5F340269-91BE-45D0-B4E9-2C213DCF86A0}" srcOrd="0" destOrd="0" presId="urn:microsoft.com/office/officeart/2005/8/layout/hierarchy2"/>
    <dgm:cxn modelId="{9416E835-F46A-478B-90D4-CF2DA0BD8990}" srcId="{322075CF-77B7-45E2-87D6-9CCD741BB62F}" destId="{75B2F736-D412-4228-9E3F-D09A857F7980}" srcOrd="0" destOrd="0" parTransId="{6FB92364-91C6-45F6-93D6-ECEF8D4B893D}" sibTransId="{A86FC39B-6519-4024-BA25-B02C3F4CC5E6}"/>
    <dgm:cxn modelId="{A5D31538-7318-4D57-BB28-D60C6DE66814}" type="presOf" srcId="{114BA934-5DAA-4DBE-9DF2-DECC63DFA76A}" destId="{EDF75734-4E62-4C89-B3F3-022E681CEEBE}" srcOrd="1" destOrd="0" presId="urn:microsoft.com/office/officeart/2005/8/layout/hierarchy2"/>
    <dgm:cxn modelId="{850F825F-213D-4DAD-807D-58BDCBADDB8E}" srcId="{C7D52156-983C-4CEE-A559-C3801B8BC4CE}" destId="{F2E31654-A343-46B5-B812-FDB0F21D9D21}" srcOrd="4" destOrd="0" parTransId="{432996EF-A251-4557-8327-21731260B644}" sibTransId="{F662A29B-8CCD-447C-9638-DE0E2CA6374D}"/>
    <dgm:cxn modelId="{26100747-962C-49AA-BC3B-08A6FA9FDE94}" srcId="{6C49B076-363B-4E6D-A3F1-F88BE854AB3B}" destId="{7571BC91-43C0-435C-8B1A-9D952B93C9B5}" srcOrd="0" destOrd="0" parTransId="{879D7B52-6074-4869-8B0D-49F95D38B1CE}" sibTransId="{3A72A96E-321E-430C-8EAD-DBA03786AD04}"/>
    <dgm:cxn modelId="{D1D25E49-D4AE-430A-B06B-CF10066DDC90}" type="presOf" srcId="{75B2F736-D412-4228-9E3F-D09A857F7980}" destId="{F973BC3C-3468-4A20-BA7A-97C6D946A49F}" srcOrd="0" destOrd="0" presId="urn:microsoft.com/office/officeart/2005/8/layout/hierarchy2"/>
    <dgm:cxn modelId="{AC1AD26D-47DA-47B6-9A88-E2555573173E}" srcId="{C7D52156-983C-4CEE-A559-C3801B8BC4CE}" destId="{0723FC9B-19DC-4490-AAE2-EC8573E6865F}" srcOrd="5" destOrd="0" parTransId="{FDC7D37C-B3D5-4003-83EE-1ED16AFF704A}" sibTransId="{2630A296-FCA1-40D0-BB5E-97F0223DD0C7}"/>
    <dgm:cxn modelId="{C3B1F873-2E78-43FD-A3DB-94DADD518B5C}" type="presOf" srcId="{6FB92364-91C6-45F6-93D6-ECEF8D4B893D}" destId="{98E0C2EF-DF1B-4695-9F6F-28293CCF8FE6}" srcOrd="0" destOrd="0" presId="urn:microsoft.com/office/officeart/2005/8/layout/hierarchy2"/>
    <dgm:cxn modelId="{F3A5B255-7556-4A3C-BB9D-1CFDB372AB0E}" type="presOf" srcId="{6505A63C-248E-4941-A10E-3253C20E78C7}" destId="{6B70A257-51D7-48BD-8B14-BC497299E556}" srcOrd="0" destOrd="0" presId="urn:microsoft.com/office/officeart/2005/8/layout/hierarchy2"/>
    <dgm:cxn modelId="{6DAFCD75-3296-4578-B4F6-D64C13AE274C}" type="presOf" srcId="{FE8DEE2B-0F25-495E-A8A3-CD496CCACB9D}" destId="{A50C2361-3ACF-44DC-B7CD-43677F3D432D}" srcOrd="0" destOrd="0" presId="urn:microsoft.com/office/officeart/2005/8/layout/hierarchy2"/>
    <dgm:cxn modelId="{E5523076-D96F-4C06-8163-129C7B286B3B}" type="presOf" srcId="{0723FC9B-19DC-4490-AAE2-EC8573E6865F}" destId="{CCBD9576-93CA-4B60-88DA-C6004F30C519}" srcOrd="0" destOrd="0" presId="urn:microsoft.com/office/officeart/2005/8/layout/hierarchy2"/>
    <dgm:cxn modelId="{60D12C7A-883A-4CB3-AAFB-73560F88FE06}" type="presOf" srcId="{F2E31654-A343-46B5-B812-FDB0F21D9D21}" destId="{FC87C9FE-08DC-4893-B4A9-5014A3FE735A}" srcOrd="0" destOrd="0" presId="urn:microsoft.com/office/officeart/2005/8/layout/hierarchy2"/>
    <dgm:cxn modelId="{D1753F7B-BF5E-4D2F-A88D-EBAB312FE1A2}" type="presOf" srcId="{322075CF-77B7-45E2-87D6-9CCD741BB62F}" destId="{1DBBDD28-6CA6-407A-929A-CD70276BFA1B}" srcOrd="0" destOrd="0" presId="urn:microsoft.com/office/officeart/2005/8/layout/hierarchy2"/>
    <dgm:cxn modelId="{AE50467C-7CDD-42CF-9CAC-DB3E587C79F0}" type="presOf" srcId="{879D7B52-6074-4869-8B0D-49F95D38B1CE}" destId="{D832D721-A01D-42A3-B33C-5B6D57DCB401}" srcOrd="1" destOrd="0" presId="urn:microsoft.com/office/officeart/2005/8/layout/hierarchy2"/>
    <dgm:cxn modelId="{0CF12C7F-5C40-4803-B7FF-781DB183BFBB}" type="presOf" srcId="{6C49B076-363B-4E6D-A3F1-F88BE854AB3B}" destId="{369515AF-3A38-4098-83F9-733100C16A9D}" srcOrd="0" destOrd="0" presId="urn:microsoft.com/office/officeart/2005/8/layout/hierarchy2"/>
    <dgm:cxn modelId="{DD5BCA88-8109-4763-88A1-6F5DAC17DED2}" type="presOf" srcId="{297D39FB-4561-43C3-BCEA-A774238FCBB5}" destId="{E3993C5F-07B6-45F0-A896-6B62B86276F8}" srcOrd="0" destOrd="0" presId="urn:microsoft.com/office/officeart/2005/8/layout/hierarchy2"/>
    <dgm:cxn modelId="{1CFB6391-402B-484F-8751-B36152BBB1D2}" type="presOf" srcId="{5782BE1B-1998-425D-B45B-863E27F51046}" destId="{912DC8C3-DC0F-462D-B3BB-BBA4BAA4EE9C}" srcOrd="0" destOrd="0" presId="urn:microsoft.com/office/officeart/2005/8/layout/hierarchy2"/>
    <dgm:cxn modelId="{44107192-CE77-4EDB-919C-02237927CB1C}" type="presOf" srcId="{4789EEDB-FC81-4711-B458-A62B776C7DA2}" destId="{86075AA0-9FBC-48FA-B5B1-B91782EF5E29}" srcOrd="0" destOrd="0" presId="urn:microsoft.com/office/officeart/2005/8/layout/hierarchy2"/>
    <dgm:cxn modelId="{E44B0A95-DA6B-4C4D-89A1-E427BB0F5CDB}" type="presOf" srcId="{FDC7D37C-B3D5-4003-83EE-1ED16AFF704A}" destId="{B1262878-1DEB-4B4D-AD6A-EC14874236C6}" srcOrd="1" destOrd="0" presId="urn:microsoft.com/office/officeart/2005/8/layout/hierarchy2"/>
    <dgm:cxn modelId="{32DED699-B68A-4C1E-A0F0-8D43E110C6E9}" type="presOf" srcId="{DEFF117F-5909-475B-A767-E53ED4B3A342}" destId="{545855E2-7C04-4844-A604-62502D532F6A}" srcOrd="1" destOrd="0" presId="urn:microsoft.com/office/officeart/2005/8/layout/hierarchy2"/>
    <dgm:cxn modelId="{9A794C9B-7E17-4767-8C16-ADDD29B8CA5E}" type="presOf" srcId="{7571BC91-43C0-435C-8B1A-9D952B93C9B5}" destId="{AE4779AF-7612-45C8-AEDC-D93497A2580A}" srcOrd="0" destOrd="0" presId="urn:microsoft.com/office/officeart/2005/8/layout/hierarchy2"/>
    <dgm:cxn modelId="{4765EC9C-9CD4-4F39-A5E8-86ED85A577C4}" type="presOf" srcId="{301911D4-273D-4323-BB27-92ECD3D12F47}" destId="{4EF56ACC-EB51-406B-AE27-49BFEFD61C4E}" srcOrd="1" destOrd="0" presId="urn:microsoft.com/office/officeart/2005/8/layout/hierarchy2"/>
    <dgm:cxn modelId="{3C3F30A1-9FBA-4077-811E-430063687E9E}" type="presOf" srcId="{3A6F662D-0943-4FDD-8882-98EE9558C663}" destId="{648366A5-831D-4FD1-9278-5A8443F18FF3}" srcOrd="0" destOrd="0" presId="urn:microsoft.com/office/officeart/2005/8/layout/hierarchy2"/>
    <dgm:cxn modelId="{BD823EA1-E7C2-4215-9171-6EA1175FA9B5}" type="presOf" srcId="{432996EF-A251-4557-8327-21731260B644}" destId="{EF8A788F-32B1-4A5E-B5E1-21D0FA45B302}" srcOrd="0" destOrd="0" presId="urn:microsoft.com/office/officeart/2005/8/layout/hierarchy2"/>
    <dgm:cxn modelId="{9553CFA5-2200-42A1-9E86-E7CDFA11E07E}" type="presOf" srcId="{297D39FB-4561-43C3-BCEA-A774238FCBB5}" destId="{A684D9F7-484A-4DA5-9078-1FEBB23040DF}" srcOrd="1" destOrd="0" presId="urn:microsoft.com/office/officeart/2005/8/layout/hierarchy2"/>
    <dgm:cxn modelId="{89A64FA8-160B-419F-AE66-6530978CC580}" type="presOf" srcId="{17AF4BB8-19BC-4C4E-A243-06AF6A7246B6}" destId="{17550927-DFD4-4A52-927D-765760F40A91}" srcOrd="0" destOrd="0" presId="urn:microsoft.com/office/officeart/2005/8/layout/hierarchy2"/>
    <dgm:cxn modelId="{6577CBA9-EAF7-4543-939F-C167A0439D71}" type="presOf" srcId="{FDC7D37C-B3D5-4003-83EE-1ED16AFF704A}" destId="{CFCDA7C4-8733-4006-A6B7-B865421234A5}" srcOrd="0" destOrd="0" presId="urn:microsoft.com/office/officeart/2005/8/layout/hierarchy2"/>
    <dgm:cxn modelId="{8C0471AA-5F28-4779-B451-302989533321}" type="presOf" srcId="{DEFF117F-5909-475B-A767-E53ED4B3A342}" destId="{3B7AD0BC-62AA-4F3D-A2E1-109922FDE922}" srcOrd="0" destOrd="0" presId="urn:microsoft.com/office/officeart/2005/8/layout/hierarchy2"/>
    <dgm:cxn modelId="{80CD3BAB-6898-48AE-B26B-3920629DCC52}" type="presOf" srcId="{25B23F54-972C-4CC8-93E0-5D65BE2BE6E1}" destId="{A8337624-FB0A-41C9-B49C-1CF65C46E224}" srcOrd="0" destOrd="0" presId="urn:microsoft.com/office/officeart/2005/8/layout/hierarchy2"/>
    <dgm:cxn modelId="{B88B26AD-9175-419C-A266-64BFEA623B84}" srcId="{7571BC91-43C0-435C-8B1A-9D952B93C9B5}" destId="{C469A6A0-839B-4451-B02A-5296F63C542B}" srcOrd="0" destOrd="0" parTransId="{DEFF117F-5909-475B-A767-E53ED4B3A342}" sibTransId="{6591F5F0-BA08-4CCC-BC1C-313EFF854465}"/>
    <dgm:cxn modelId="{A1FCF8AF-9FBF-4006-B3AF-08F566EBAAE3}" srcId="{C7D52156-983C-4CEE-A559-C3801B8BC4CE}" destId="{FE8DEE2B-0F25-495E-A8A3-CD496CCACB9D}" srcOrd="3" destOrd="0" parTransId="{297D39FB-4561-43C3-BCEA-A774238FCBB5}" sibTransId="{B5501FB4-7365-49EC-AF23-442F20A2835D}"/>
    <dgm:cxn modelId="{5DABFEB0-04F8-419C-BF97-CA16A98754E3}" srcId="{9C199DC3-867C-4836-BC60-3373C2B73013}" destId="{DB4C660C-2D69-40A9-BD3A-F8322BCD0994}" srcOrd="2" destOrd="0" parTransId="{A55454C2-59D9-46E0-B310-4A6D7107F247}" sibTransId="{177A6F25-1A36-4EA7-AE25-EFC6C5AF3253}"/>
    <dgm:cxn modelId="{86A5D5B5-E3B8-42F7-B110-6C8DCD7A6515}" type="presOf" srcId="{6FB92364-91C6-45F6-93D6-ECEF8D4B893D}" destId="{51D50C2A-1FC8-4D27-9D01-C472F2EEC828}" srcOrd="1" destOrd="0" presId="urn:microsoft.com/office/officeart/2005/8/layout/hierarchy2"/>
    <dgm:cxn modelId="{376219B9-4298-4A5D-9E75-EE5898E55029}" type="presOf" srcId="{DB4C660C-2D69-40A9-BD3A-F8322BCD0994}" destId="{284C73C4-07CD-4984-A772-3725385F57D9}" srcOrd="0" destOrd="0" presId="urn:microsoft.com/office/officeart/2005/8/layout/hierarchy2"/>
    <dgm:cxn modelId="{E8124FBA-A306-45D9-82F8-F171744BF2EC}" type="presOf" srcId="{5782BE1B-1998-425D-B45B-863E27F51046}" destId="{EC75D60F-87A2-49F6-8229-15995A722DBC}" srcOrd="1" destOrd="0" presId="urn:microsoft.com/office/officeart/2005/8/layout/hierarchy2"/>
    <dgm:cxn modelId="{FDCBB7BE-0556-403D-A5F1-550402A4D5A3}" srcId="{C7D52156-983C-4CEE-A559-C3801B8BC4CE}" destId="{322075CF-77B7-45E2-87D6-9CCD741BB62F}" srcOrd="0" destOrd="0" parTransId="{114BA934-5DAA-4DBE-9DF2-DECC63DFA76A}" sibTransId="{2EFE5541-F1D9-494E-92EC-3908D87E083F}"/>
    <dgm:cxn modelId="{EA43D5C5-81C5-445B-9771-4103B3097740}" type="presOf" srcId="{301911D4-273D-4323-BB27-92ECD3D12F47}" destId="{ED7C5F1E-6320-490D-87B8-34DB26FA4CAB}" srcOrd="0" destOrd="0" presId="urn:microsoft.com/office/officeart/2005/8/layout/hierarchy2"/>
    <dgm:cxn modelId="{CCE270CA-51F8-4063-8885-209B03819429}" srcId="{9C199DC3-867C-4836-BC60-3373C2B73013}" destId="{C7D52156-983C-4CEE-A559-C3801B8BC4CE}" srcOrd="0" destOrd="0" parTransId="{699D1D91-55A1-491D-8E98-BDE755314BE5}" sibTransId="{DDA2B02B-24AE-4732-8617-EC749D3C6CD9}"/>
    <dgm:cxn modelId="{55AEFBCB-C0A2-43F5-8CBA-767A8ADD8373}" srcId="{9C199DC3-867C-4836-BC60-3373C2B73013}" destId="{6505A63C-248E-4941-A10E-3253C20E78C7}" srcOrd="1" destOrd="0" parTransId="{56C9FE6B-0D76-4FD2-9954-9C991BD533B6}" sibTransId="{E48DD4F1-3231-44B6-80AC-828F48EDEFCB}"/>
    <dgm:cxn modelId="{24990CD3-1AA4-4955-A969-840ACEA785A5}" srcId="{9C199DC3-867C-4836-BC60-3373C2B73013}" destId="{25B23F54-972C-4CC8-93E0-5D65BE2BE6E1}" srcOrd="3" destOrd="0" parTransId="{685F622E-DA07-4CC5-AA5C-2D591D668D02}" sibTransId="{F893915F-99B0-4AFF-896B-CF86C18912D6}"/>
    <dgm:cxn modelId="{8AD7DDD7-ADC0-4E5B-8AA7-76DF473FDCFA}" type="presOf" srcId="{432996EF-A251-4557-8327-21731260B644}" destId="{36713A75-D00C-4A58-9BCD-4FE0AA49BA2B}" srcOrd="1" destOrd="0" presId="urn:microsoft.com/office/officeart/2005/8/layout/hierarchy2"/>
    <dgm:cxn modelId="{72594ED9-9169-475B-9415-5769FB9956DE}" type="presOf" srcId="{C5AB1BDA-88D8-494C-8B87-8E123E2865D5}" destId="{32DDDB71-9A7D-4D56-AD81-EA0D6755A001}" srcOrd="0" destOrd="0" presId="urn:microsoft.com/office/officeart/2005/8/layout/hierarchy2"/>
    <dgm:cxn modelId="{8A9A27E0-7DB7-4F97-97A1-C0A039EE17E6}" srcId="{17AF4BB8-19BC-4C4E-A243-06AF6A7246B6}" destId="{C5AB1BDA-88D8-494C-8B87-8E123E2865D5}" srcOrd="0" destOrd="0" parTransId="{4789EEDB-FC81-4711-B458-A62B776C7DA2}" sibTransId="{C9033E20-069E-4EA1-A2BC-752AC5398E25}"/>
    <dgm:cxn modelId="{A04DF6E2-C828-4819-8E4E-7B57636A4681}" type="presOf" srcId="{03FF7E2E-4B3F-4D3F-8F0B-6F2AC2EA6454}" destId="{31066078-E23C-46CB-BEA4-B8BE52E1686B}" srcOrd="1" destOrd="0" presId="urn:microsoft.com/office/officeart/2005/8/layout/hierarchy2"/>
    <dgm:cxn modelId="{B7A663F3-F5C6-420B-98F1-847F7BEE50CC}" type="presOf" srcId="{879D7B52-6074-4869-8B0D-49F95D38B1CE}" destId="{57CF804A-1CBF-4E86-988C-E57B4EE3A910}" srcOrd="0" destOrd="0" presId="urn:microsoft.com/office/officeart/2005/8/layout/hierarchy2"/>
    <dgm:cxn modelId="{5A0DDBF3-FE2A-41F6-84E7-6D5094AAF54B}" type="presOf" srcId="{4789EEDB-FC81-4711-B458-A62B776C7DA2}" destId="{A7869578-ADD9-492F-8758-7CE680901525}" srcOrd="1" destOrd="0" presId="urn:microsoft.com/office/officeart/2005/8/layout/hierarchy2"/>
    <dgm:cxn modelId="{50A3F1F3-880E-4C46-ABA2-D07BC231BC20}" srcId="{C5AB1BDA-88D8-494C-8B87-8E123E2865D5}" destId="{3A6F662D-0943-4FDD-8882-98EE9558C663}" srcOrd="0" destOrd="0" parTransId="{301911D4-273D-4323-BB27-92ECD3D12F47}" sibTransId="{243F7E89-6E02-4A9A-BC64-9170138F7091}"/>
    <dgm:cxn modelId="{A1C5B3FA-7F25-4A1A-988A-1B854B63D090}" srcId="{C7D52156-983C-4CEE-A559-C3801B8BC4CE}" destId="{6C49B076-363B-4E6D-A3F1-F88BE854AB3B}" srcOrd="2" destOrd="0" parTransId="{5782BE1B-1998-425D-B45B-863E27F51046}" sibTransId="{83427218-4798-484F-8611-0F68BF23A980}"/>
    <dgm:cxn modelId="{DAC31CFF-B8C9-4715-9A39-44277CB76290}" type="presOf" srcId="{114BA934-5DAA-4DBE-9DF2-DECC63DFA76A}" destId="{F5A00572-968A-4050-B387-A5CC3A47F2B5}" srcOrd="0" destOrd="0" presId="urn:microsoft.com/office/officeart/2005/8/layout/hierarchy2"/>
    <dgm:cxn modelId="{805D948A-3114-4CEA-9872-4210D2A4A5DA}" type="presParOf" srcId="{332EB43B-D588-40D1-850D-111D3A1EA599}" destId="{78CED902-D9BB-40F5-89D8-E9F6094A9B9B}" srcOrd="0" destOrd="0" presId="urn:microsoft.com/office/officeart/2005/8/layout/hierarchy2"/>
    <dgm:cxn modelId="{F6FD7E83-BABD-4C41-A878-A7CAE4C6E0C1}" type="presParOf" srcId="{78CED902-D9BB-40F5-89D8-E9F6094A9B9B}" destId="{5F340269-91BE-45D0-B4E9-2C213DCF86A0}" srcOrd="0" destOrd="0" presId="urn:microsoft.com/office/officeart/2005/8/layout/hierarchy2"/>
    <dgm:cxn modelId="{705AC7A4-0F77-43AD-9F52-2AF3CC8F1ED6}" type="presParOf" srcId="{78CED902-D9BB-40F5-89D8-E9F6094A9B9B}" destId="{3C0C9CA6-73B4-4447-97A6-6A42896A68DB}" srcOrd="1" destOrd="0" presId="urn:microsoft.com/office/officeart/2005/8/layout/hierarchy2"/>
    <dgm:cxn modelId="{14C72DCC-CB74-45F7-B8A4-9060A6CD4E4A}" type="presParOf" srcId="{3C0C9CA6-73B4-4447-97A6-6A42896A68DB}" destId="{F5A00572-968A-4050-B387-A5CC3A47F2B5}" srcOrd="0" destOrd="0" presId="urn:microsoft.com/office/officeart/2005/8/layout/hierarchy2"/>
    <dgm:cxn modelId="{57425BD3-799D-4B6C-A619-9EB882053FF9}" type="presParOf" srcId="{F5A00572-968A-4050-B387-A5CC3A47F2B5}" destId="{EDF75734-4E62-4C89-B3F3-022E681CEEBE}" srcOrd="0" destOrd="0" presId="urn:microsoft.com/office/officeart/2005/8/layout/hierarchy2"/>
    <dgm:cxn modelId="{C0BC4F11-63D7-4652-A212-3602A0A7C329}" type="presParOf" srcId="{3C0C9CA6-73B4-4447-97A6-6A42896A68DB}" destId="{FAFD2D2E-09FC-436B-8806-5B7B7CA3124B}" srcOrd="1" destOrd="0" presId="urn:microsoft.com/office/officeart/2005/8/layout/hierarchy2"/>
    <dgm:cxn modelId="{0D4F80C3-41DA-4002-8ED2-780E03850483}" type="presParOf" srcId="{FAFD2D2E-09FC-436B-8806-5B7B7CA3124B}" destId="{1DBBDD28-6CA6-407A-929A-CD70276BFA1B}" srcOrd="0" destOrd="0" presId="urn:microsoft.com/office/officeart/2005/8/layout/hierarchy2"/>
    <dgm:cxn modelId="{F1B33103-5A1B-4E2A-A6FB-0989DD7B6A0C}" type="presParOf" srcId="{FAFD2D2E-09FC-436B-8806-5B7B7CA3124B}" destId="{578526C6-59D8-41ED-8711-63D25D31A285}" srcOrd="1" destOrd="0" presId="urn:microsoft.com/office/officeart/2005/8/layout/hierarchy2"/>
    <dgm:cxn modelId="{0753EF48-19C4-46DE-B8CE-DF00205F1931}" type="presParOf" srcId="{578526C6-59D8-41ED-8711-63D25D31A285}" destId="{98E0C2EF-DF1B-4695-9F6F-28293CCF8FE6}" srcOrd="0" destOrd="0" presId="urn:microsoft.com/office/officeart/2005/8/layout/hierarchy2"/>
    <dgm:cxn modelId="{19AB4A3E-FCF3-4B87-802C-192785E43B13}" type="presParOf" srcId="{98E0C2EF-DF1B-4695-9F6F-28293CCF8FE6}" destId="{51D50C2A-1FC8-4D27-9D01-C472F2EEC828}" srcOrd="0" destOrd="0" presId="urn:microsoft.com/office/officeart/2005/8/layout/hierarchy2"/>
    <dgm:cxn modelId="{25FA6778-EB38-4E1A-A24D-49BAE4B91415}" type="presParOf" srcId="{578526C6-59D8-41ED-8711-63D25D31A285}" destId="{0FF2C208-BA57-45B0-A1EA-95A03E800AD7}" srcOrd="1" destOrd="0" presId="urn:microsoft.com/office/officeart/2005/8/layout/hierarchy2"/>
    <dgm:cxn modelId="{C3F46C04-15D8-45AA-8732-50A63916FE4C}" type="presParOf" srcId="{0FF2C208-BA57-45B0-A1EA-95A03E800AD7}" destId="{F973BC3C-3468-4A20-BA7A-97C6D946A49F}" srcOrd="0" destOrd="0" presId="urn:microsoft.com/office/officeart/2005/8/layout/hierarchy2"/>
    <dgm:cxn modelId="{EED24256-D8C4-4C67-ABEC-6003A2DE47FC}" type="presParOf" srcId="{0FF2C208-BA57-45B0-A1EA-95A03E800AD7}" destId="{9534260B-9753-4C67-8AF1-5AA099174734}" srcOrd="1" destOrd="0" presId="urn:microsoft.com/office/officeart/2005/8/layout/hierarchy2"/>
    <dgm:cxn modelId="{E77D75F8-D738-4A18-BFEA-9E44D99F24E5}" type="presParOf" srcId="{3C0C9CA6-73B4-4447-97A6-6A42896A68DB}" destId="{C22C6304-F9A7-4830-9922-D2F42F43E726}" srcOrd="2" destOrd="0" presId="urn:microsoft.com/office/officeart/2005/8/layout/hierarchy2"/>
    <dgm:cxn modelId="{DE840953-B2E8-4430-85DD-8F1987D23D49}" type="presParOf" srcId="{C22C6304-F9A7-4830-9922-D2F42F43E726}" destId="{EA5C7E17-1ECA-4DAB-B79F-D3F665606B56}" srcOrd="0" destOrd="0" presId="urn:microsoft.com/office/officeart/2005/8/layout/hierarchy2"/>
    <dgm:cxn modelId="{4B57CDEE-BCC2-4753-9666-21D5668C5432}" type="presParOf" srcId="{3C0C9CA6-73B4-4447-97A6-6A42896A68DB}" destId="{E2A12741-A07C-41AC-AF70-ADC8CF7CB37C}" srcOrd="3" destOrd="0" presId="urn:microsoft.com/office/officeart/2005/8/layout/hierarchy2"/>
    <dgm:cxn modelId="{5BA39DDC-8400-4070-AD20-B123484EB8AE}" type="presParOf" srcId="{E2A12741-A07C-41AC-AF70-ADC8CF7CB37C}" destId="{17550927-DFD4-4A52-927D-765760F40A91}" srcOrd="0" destOrd="0" presId="urn:microsoft.com/office/officeart/2005/8/layout/hierarchy2"/>
    <dgm:cxn modelId="{8FA2CC24-6A79-44A7-A36F-1B81174D3BC0}" type="presParOf" srcId="{E2A12741-A07C-41AC-AF70-ADC8CF7CB37C}" destId="{91447D91-7190-4B0D-A3D5-3075D6955696}" srcOrd="1" destOrd="0" presId="urn:microsoft.com/office/officeart/2005/8/layout/hierarchy2"/>
    <dgm:cxn modelId="{D449DA1E-31C3-4E32-B29F-E1BE7FBC171F}" type="presParOf" srcId="{91447D91-7190-4B0D-A3D5-3075D6955696}" destId="{86075AA0-9FBC-48FA-B5B1-B91782EF5E29}" srcOrd="0" destOrd="0" presId="urn:microsoft.com/office/officeart/2005/8/layout/hierarchy2"/>
    <dgm:cxn modelId="{57F8A1F5-709D-442C-AD20-7688A1F60BE0}" type="presParOf" srcId="{86075AA0-9FBC-48FA-B5B1-B91782EF5E29}" destId="{A7869578-ADD9-492F-8758-7CE680901525}" srcOrd="0" destOrd="0" presId="urn:microsoft.com/office/officeart/2005/8/layout/hierarchy2"/>
    <dgm:cxn modelId="{8DE3E2DE-4E66-402D-9A12-D25ECCD4DDD6}" type="presParOf" srcId="{91447D91-7190-4B0D-A3D5-3075D6955696}" destId="{BFED4080-F8F1-4885-AC71-AEA56893F80C}" srcOrd="1" destOrd="0" presId="urn:microsoft.com/office/officeart/2005/8/layout/hierarchy2"/>
    <dgm:cxn modelId="{7FE7D9AC-4088-408A-96AB-A135732685CB}" type="presParOf" srcId="{BFED4080-F8F1-4885-AC71-AEA56893F80C}" destId="{32DDDB71-9A7D-4D56-AD81-EA0D6755A001}" srcOrd="0" destOrd="0" presId="urn:microsoft.com/office/officeart/2005/8/layout/hierarchy2"/>
    <dgm:cxn modelId="{C95C6981-612E-43F3-BA5B-CAB3DC3BA7CE}" type="presParOf" srcId="{BFED4080-F8F1-4885-AC71-AEA56893F80C}" destId="{2BFA6177-1459-477E-BEE4-769D8CEBD74A}" srcOrd="1" destOrd="0" presId="urn:microsoft.com/office/officeart/2005/8/layout/hierarchy2"/>
    <dgm:cxn modelId="{1DE5231C-B762-417E-BA3C-85C5CBC40057}" type="presParOf" srcId="{2BFA6177-1459-477E-BEE4-769D8CEBD74A}" destId="{ED7C5F1E-6320-490D-87B8-34DB26FA4CAB}" srcOrd="0" destOrd="0" presId="urn:microsoft.com/office/officeart/2005/8/layout/hierarchy2"/>
    <dgm:cxn modelId="{B062444F-FF64-436D-B223-C8CB212D02FA}" type="presParOf" srcId="{ED7C5F1E-6320-490D-87B8-34DB26FA4CAB}" destId="{4EF56ACC-EB51-406B-AE27-49BFEFD61C4E}" srcOrd="0" destOrd="0" presId="urn:microsoft.com/office/officeart/2005/8/layout/hierarchy2"/>
    <dgm:cxn modelId="{97C58BFC-E349-43F5-B468-B65F0BBEAEA7}" type="presParOf" srcId="{2BFA6177-1459-477E-BEE4-769D8CEBD74A}" destId="{499A3ECA-5788-488E-9662-18131C23A272}" srcOrd="1" destOrd="0" presId="urn:microsoft.com/office/officeart/2005/8/layout/hierarchy2"/>
    <dgm:cxn modelId="{52E8D783-16B5-4D3D-87E8-E3CC6DCEA2B1}" type="presParOf" srcId="{499A3ECA-5788-488E-9662-18131C23A272}" destId="{648366A5-831D-4FD1-9278-5A8443F18FF3}" srcOrd="0" destOrd="0" presId="urn:microsoft.com/office/officeart/2005/8/layout/hierarchy2"/>
    <dgm:cxn modelId="{4DAD080F-D6D5-4B79-BB1B-35FDC1BA5AB5}" type="presParOf" srcId="{499A3ECA-5788-488E-9662-18131C23A272}" destId="{C390469C-BB68-44AE-AE11-0E1B60234E82}" srcOrd="1" destOrd="0" presId="urn:microsoft.com/office/officeart/2005/8/layout/hierarchy2"/>
    <dgm:cxn modelId="{1EA1B094-A162-4851-8F3C-103E8E7D64BD}" type="presParOf" srcId="{3C0C9CA6-73B4-4447-97A6-6A42896A68DB}" destId="{912DC8C3-DC0F-462D-B3BB-BBA4BAA4EE9C}" srcOrd="4" destOrd="0" presId="urn:microsoft.com/office/officeart/2005/8/layout/hierarchy2"/>
    <dgm:cxn modelId="{D86F6B1A-4161-4B2C-903C-F4A40695000F}" type="presParOf" srcId="{912DC8C3-DC0F-462D-B3BB-BBA4BAA4EE9C}" destId="{EC75D60F-87A2-49F6-8229-15995A722DBC}" srcOrd="0" destOrd="0" presId="urn:microsoft.com/office/officeart/2005/8/layout/hierarchy2"/>
    <dgm:cxn modelId="{F891C5CA-A747-4EE0-A893-F97EAE21E4C2}" type="presParOf" srcId="{3C0C9CA6-73B4-4447-97A6-6A42896A68DB}" destId="{89A67F48-A67B-48E3-BD65-823F97D5DE2C}" srcOrd="5" destOrd="0" presId="urn:microsoft.com/office/officeart/2005/8/layout/hierarchy2"/>
    <dgm:cxn modelId="{C763598D-80B6-4570-B8D6-D18540ED6A5B}" type="presParOf" srcId="{89A67F48-A67B-48E3-BD65-823F97D5DE2C}" destId="{369515AF-3A38-4098-83F9-733100C16A9D}" srcOrd="0" destOrd="0" presId="urn:microsoft.com/office/officeart/2005/8/layout/hierarchy2"/>
    <dgm:cxn modelId="{2196E4F4-736F-4F0E-B1D1-9BAEC36F9AD5}" type="presParOf" srcId="{89A67F48-A67B-48E3-BD65-823F97D5DE2C}" destId="{0B744EEE-C77B-406C-A3FE-C8FBA749CF3D}" srcOrd="1" destOrd="0" presId="urn:microsoft.com/office/officeart/2005/8/layout/hierarchy2"/>
    <dgm:cxn modelId="{0CE260DF-4380-485C-A303-F17BB4FA7183}" type="presParOf" srcId="{0B744EEE-C77B-406C-A3FE-C8FBA749CF3D}" destId="{57CF804A-1CBF-4E86-988C-E57B4EE3A910}" srcOrd="0" destOrd="0" presId="urn:microsoft.com/office/officeart/2005/8/layout/hierarchy2"/>
    <dgm:cxn modelId="{CDA6BB94-83EB-455C-B4F9-8444205B495B}" type="presParOf" srcId="{57CF804A-1CBF-4E86-988C-E57B4EE3A910}" destId="{D832D721-A01D-42A3-B33C-5B6D57DCB401}" srcOrd="0" destOrd="0" presId="urn:microsoft.com/office/officeart/2005/8/layout/hierarchy2"/>
    <dgm:cxn modelId="{27EC6A0F-58DB-4007-ADDC-97A937411B4F}" type="presParOf" srcId="{0B744EEE-C77B-406C-A3FE-C8FBA749CF3D}" destId="{B37347DD-338B-4F61-BE75-A80C28EBCA14}" srcOrd="1" destOrd="0" presId="urn:microsoft.com/office/officeart/2005/8/layout/hierarchy2"/>
    <dgm:cxn modelId="{56DAF73A-9A61-4976-9F51-B659B07FBFAB}" type="presParOf" srcId="{B37347DD-338B-4F61-BE75-A80C28EBCA14}" destId="{AE4779AF-7612-45C8-AEDC-D93497A2580A}" srcOrd="0" destOrd="0" presId="urn:microsoft.com/office/officeart/2005/8/layout/hierarchy2"/>
    <dgm:cxn modelId="{FD63F8F3-DBA9-42D7-93E0-4ADD6FA0984F}" type="presParOf" srcId="{B37347DD-338B-4F61-BE75-A80C28EBCA14}" destId="{C8DE40F4-8484-4A77-8A31-CFF92767495C}" srcOrd="1" destOrd="0" presId="urn:microsoft.com/office/officeart/2005/8/layout/hierarchy2"/>
    <dgm:cxn modelId="{69C80DF9-5CC1-489F-BE57-7233212ED7B7}" type="presParOf" srcId="{C8DE40F4-8484-4A77-8A31-CFF92767495C}" destId="{3B7AD0BC-62AA-4F3D-A2E1-109922FDE922}" srcOrd="0" destOrd="0" presId="urn:microsoft.com/office/officeart/2005/8/layout/hierarchy2"/>
    <dgm:cxn modelId="{5FB525F6-D18E-49D9-9EAF-FD3E2FA7DCC7}" type="presParOf" srcId="{3B7AD0BC-62AA-4F3D-A2E1-109922FDE922}" destId="{545855E2-7C04-4844-A604-62502D532F6A}" srcOrd="0" destOrd="0" presId="urn:microsoft.com/office/officeart/2005/8/layout/hierarchy2"/>
    <dgm:cxn modelId="{A6D66A0E-DD21-4138-8007-D0414E3D62DD}" type="presParOf" srcId="{C8DE40F4-8484-4A77-8A31-CFF92767495C}" destId="{006F8DCB-3F30-4DE3-A32F-18EE159E190E}" srcOrd="1" destOrd="0" presId="urn:microsoft.com/office/officeart/2005/8/layout/hierarchy2"/>
    <dgm:cxn modelId="{ABB446FE-CB1D-402E-82AE-9D3511C915E8}" type="presParOf" srcId="{006F8DCB-3F30-4DE3-A32F-18EE159E190E}" destId="{69D5C9FB-555E-46AB-8563-DBDAACF86256}" srcOrd="0" destOrd="0" presId="urn:microsoft.com/office/officeart/2005/8/layout/hierarchy2"/>
    <dgm:cxn modelId="{B64A508D-4819-4C71-843A-160FFDC0A457}" type="presParOf" srcId="{006F8DCB-3F30-4DE3-A32F-18EE159E190E}" destId="{A05E4490-B681-4978-B44D-AC1F756E74C7}" srcOrd="1" destOrd="0" presId="urn:microsoft.com/office/officeart/2005/8/layout/hierarchy2"/>
    <dgm:cxn modelId="{FBB6602E-2C39-445D-8421-66C5BB3318F0}" type="presParOf" srcId="{3C0C9CA6-73B4-4447-97A6-6A42896A68DB}" destId="{E3993C5F-07B6-45F0-A896-6B62B86276F8}" srcOrd="6" destOrd="0" presId="urn:microsoft.com/office/officeart/2005/8/layout/hierarchy2"/>
    <dgm:cxn modelId="{195D04EE-BA4A-4106-A772-D6BFE957A7FB}" type="presParOf" srcId="{E3993C5F-07B6-45F0-A896-6B62B86276F8}" destId="{A684D9F7-484A-4DA5-9078-1FEBB23040DF}" srcOrd="0" destOrd="0" presId="urn:microsoft.com/office/officeart/2005/8/layout/hierarchy2"/>
    <dgm:cxn modelId="{58E967F6-2281-47E4-A161-C3B6A87DC638}" type="presParOf" srcId="{3C0C9CA6-73B4-4447-97A6-6A42896A68DB}" destId="{AF2C6124-5B53-44BF-BB86-BED813E2D6F5}" srcOrd="7" destOrd="0" presId="urn:microsoft.com/office/officeart/2005/8/layout/hierarchy2"/>
    <dgm:cxn modelId="{35ABA594-0A73-4D1B-A27F-23704EC854C6}" type="presParOf" srcId="{AF2C6124-5B53-44BF-BB86-BED813E2D6F5}" destId="{A50C2361-3ACF-44DC-B7CD-43677F3D432D}" srcOrd="0" destOrd="0" presId="urn:microsoft.com/office/officeart/2005/8/layout/hierarchy2"/>
    <dgm:cxn modelId="{6328F12C-00D3-4489-92CA-6D07B199B8BF}" type="presParOf" srcId="{AF2C6124-5B53-44BF-BB86-BED813E2D6F5}" destId="{008BDBF9-DE4D-492C-9300-F14A64D3D7E7}" srcOrd="1" destOrd="0" presId="urn:microsoft.com/office/officeart/2005/8/layout/hierarchy2"/>
    <dgm:cxn modelId="{21BC39E9-6EC0-4175-974E-C883AA51D225}" type="presParOf" srcId="{3C0C9CA6-73B4-4447-97A6-6A42896A68DB}" destId="{EF8A788F-32B1-4A5E-B5E1-21D0FA45B302}" srcOrd="8" destOrd="0" presId="urn:microsoft.com/office/officeart/2005/8/layout/hierarchy2"/>
    <dgm:cxn modelId="{E282AD97-D0ED-49CF-89B9-4DE93A0CBBCB}" type="presParOf" srcId="{EF8A788F-32B1-4A5E-B5E1-21D0FA45B302}" destId="{36713A75-D00C-4A58-9BCD-4FE0AA49BA2B}" srcOrd="0" destOrd="0" presId="urn:microsoft.com/office/officeart/2005/8/layout/hierarchy2"/>
    <dgm:cxn modelId="{A0E64088-0DFE-4D0C-9390-0B8BF4C57A62}" type="presParOf" srcId="{3C0C9CA6-73B4-4447-97A6-6A42896A68DB}" destId="{0A5763FB-0157-4C4E-9C8B-A824E1E24F74}" srcOrd="9" destOrd="0" presId="urn:microsoft.com/office/officeart/2005/8/layout/hierarchy2"/>
    <dgm:cxn modelId="{79B67F46-8155-400B-B7CB-888D61734A15}" type="presParOf" srcId="{0A5763FB-0157-4C4E-9C8B-A824E1E24F74}" destId="{FC87C9FE-08DC-4893-B4A9-5014A3FE735A}" srcOrd="0" destOrd="0" presId="urn:microsoft.com/office/officeart/2005/8/layout/hierarchy2"/>
    <dgm:cxn modelId="{46B42186-C215-4E77-8AEC-FB613B0C6DD0}" type="presParOf" srcId="{0A5763FB-0157-4C4E-9C8B-A824E1E24F74}" destId="{EC8A97BF-9035-40FA-9AA0-DBA37732B64C}" srcOrd="1" destOrd="0" presId="urn:microsoft.com/office/officeart/2005/8/layout/hierarchy2"/>
    <dgm:cxn modelId="{0301623F-62D1-492A-86E1-0E074D7C2CF1}" type="presParOf" srcId="{3C0C9CA6-73B4-4447-97A6-6A42896A68DB}" destId="{CFCDA7C4-8733-4006-A6B7-B865421234A5}" srcOrd="10" destOrd="0" presId="urn:microsoft.com/office/officeart/2005/8/layout/hierarchy2"/>
    <dgm:cxn modelId="{E1C3C202-177B-4B2F-82CB-D71F1BF16823}" type="presParOf" srcId="{CFCDA7C4-8733-4006-A6B7-B865421234A5}" destId="{B1262878-1DEB-4B4D-AD6A-EC14874236C6}" srcOrd="0" destOrd="0" presId="urn:microsoft.com/office/officeart/2005/8/layout/hierarchy2"/>
    <dgm:cxn modelId="{EC04B54B-953B-403E-9004-E093896D2430}" type="presParOf" srcId="{3C0C9CA6-73B4-4447-97A6-6A42896A68DB}" destId="{F86239D5-3D4C-4914-8D06-40785741DB21}" srcOrd="11" destOrd="0" presId="urn:microsoft.com/office/officeart/2005/8/layout/hierarchy2"/>
    <dgm:cxn modelId="{D77A0EDD-2737-4866-9EAF-C63F13B4AE1E}" type="presParOf" srcId="{F86239D5-3D4C-4914-8D06-40785741DB21}" destId="{CCBD9576-93CA-4B60-88DA-C6004F30C519}" srcOrd="0" destOrd="0" presId="urn:microsoft.com/office/officeart/2005/8/layout/hierarchy2"/>
    <dgm:cxn modelId="{9C134779-ABBE-40F1-98C8-294E8DA8D564}" type="presParOf" srcId="{F86239D5-3D4C-4914-8D06-40785741DB21}" destId="{A8D43843-9714-4F67-BB50-A1D5FF16E5D3}" srcOrd="1" destOrd="0" presId="urn:microsoft.com/office/officeart/2005/8/layout/hierarchy2"/>
    <dgm:cxn modelId="{ACABD083-542A-486D-ADF3-1B14C4BC4461}" type="presParOf" srcId="{A8D43843-9714-4F67-BB50-A1D5FF16E5D3}" destId="{DAAD2518-29BB-40C4-9751-76EEBD4FAFBF}" srcOrd="0" destOrd="0" presId="urn:microsoft.com/office/officeart/2005/8/layout/hierarchy2"/>
    <dgm:cxn modelId="{969B126B-DCD2-44B1-B3ED-3CD18A009129}" type="presParOf" srcId="{DAAD2518-29BB-40C4-9751-76EEBD4FAFBF}" destId="{31066078-E23C-46CB-BEA4-B8BE52E1686B}" srcOrd="0" destOrd="0" presId="urn:microsoft.com/office/officeart/2005/8/layout/hierarchy2"/>
    <dgm:cxn modelId="{D39F7C55-EE71-4042-B360-B6578F3DEED9}" type="presParOf" srcId="{A8D43843-9714-4F67-BB50-A1D5FF16E5D3}" destId="{6A27A8FC-AC18-4B0E-9A0A-D773534AC3BC}" srcOrd="1" destOrd="0" presId="urn:microsoft.com/office/officeart/2005/8/layout/hierarchy2"/>
    <dgm:cxn modelId="{2319F49E-52DD-41C4-9008-342048B385C2}" type="presParOf" srcId="{6A27A8FC-AC18-4B0E-9A0A-D773534AC3BC}" destId="{64A45AB0-C77D-4869-8CE0-68B1B064AB19}" srcOrd="0" destOrd="0" presId="urn:microsoft.com/office/officeart/2005/8/layout/hierarchy2"/>
    <dgm:cxn modelId="{38643C27-EA47-45E7-8F9A-EF7816F8B45B}" type="presParOf" srcId="{6A27A8FC-AC18-4B0E-9A0A-D773534AC3BC}" destId="{1274DA21-7111-434D-9788-CBB97C1AE068}" srcOrd="1" destOrd="0" presId="urn:microsoft.com/office/officeart/2005/8/layout/hierarchy2"/>
    <dgm:cxn modelId="{6ACE58DC-DE4E-4F90-A558-A78B9BD263E8}" type="presParOf" srcId="{332EB43B-D588-40D1-850D-111D3A1EA599}" destId="{545100EA-550C-41F6-BCE6-B2EA1CE0118C}" srcOrd="1" destOrd="0" presId="urn:microsoft.com/office/officeart/2005/8/layout/hierarchy2"/>
    <dgm:cxn modelId="{5F37A39E-B4C6-4DBE-81EA-A98B2C5DDF9E}" type="presParOf" srcId="{545100EA-550C-41F6-BCE6-B2EA1CE0118C}" destId="{6B70A257-51D7-48BD-8B14-BC497299E556}" srcOrd="0" destOrd="0" presId="urn:microsoft.com/office/officeart/2005/8/layout/hierarchy2"/>
    <dgm:cxn modelId="{E5BBC911-B654-470B-8102-14CE2C2A6C8D}" type="presParOf" srcId="{545100EA-550C-41F6-BCE6-B2EA1CE0118C}" destId="{25A1847D-CDA4-4CFC-A1F4-E4CACE7AB07D}" srcOrd="1" destOrd="0" presId="urn:microsoft.com/office/officeart/2005/8/layout/hierarchy2"/>
    <dgm:cxn modelId="{EB50E3DF-BD05-48D7-A2CA-13FCE3B61467}" type="presParOf" srcId="{332EB43B-D588-40D1-850D-111D3A1EA599}" destId="{E249E559-5A44-47EC-8D8A-5DA6976F7D02}" srcOrd="2" destOrd="0" presId="urn:microsoft.com/office/officeart/2005/8/layout/hierarchy2"/>
    <dgm:cxn modelId="{448BD67C-E3FE-4D19-99C1-2724F95CFF16}" type="presParOf" srcId="{E249E559-5A44-47EC-8D8A-5DA6976F7D02}" destId="{284C73C4-07CD-4984-A772-3725385F57D9}" srcOrd="0" destOrd="0" presId="urn:microsoft.com/office/officeart/2005/8/layout/hierarchy2"/>
    <dgm:cxn modelId="{5C0CCDC3-DC8A-4E6D-A961-F67EFC2BA0E2}" type="presParOf" srcId="{E249E559-5A44-47EC-8D8A-5DA6976F7D02}" destId="{C238ABEA-55CE-436C-811C-C422B8EF6F2D}" srcOrd="1" destOrd="0" presId="urn:microsoft.com/office/officeart/2005/8/layout/hierarchy2"/>
    <dgm:cxn modelId="{2DE0F9DF-2F10-466A-B4BF-AA6BB90EE883}" type="presParOf" srcId="{332EB43B-D588-40D1-850D-111D3A1EA599}" destId="{8587FE3E-16A8-44F5-9310-B5F6947E7F52}" srcOrd="3" destOrd="0" presId="urn:microsoft.com/office/officeart/2005/8/layout/hierarchy2"/>
    <dgm:cxn modelId="{C7365D13-31CA-4686-897A-C979A4913594}" type="presParOf" srcId="{8587FE3E-16A8-44F5-9310-B5F6947E7F52}" destId="{A8337624-FB0A-41C9-B49C-1CF65C46E224}" srcOrd="0" destOrd="0" presId="urn:microsoft.com/office/officeart/2005/8/layout/hierarchy2"/>
    <dgm:cxn modelId="{E89B2170-4E85-4672-9ED8-5DBEF5498540}" type="presParOf" srcId="{8587FE3E-16A8-44F5-9310-B5F6947E7F52}" destId="{79364494-F4F3-483A-8A01-B2CC10CBCFD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0269-91BE-45D0-B4E9-2C213DCF86A0}">
      <dsp:nvSpPr>
        <dsp:cNvPr id="0" name=""/>
        <dsp:cNvSpPr/>
      </dsp:nvSpPr>
      <dsp:spPr>
        <a:xfrm>
          <a:off x="2309186" y="2163094"/>
          <a:ext cx="460931" cy="2304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1" i="0" u="none" strike="noStrike" kern="1200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kern="1200" dirty="0"/>
        </a:p>
      </dsp:txBody>
      <dsp:txXfrm>
        <a:off x="2315936" y="2169844"/>
        <a:ext cx="447431" cy="216965"/>
      </dsp:txXfrm>
    </dsp:sp>
    <dsp:sp modelId="{F5A00572-968A-4050-B387-A5CC3A47F2B5}">
      <dsp:nvSpPr>
        <dsp:cNvPr id="0" name=""/>
        <dsp:cNvSpPr/>
      </dsp:nvSpPr>
      <dsp:spPr>
        <a:xfrm rot="16957851">
          <a:off x="2074834" y="1406942"/>
          <a:ext cx="1779738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1779738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00" kern="1200"/>
        </a:p>
      </dsp:txBody>
      <dsp:txXfrm>
        <a:off x="2920210" y="1365500"/>
        <a:ext cx="88986" cy="88986"/>
      </dsp:txXfrm>
    </dsp:sp>
    <dsp:sp modelId="{1DBBDD28-6CA6-407A-929A-CD70276BFA1B}">
      <dsp:nvSpPr>
        <dsp:cNvPr id="0" name=""/>
        <dsp:cNvSpPr/>
      </dsp:nvSpPr>
      <dsp:spPr>
        <a:xfrm>
          <a:off x="3159290" y="319872"/>
          <a:ext cx="577859" cy="4435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kern="1200" dirty="0"/>
        </a:p>
      </dsp:txBody>
      <dsp:txXfrm>
        <a:off x="3172282" y="332864"/>
        <a:ext cx="551875" cy="417590"/>
      </dsp:txXfrm>
    </dsp:sp>
    <dsp:sp modelId="{98E0C2EF-DF1B-4695-9F6F-28293CCF8FE6}">
      <dsp:nvSpPr>
        <dsp:cNvPr id="0" name=""/>
        <dsp:cNvSpPr/>
      </dsp:nvSpPr>
      <dsp:spPr>
        <a:xfrm rot="19276374">
          <a:off x="3717712" y="483300"/>
          <a:ext cx="176813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176813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01699" y="481931"/>
        <a:ext cx="8840" cy="8840"/>
      </dsp:txXfrm>
    </dsp:sp>
    <dsp:sp modelId="{F973BC3C-3468-4A20-BA7A-97C6D946A49F}">
      <dsp:nvSpPr>
        <dsp:cNvPr id="0" name=""/>
        <dsp:cNvSpPr/>
      </dsp:nvSpPr>
      <dsp:spPr>
        <a:xfrm>
          <a:off x="3875088" y="40396"/>
          <a:ext cx="1325964" cy="781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sp:txBody>
      <dsp:txXfrm>
        <a:off x="3897971" y="63279"/>
        <a:ext cx="1280198" cy="735528"/>
      </dsp:txXfrm>
    </dsp:sp>
    <dsp:sp modelId="{C22C6304-F9A7-4830-9922-D2F42F43E726}">
      <dsp:nvSpPr>
        <dsp:cNvPr id="0" name=""/>
        <dsp:cNvSpPr/>
      </dsp:nvSpPr>
      <dsp:spPr>
        <a:xfrm rot="17332323">
          <a:off x="2380827" y="1730799"/>
          <a:ext cx="1150817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1150817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927465" y="1705080"/>
        <a:ext cx="57540" cy="57540"/>
      </dsp:txXfrm>
    </dsp:sp>
    <dsp:sp modelId="{17550927-DFD4-4A52-927D-765760F40A91}">
      <dsp:nvSpPr>
        <dsp:cNvPr id="0" name=""/>
        <dsp:cNvSpPr/>
      </dsp:nvSpPr>
      <dsp:spPr>
        <a:xfrm>
          <a:off x="3142355" y="942847"/>
          <a:ext cx="460931" cy="4930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3155855" y="956347"/>
        <a:ext cx="433931" cy="466053"/>
      </dsp:txXfrm>
    </dsp:sp>
    <dsp:sp modelId="{86075AA0-9FBC-48FA-B5B1-B91782EF5E29}">
      <dsp:nvSpPr>
        <dsp:cNvPr id="0" name=""/>
        <dsp:cNvSpPr/>
      </dsp:nvSpPr>
      <dsp:spPr>
        <a:xfrm rot="2012193">
          <a:off x="3568716" y="1301054"/>
          <a:ext cx="415341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415341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766003" y="1293721"/>
        <a:ext cx="20767" cy="20767"/>
      </dsp:txXfrm>
    </dsp:sp>
    <dsp:sp modelId="{32DDDB71-9A7D-4D56-AD81-EA0D6755A001}">
      <dsp:nvSpPr>
        <dsp:cNvPr id="0" name=""/>
        <dsp:cNvSpPr/>
      </dsp:nvSpPr>
      <dsp:spPr>
        <a:xfrm>
          <a:off x="3949487" y="1029547"/>
          <a:ext cx="865204" cy="7785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kern="1200" dirty="0"/>
        </a:p>
      </dsp:txBody>
      <dsp:txXfrm>
        <a:off x="3972291" y="1052351"/>
        <a:ext cx="819596" cy="732971"/>
      </dsp:txXfrm>
    </dsp:sp>
    <dsp:sp modelId="{ED7C5F1E-6320-490D-87B8-34DB26FA4CAB}">
      <dsp:nvSpPr>
        <dsp:cNvPr id="0" name=""/>
        <dsp:cNvSpPr/>
      </dsp:nvSpPr>
      <dsp:spPr>
        <a:xfrm rot="20142021">
          <a:off x="4770249" y="1209355"/>
          <a:ext cx="1003284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1003284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246809" y="1187324"/>
        <a:ext cx="50164" cy="50164"/>
      </dsp:txXfrm>
    </dsp:sp>
    <dsp:sp modelId="{648366A5-831D-4FD1-9278-5A8443F18FF3}">
      <dsp:nvSpPr>
        <dsp:cNvPr id="0" name=""/>
        <dsp:cNvSpPr/>
      </dsp:nvSpPr>
      <dsp:spPr>
        <a:xfrm>
          <a:off x="5729091" y="688997"/>
          <a:ext cx="1184671" cy="633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sp:txBody>
      <dsp:txXfrm>
        <a:off x="5747659" y="707565"/>
        <a:ext cx="1147535" cy="596821"/>
      </dsp:txXfrm>
    </dsp:sp>
    <dsp:sp modelId="{912DC8C3-DC0F-462D-B3BB-BBA4BAA4EE9C}">
      <dsp:nvSpPr>
        <dsp:cNvPr id="0" name=""/>
        <dsp:cNvSpPr/>
      </dsp:nvSpPr>
      <dsp:spPr>
        <a:xfrm rot="20091489">
          <a:off x="2751944" y="2193782"/>
          <a:ext cx="383624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383624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934166" y="2187243"/>
        <a:ext cx="19181" cy="19181"/>
      </dsp:txXfrm>
    </dsp:sp>
    <dsp:sp modelId="{369515AF-3A38-4098-83F9-733100C16A9D}">
      <dsp:nvSpPr>
        <dsp:cNvPr id="0" name=""/>
        <dsp:cNvSpPr/>
      </dsp:nvSpPr>
      <dsp:spPr>
        <a:xfrm>
          <a:off x="3117396" y="1891145"/>
          <a:ext cx="661565" cy="4483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kern="1200" dirty="0"/>
        </a:p>
      </dsp:txBody>
      <dsp:txXfrm>
        <a:off x="3130529" y="1904278"/>
        <a:ext cx="635299" cy="422123"/>
      </dsp:txXfrm>
    </dsp:sp>
    <dsp:sp modelId="{57CF804A-1CBF-4E86-988C-E57B4EE3A910}">
      <dsp:nvSpPr>
        <dsp:cNvPr id="0" name=""/>
        <dsp:cNvSpPr/>
      </dsp:nvSpPr>
      <dsp:spPr>
        <a:xfrm rot="3014656">
          <a:off x="3715859" y="2246862"/>
          <a:ext cx="350097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350097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82155" y="2241161"/>
        <a:ext cx="17504" cy="17504"/>
      </dsp:txXfrm>
    </dsp:sp>
    <dsp:sp modelId="{AE4779AF-7612-45C8-AEDC-D93497A2580A}">
      <dsp:nvSpPr>
        <dsp:cNvPr id="0" name=""/>
        <dsp:cNvSpPr/>
      </dsp:nvSpPr>
      <dsp:spPr>
        <a:xfrm>
          <a:off x="4002854" y="1949136"/>
          <a:ext cx="777876" cy="8707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kern="1200" dirty="0"/>
        </a:p>
      </dsp:txBody>
      <dsp:txXfrm>
        <a:off x="4025637" y="1971919"/>
        <a:ext cx="732310" cy="825134"/>
      </dsp:txXfrm>
    </dsp:sp>
    <dsp:sp modelId="{3B7AD0BC-62AA-4F3D-A2E1-109922FDE922}">
      <dsp:nvSpPr>
        <dsp:cNvPr id="0" name=""/>
        <dsp:cNvSpPr/>
      </dsp:nvSpPr>
      <dsp:spPr>
        <a:xfrm rot="121829">
          <a:off x="4780431" y="2398324"/>
          <a:ext cx="953310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953310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233253" y="2377543"/>
        <a:ext cx="47665" cy="47665"/>
      </dsp:txXfrm>
    </dsp:sp>
    <dsp:sp modelId="{69D5C9FB-555E-46AB-8563-DBDAACF86256}">
      <dsp:nvSpPr>
        <dsp:cNvPr id="0" name=""/>
        <dsp:cNvSpPr/>
      </dsp:nvSpPr>
      <dsp:spPr>
        <a:xfrm>
          <a:off x="5733442" y="1417895"/>
          <a:ext cx="995666" cy="2000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5762604" y="1447057"/>
        <a:ext cx="937342" cy="1942413"/>
      </dsp:txXfrm>
    </dsp:sp>
    <dsp:sp modelId="{E3993C5F-07B6-45F0-A896-6B62B86276F8}">
      <dsp:nvSpPr>
        <dsp:cNvPr id="0" name=""/>
        <dsp:cNvSpPr/>
      </dsp:nvSpPr>
      <dsp:spPr>
        <a:xfrm rot="3127591">
          <a:off x="2639681" y="2541960"/>
          <a:ext cx="675689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675689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960634" y="2528119"/>
        <a:ext cx="33784" cy="33784"/>
      </dsp:txXfrm>
    </dsp:sp>
    <dsp:sp modelId="{A50C2361-3ACF-44DC-B7CD-43677F3D432D}">
      <dsp:nvSpPr>
        <dsp:cNvPr id="0" name=""/>
        <dsp:cNvSpPr/>
      </dsp:nvSpPr>
      <dsp:spPr>
        <a:xfrm>
          <a:off x="3184936" y="2665224"/>
          <a:ext cx="664597" cy="2929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kern="1200" dirty="0">
              <a:solidFill>
                <a:schemeClr val="tx1"/>
              </a:solidFill>
            </a:rPr>
            <a:t>【AOI】</a:t>
          </a:r>
        </a:p>
      </dsp:txBody>
      <dsp:txXfrm>
        <a:off x="3193516" y="2673804"/>
        <a:ext cx="647437" cy="275782"/>
      </dsp:txXfrm>
    </dsp:sp>
    <dsp:sp modelId="{EF8A788F-32B1-4A5E-B5E1-21D0FA45B302}">
      <dsp:nvSpPr>
        <dsp:cNvPr id="0" name=""/>
        <dsp:cNvSpPr/>
      </dsp:nvSpPr>
      <dsp:spPr>
        <a:xfrm rot="4883063">
          <a:off x="1227023" y="4069782"/>
          <a:ext cx="3629975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3629975" y="3051"/>
              </a:lnTo>
            </a:path>
          </a:pathLst>
        </a:custGeom>
        <a:noFill/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2951261" y="3982084"/>
        <a:ext cx="181498" cy="181498"/>
      </dsp:txXfrm>
    </dsp:sp>
    <dsp:sp modelId="{FC87C9FE-08DC-4893-B4A9-5014A3FE735A}">
      <dsp:nvSpPr>
        <dsp:cNvPr id="0" name=""/>
        <dsp:cNvSpPr/>
      </dsp:nvSpPr>
      <dsp:spPr>
        <a:xfrm>
          <a:off x="3313905" y="5537507"/>
          <a:ext cx="1851154" cy="659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五十嵐（</a:t>
          </a:r>
          <a:r>
            <a:rPr kumimoji="1" lang="en-US" altLang="ja-JP" sz="800" kern="1200" dirty="0">
              <a:solidFill>
                <a:schemeClr val="tx1"/>
              </a:solidFill>
            </a:rPr>
            <a:t>62360</a:t>
          </a:r>
          <a:r>
            <a:rPr kumimoji="1" lang="ja-JP" altLang="en-US" sz="800" kern="1200" dirty="0">
              <a:solidFill>
                <a:schemeClr val="tx1"/>
              </a:solidFill>
            </a:rPr>
            <a:t>）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竹渕（</a:t>
          </a:r>
          <a:r>
            <a:rPr kumimoji="1" lang="en-US" altLang="ja-JP" sz="800" kern="1200" dirty="0">
              <a:solidFill>
                <a:schemeClr val="tx1"/>
              </a:solidFill>
            </a:rPr>
            <a:t>63329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080-7497-2423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松井（</a:t>
          </a:r>
          <a:r>
            <a:rPr kumimoji="1" lang="en-US" altLang="ja-JP" sz="800" kern="1200" dirty="0">
              <a:solidFill>
                <a:schemeClr val="tx1"/>
              </a:solidFill>
            </a:rPr>
            <a:t>62392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080-7133-3046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茂木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en-US" altLang="ja-JP" sz="800" kern="1200" dirty="0">
            <a:solidFill>
              <a:schemeClr val="tx1"/>
            </a:solidFill>
          </a:endParaRPr>
        </a:p>
      </dsp:txBody>
      <dsp:txXfrm>
        <a:off x="3333226" y="5556828"/>
        <a:ext cx="1812512" cy="621024"/>
      </dsp:txXfrm>
    </dsp:sp>
    <dsp:sp modelId="{CFCDA7C4-8733-4006-A6B7-B865421234A5}">
      <dsp:nvSpPr>
        <dsp:cNvPr id="0" name=""/>
        <dsp:cNvSpPr/>
      </dsp:nvSpPr>
      <dsp:spPr>
        <a:xfrm rot="5049874">
          <a:off x="858358" y="4392377"/>
          <a:ext cx="4256258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4256258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100" kern="1200"/>
        </a:p>
      </dsp:txBody>
      <dsp:txXfrm>
        <a:off x="2880080" y="4289022"/>
        <a:ext cx="212812" cy="212812"/>
      </dsp:txXfrm>
    </dsp:sp>
    <dsp:sp modelId="{CCBD9576-93CA-4B60-88DA-C6004F30C519}">
      <dsp:nvSpPr>
        <dsp:cNvPr id="0" name=""/>
        <dsp:cNvSpPr/>
      </dsp:nvSpPr>
      <dsp:spPr>
        <a:xfrm>
          <a:off x="3202857" y="6451493"/>
          <a:ext cx="460931" cy="122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>
              <a:solidFill>
                <a:schemeClr val="tx1"/>
              </a:solidFill>
            </a:rPr>
            <a:t>119</a:t>
          </a:r>
          <a:endParaRPr kumimoji="1" lang="ja-JP" altLang="en-US" sz="1200" kern="1200" dirty="0">
            <a:solidFill>
              <a:schemeClr val="tx1"/>
            </a:solidFill>
          </a:endParaRPr>
        </a:p>
      </dsp:txBody>
      <dsp:txXfrm>
        <a:off x="3206432" y="6455068"/>
        <a:ext cx="453781" cy="114922"/>
      </dsp:txXfrm>
    </dsp:sp>
    <dsp:sp modelId="{DAAD2518-29BB-40C4-9751-76EEBD4FAFBF}">
      <dsp:nvSpPr>
        <dsp:cNvPr id="0" name=""/>
        <dsp:cNvSpPr/>
      </dsp:nvSpPr>
      <dsp:spPr>
        <a:xfrm rot="21587330">
          <a:off x="3663787" y="6508807"/>
          <a:ext cx="364566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364566" y="3051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head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36956" y="6502744"/>
        <a:ext cx="18228" cy="18228"/>
      </dsp:txXfrm>
    </dsp:sp>
    <dsp:sp modelId="{64A45AB0-C77D-4869-8CE0-68B1B064AB19}">
      <dsp:nvSpPr>
        <dsp:cNvPr id="0" name=""/>
        <dsp:cNvSpPr/>
      </dsp:nvSpPr>
      <dsp:spPr>
        <a:xfrm>
          <a:off x="4028352" y="6404747"/>
          <a:ext cx="1107714" cy="212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別紙　緊急時対応を参照</a:t>
          </a:r>
        </a:p>
      </dsp:txBody>
      <dsp:txXfrm>
        <a:off x="4034587" y="6410982"/>
        <a:ext cx="1095244" cy="200408"/>
      </dsp:txXfrm>
    </dsp:sp>
    <dsp:sp modelId="{6B70A257-51D7-48BD-8B14-BC497299E556}">
      <dsp:nvSpPr>
        <dsp:cNvPr id="0" name=""/>
        <dsp:cNvSpPr/>
      </dsp:nvSpPr>
      <dsp:spPr>
        <a:xfrm>
          <a:off x="3958245" y="2986858"/>
          <a:ext cx="1405171" cy="954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090-3092-2153</a:t>
          </a:r>
          <a:r>
            <a:rPr kumimoji="1" lang="ja-JP" altLang="en-US" sz="700" kern="1200" dirty="0">
              <a:solidFill>
                <a:schemeClr val="tx1"/>
              </a:solidFill>
            </a:rPr>
            <a:t>　（</a:t>
          </a:r>
          <a:r>
            <a:rPr kumimoji="1" lang="en-US" altLang="ja-JP" sz="700" kern="1200" dirty="0">
              <a:solidFill>
                <a:schemeClr val="tx1"/>
              </a:solidFill>
            </a:rPr>
            <a:t>047-311-5000</a:t>
          </a:r>
          <a:r>
            <a:rPr kumimoji="1" lang="ja-JP" altLang="en-US" sz="700" kern="1200" dirty="0">
              <a:solidFill>
                <a:schemeClr val="tx1"/>
              </a:solidFill>
            </a:rPr>
            <a:t>）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047-311-2171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043-297-0711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043-310-3070</a:t>
          </a:r>
        </a:p>
      </dsp:txBody>
      <dsp:txXfrm>
        <a:off x="3986212" y="3014825"/>
        <a:ext cx="1349237" cy="898939"/>
      </dsp:txXfrm>
    </dsp:sp>
    <dsp:sp modelId="{284C73C4-07CD-4984-A772-3725385F57D9}">
      <dsp:nvSpPr>
        <dsp:cNvPr id="0" name=""/>
        <dsp:cNvSpPr/>
      </dsp:nvSpPr>
      <dsp:spPr>
        <a:xfrm>
          <a:off x="3218031" y="3989482"/>
          <a:ext cx="894367" cy="2929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>
              <a:solidFill>
                <a:schemeClr val="tx1"/>
              </a:solidFill>
            </a:rPr>
            <a:t>【</a:t>
          </a:r>
          <a:r>
            <a:rPr kumimoji="1" lang="ja-JP" altLang="en-US" sz="900" kern="1200" dirty="0">
              <a:solidFill>
                <a:schemeClr val="tx1"/>
              </a:solidFill>
            </a:rPr>
            <a:t>Ｘ線</a:t>
          </a:r>
          <a:r>
            <a:rPr kumimoji="1" lang="en-US" altLang="ja-JP" sz="900" kern="1200" dirty="0">
              <a:solidFill>
                <a:schemeClr val="tx1"/>
              </a:solidFill>
            </a:rPr>
            <a:t>】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>
              <a:solidFill>
                <a:schemeClr val="tx1"/>
              </a:solidFill>
            </a:rPr>
            <a:t>【</a:t>
          </a:r>
          <a:r>
            <a:rPr kumimoji="1" lang="ja-JP" altLang="en-US" sz="900" kern="1200" dirty="0">
              <a:solidFill>
                <a:schemeClr val="tx1"/>
              </a:solidFill>
            </a:rPr>
            <a:t>マスク洗浄機</a:t>
          </a:r>
          <a:r>
            <a:rPr kumimoji="1" lang="en-US" altLang="ja-JP" sz="900" kern="1200" dirty="0">
              <a:solidFill>
                <a:schemeClr val="tx1"/>
              </a:solidFill>
            </a:rPr>
            <a:t>】</a:t>
          </a:r>
        </a:p>
      </dsp:txBody>
      <dsp:txXfrm>
        <a:off x="3226611" y="3998062"/>
        <a:ext cx="877207" cy="275782"/>
      </dsp:txXfrm>
    </dsp:sp>
    <dsp:sp modelId="{A8337624-FB0A-41C9-B49C-1CF65C46E224}">
      <dsp:nvSpPr>
        <dsp:cNvPr id="0" name=""/>
        <dsp:cNvSpPr/>
      </dsp:nvSpPr>
      <dsp:spPr>
        <a:xfrm>
          <a:off x="4138718" y="4144037"/>
          <a:ext cx="1416454" cy="86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（株）成電社　山崎様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〇</a:t>
          </a:r>
          <a:r>
            <a:rPr kumimoji="1" lang="en-US" altLang="ja-JP" sz="800" kern="1200" dirty="0">
              <a:solidFill>
                <a:schemeClr val="tx1"/>
              </a:solidFill>
            </a:rPr>
            <a:t>TEL</a:t>
          </a:r>
          <a:r>
            <a:rPr kumimoji="1" lang="ja-JP" altLang="en-US" sz="800" kern="1200" dirty="0">
              <a:solidFill>
                <a:schemeClr val="tx1"/>
              </a:solidFill>
            </a:rPr>
            <a:t>　</a:t>
          </a:r>
          <a:r>
            <a:rPr kumimoji="1" lang="en-US" altLang="ja-JP" sz="800" kern="1200" dirty="0">
              <a:solidFill>
                <a:schemeClr val="tx1"/>
              </a:solidFill>
            </a:rPr>
            <a:t>027-362-5111</a:t>
          </a:r>
          <a:r>
            <a:rPr kumimoji="1" lang="ja-JP" altLang="en-US" sz="800" kern="1200" dirty="0">
              <a:solidFill>
                <a:schemeClr val="tx1"/>
              </a:solidFill>
            </a:rPr>
            <a:t>　高崎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〇</a:t>
          </a:r>
          <a:r>
            <a:rPr kumimoji="1" lang="en-US" altLang="ja-JP" sz="800" kern="1200" dirty="0">
              <a:solidFill>
                <a:schemeClr val="tx1"/>
              </a:solidFill>
            </a:rPr>
            <a:t>FAX</a:t>
          </a:r>
          <a:r>
            <a:rPr kumimoji="1" lang="ja-JP" altLang="en-US" sz="800" kern="1200" dirty="0">
              <a:solidFill>
                <a:schemeClr val="tx1"/>
              </a:solidFill>
            </a:rPr>
            <a:t>　</a:t>
          </a:r>
          <a:r>
            <a:rPr kumimoji="1" lang="en-US" altLang="ja-JP" sz="800" kern="1200" dirty="0">
              <a:solidFill>
                <a:schemeClr val="tx1"/>
              </a:solidFill>
            </a:rPr>
            <a:t>027-362-5950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携帯　</a:t>
          </a:r>
          <a:r>
            <a:rPr kumimoji="1" lang="en-US" altLang="ja-JP" sz="800" kern="1200" dirty="0">
              <a:solidFill>
                <a:schemeClr val="tx1"/>
              </a:solidFill>
            </a:rPr>
            <a:t>070-4336-3547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 dirty="0"/>
        </a:p>
      </dsp:txBody>
      <dsp:txXfrm>
        <a:off x="4163955" y="4169274"/>
        <a:ext cx="1365980" cy="811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A00A9A-00F4-4B69-89AB-AC3875A3376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6131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41363"/>
            <a:ext cx="492760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6538"/>
            <a:ext cx="5387982" cy="443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59E40B-4785-4E31-96FC-8D886DDB2FF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108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E810E-C820-49B1-A9D9-2C4C4C19FAE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B6616-FAF7-4408-B144-175131B0594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D36D2C-C391-4832-BDBF-17F57C8DCB1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46D53-E572-416F-A2F9-931B3DB4795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97D0CE-E1EC-4C3E-8095-88FE14DBB78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954F7-9E8F-4EB5-854F-A61C53C30F4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C9916-ADE3-4A78-B10D-CE4260D45381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34C17-9A39-4321-B5DE-D59AA129E3A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C040E-C7EE-489C-A055-D1CAFE2DD6D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7A39F-451D-4390-822C-51D4854FEA4E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E8126-B988-4230-9EFD-33E3507420B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E20A2D-E94C-4DB8-AC12-B19DD634A1ED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C848CB9-EEF6-9209-E90F-2EFF2CF4486A}"/>
              </a:ext>
            </a:extLst>
          </p:cNvPr>
          <p:cNvCxnSpPr>
            <a:cxnSpLocks/>
          </p:cNvCxnSpPr>
          <p:nvPr/>
        </p:nvCxnSpPr>
        <p:spPr bwMode="auto">
          <a:xfrm>
            <a:off x="4841618" y="2558294"/>
            <a:ext cx="0" cy="146947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A782071-0353-5F01-EB6F-E6A0E708BDC6}"/>
              </a:ext>
            </a:extLst>
          </p:cNvPr>
          <p:cNvCxnSpPr>
            <a:cxnSpLocks/>
          </p:cNvCxnSpPr>
          <p:nvPr/>
        </p:nvCxnSpPr>
        <p:spPr bwMode="auto">
          <a:xfrm>
            <a:off x="3742660" y="2558294"/>
            <a:ext cx="0" cy="146947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95333" y="2545350"/>
            <a:ext cx="414511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2558294"/>
            <a:ext cx="0" cy="300834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706953" y="2558294"/>
            <a:ext cx="0" cy="146947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52551" y="2185310"/>
            <a:ext cx="0" cy="294875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8274039" y="2902231"/>
            <a:ext cx="0" cy="38187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6412977" y="2905390"/>
            <a:ext cx="0" cy="26816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1466386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2558294"/>
            <a:ext cx="0" cy="299949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357115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318" name="Rectangle 222"/>
          <p:cNvSpPr>
            <a:spLocks noChangeArrowheads="1"/>
          </p:cNvSpPr>
          <p:nvPr/>
        </p:nvSpPr>
        <p:spPr bwMode="auto">
          <a:xfrm>
            <a:off x="2517821" y="203507"/>
            <a:ext cx="935037" cy="215900"/>
          </a:xfrm>
          <a:prstGeom prst="rect">
            <a:avLst/>
          </a:prstGeom>
          <a:solidFill>
            <a:srgbClr val="FFFF99">
              <a:alpha val="3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ja-JP" altLang="en-US" sz="900"/>
              <a:t>２交替勤務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3" name="Rectangle 238"/>
          <p:cNvSpPr>
            <a:spLocks noChangeArrowheads="1"/>
          </p:cNvSpPr>
          <p:nvPr/>
        </p:nvSpPr>
        <p:spPr bwMode="auto">
          <a:xfrm>
            <a:off x="2516619" y="507389"/>
            <a:ext cx="936239" cy="217651"/>
          </a:xfrm>
          <a:prstGeom prst="rect">
            <a:avLst/>
          </a:prstGeom>
          <a:solidFill>
            <a:srgbClr val="FF9999">
              <a:alpha val="3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atin typeface="Arial" panose="020B0604020202020204" pitchFamily="34" charset="0"/>
                <a:ea typeface="ＭＳ Ｐゴシック" panose="020B0600070205080204" pitchFamily="50" charset="-128"/>
              </a:rPr>
              <a:t>2</a:t>
            </a:r>
            <a:r>
              <a:rPr lang="ja-JP" altLang="en-US" sz="900" dirty="0">
                <a:latin typeface="Arial" panose="020B0604020202020204" pitchFamily="34" charset="0"/>
                <a:ea typeface="ＭＳ Ｐゴシック" panose="020B0600070205080204" pitchFamily="50" charset="-128"/>
              </a:rPr>
              <a:t>勤固定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勤務</a:t>
            </a:r>
          </a:p>
        </p:txBody>
      </p:sp>
      <p:sp>
        <p:nvSpPr>
          <p:cNvPr id="4311" name="フリーフォーム: 図形 4310">
            <a:extLst>
              <a:ext uri="{FF2B5EF4-FFF2-40B4-BE49-F238E27FC236}">
                <a16:creationId xmlns:a16="http://schemas.microsoft.com/office/drawing/2014/main" id="{FA7006D8-C2B7-4275-96F2-F8EE8900F11B}"/>
              </a:ext>
            </a:extLst>
          </p:cNvPr>
          <p:cNvSpPr/>
          <p:nvPr/>
        </p:nvSpPr>
        <p:spPr>
          <a:xfrm>
            <a:off x="1235861" y="102244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196917" y="290223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　貴之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090-1553-9231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196917" y="416302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　邦嘉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090-8043-9244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165154" y="479342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　直行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080-1113-5522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151837" y="541534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　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080-8441-4063</a:t>
            </a: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10413" y="351892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　俊一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090-1792-7769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83600" y="351343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090-4627-6038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189535" y="416692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　恒生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090-4007-6420</a:t>
            </a: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182310" y="540632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　直人</a:t>
            </a:r>
          </a:p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090-4931-9577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203502" y="478274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尚樹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090-4605</a:t>
            </a:r>
            <a:r>
              <a:rPr kumimoji="1" lang="en-US" altLang="ja-JP" sz="900" b="0" i="0" u="none" strike="noStrike" kern="1200" cap="none" normalizeH="0" baseline="0" dirty="0">
                <a:ln/>
                <a:effectLst/>
                <a:highlight>
                  <a:srgbClr val="FFFFCC"/>
                </a:highlight>
                <a:latin typeface="Arial" panose="020B0604020202020204" pitchFamily="34" charset="0"/>
                <a:ea typeface="ＭＳ Ｐゴシック" panose="020B0600070205080204" pitchFamily="50" charset="-128"/>
              </a:rPr>
              <a:t>-</a:t>
            </a: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0267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176902" y="292841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智治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080-1137-6992</a:t>
            </a: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6903079" y="430002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　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090-6923-7250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908610" y="366049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090-8819-0048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6914290" y="231743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090-1467-2097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6896272" y="493955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　好子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090-5415-3552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6900214" y="303132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　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080-5446-3486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2306564" y="295804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090-5767-4803</a:t>
            </a: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7842411" y="302877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　初美</a:t>
            </a: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090-9379-0506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5966248" y="367497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090-9000-7186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5957859" y="428650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090-4818-1637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1210413" y="23555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3298719" y="295804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090-1705-1585</a:t>
            </a: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5964308" y="556705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090-5531-4484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3318259" y="36015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090-7831-9166</a:t>
            </a: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2302442" y="359572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　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090-1218-5656</a:t>
            </a: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5962227" y="493769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　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090-1058-0231</a:t>
            </a: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5966789" y="302571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　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090-7274-8982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6396028" y="2905390"/>
            <a:ext cx="190198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705296" y="2200742"/>
            <a:ext cx="565184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Rectangle 243">
            <a:extLst>
              <a:ext uri="{FF2B5EF4-FFF2-40B4-BE49-F238E27FC236}">
                <a16:creationId xmlns:a16="http://schemas.microsoft.com/office/drawing/2014/main" id="{77DA5017-BA16-45A1-9E3D-8E596FFC9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2023.04.02</a:t>
            </a:r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D1168696-6957-B8A0-98F6-C3CB157B9222}"/>
              </a:ext>
            </a:extLst>
          </p:cNvPr>
          <p:cNvSpPr/>
          <p:nvPr/>
        </p:nvSpPr>
        <p:spPr>
          <a:xfrm>
            <a:off x="4392363" y="295804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　豊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090-2532-7623</a:t>
            </a:r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E59651BF-7CD5-0E91-4478-10BEB3AE2B63}"/>
              </a:ext>
            </a:extLst>
          </p:cNvPr>
          <p:cNvSpPr/>
          <p:nvPr/>
        </p:nvSpPr>
        <p:spPr>
          <a:xfrm>
            <a:off x="4399813" y="358383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　靖浩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090-2751-0069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 bwMode="auto">
          <a:xfrm>
            <a:off x="1763688" y="6252777"/>
            <a:ext cx="7200800" cy="560599"/>
          </a:xfrm>
          <a:prstGeom prst="rect">
            <a:avLst/>
          </a:prstGeom>
          <a:solidFill>
            <a:srgbClr val="FF9999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3" name="正方形/長方形 32"/>
          <p:cNvSpPr/>
          <p:nvPr/>
        </p:nvSpPr>
        <p:spPr bwMode="auto">
          <a:xfrm>
            <a:off x="1429020" y="0"/>
            <a:ext cx="7200800" cy="6237311"/>
          </a:xfrm>
          <a:prstGeom prst="rect">
            <a:avLst/>
          </a:prstGeom>
          <a:solidFill>
            <a:schemeClr val="accent6">
              <a:lumMod val="40000"/>
              <a:lumOff val="60000"/>
              <a:alpha val="4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31" name="図表 30"/>
          <p:cNvGraphicFramePr/>
          <p:nvPr>
            <p:extLst>
              <p:ext uri="{D42A27DB-BD31-4B8C-83A1-F6EECF244321}">
                <p14:modId xmlns:p14="http://schemas.microsoft.com/office/powerpoint/2010/main" val="772603408"/>
              </p:ext>
            </p:extLst>
          </p:nvPr>
        </p:nvGraphicFramePr>
        <p:xfrm>
          <a:off x="251520" y="0"/>
          <a:ext cx="8568952" cy="6797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5309B96-E0BB-9EBC-06C9-7D5AE1CAE55E}"/>
              </a:ext>
            </a:extLst>
          </p:cNvPr>
          <p:cNvCxnSpPr>
            <a:cxnSpLocks/>
          </p:cNvCxnSpPr>
          <p:nvPr/>
        </p:nvCxnSpPr>
        <p:spPr bwMode="auto">
          <a:xfrm>
            <a:off x="3851920" y="4295553"/>
            <a:ext cx="496796" cy="301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C24AC38-6D88-651A-D42D-3D082EF7C626}"/>
              </a:ext>
            </a:extLst>
          </p:cNvPr>
          <p:cNvCxnSpPr>
            <a:cxnSpLocks/>
          </p:cNvCxnSpPr>
          <p:nvPr/>
        </p:nvCxnSpPr>
        <p:spPr bwMode="auto">
          <a:xfrm>
            <a:off x="3009014" y="2392326"/>
            <a:ext cx="552893" cy="15725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正方形/長方形 33"/>
          <p:cNvSpPr/>
          <p:nvPr/>
        </p:nvSpPr>
        <p:spPr bwMode="auto">
          <a:xfrm>
            <a:off x="1763688" y="5157192"/>
            <a:ext cx="4176464" cy="1080120"/>
          </a:xfrm>
          <a:prstGeom prst="rect">
            <a:avLst/>
          </a:prstGeom>
          <a:solidFill>
            <a:srgbClr val="92D050">
              <a:alpha val="46000"/>
            </a:srgbClr>
          </a:solidFill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" name="角丸四角形 1"/>
          <p:cNvSpPr/>
          <p:nvPr/>
        </p:nvSpPr>
        <p:spPr bwMode="auto">
          <a:xfrm>
            <a:off x="251520" y="260648"/>
            <a:ext cx="1008112" cy="4680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課内所有設備</a:t>
            </a:r>
          </a:p>
        </p:txBody>
      </p:sp>
      <p:sp>
        <p:nvSpPr>
          <p:cNvPr id="6" name="角丸四角形 5"/>
          <p:cNvSpPr/>
          <p:nvPr/>
        </p:nvSpPr>
        <p:spPr bwMode="auto">
          <a:xfrm>
            <a:off x="251520" y="5157192"/>
            <a:ext cx="1008112" cy="468052"/>
          </a:xfrm>
          <a:prstGeom prst="roundRect">
            <a:avLst/>
          </a:prstGeom>
          <a:solidFill>
            <a:srgbClr val="92D050">
              <a:alpha val="46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夜間連絡先</a:t>
            </a:r>
          </a:p>
        </p:txBody>
      </p:sp>
      <p:sp>
        <p:nvSpPr>
          <p:cNvPr id="7" name="角丸四角形 6"/>
          <p:cNvSpPr/>
          <p:nvPr/>
        </p:nvSpPr>
        <p:spPr bwMode="auto">
          <a:xfrm>
            <a:off x="251520" y="6237311"/>
            <a:ext cx="1008112" cy="468052"/>
          </a:xfrm>
          <a:prstGeom prst="round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緊急時連絡先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DD84C5A-C3D5-4C72-A211-9768A67D3EFF}"/>
              </a:ext>
            </a:extLst>
          </p:cNvPr>
          <p:cNvSpPr/>
          <p:nvPr/>
        </p:nvSpPr>
        <p:spPr bwMode="auto">
          <a:xfrm>
            <a:off x="5844210" y="2204306"/>
            <a:ext cx="2941982" cy="38861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ECCFC437-669E-4301-BB53-19DD04BF7BE0}"/>
              </a:ext>
            </a:extLst>
          </p:cNvPr>
          <p:cNvCxnSpPr>
            <a:cxnSpLocks/>
          </p:cNvCxnSpPr>
          <p:nvPr/>
        </p:nvCxnSpPr>
        <p:spPr bwMode="auto">
          <a:xfrm>
            <a:off x="8201520" y="2875182"/>
            <a:ext cx="0" cy="46338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CCC18CD-BC2C-4362-AB79-B8D3154CA785}"/>
              </a:ext>
            </a:extLst>
          </p:cNvPr>
          <p:cNvSpPr/>
          <p:nvPr/>
        </p:nvSpPr>
        <p:spPr bwMode="auto">
          <a:xfrm>
            <a:off x="2815633" y="2182947"/>
            <a:ext cx="2667826" cy="39072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EAAA6C-2D7E-43BF-AA9B-9B28D10BC111}"/>
              </a:ext>
            </a:extLst>
          </p:cNvPr>
          <p:cNvSpPr/>
          <p:nvPr/>
        </p:nvSpPr>
        <p:spPr bwMode="auto">
          <a:xfrm>
            <a:off x="75213" y="2204307"/>
            <a:ext cx="2695707" cy="39162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 flipH="1">
            <a:off x="1374683" y="2483574"/>
            <a:ext cx="4370" cy="37742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045860" y="2886795"/>
            <a:ext cx="5463" cy="119059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094404" y="2132855"/>
            <a:ext cx="0" cy="186030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2873995"/>
            <a:ext cx="0" cy="10365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271879" y="2884391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143365"/>
            <a:ext cx="0" cy="29440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6418858" y="2886643"/>
            <a:ext cx="0" cy="268364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379053" y="1320995"/>
            <a:ext cx="0" cy="156481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552011" y="2870052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759844" y="302796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805590" y="4842602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794943" y="304331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6931580" y="488780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925879" y="364353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>
            <a:spLocks/>
          </p:cNvSpPr>
          <p:nvPr/>
        </p:nvSpPr>
        <p:spPr>
          <a:xfrm>
            <a:off x="2843411" y="304143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6925865" y="4260798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6922954" y="303953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2860614" y="367653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638830" y="303953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>
            <a:spLocks/>
          </p:cNvSpPr>
          <p:nvPr/>
        </p:nvSpPr>
        <p:spPr>
          <a:xfrm>
            <a:off x="7818772" y="304143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6020604" y="36413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6020604" y="426108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3697327" y="369433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637009" y="3712732"/>
            <a:ext cx="796681" cy="4197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6020604" y="303953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2860999"/>
            <a:ext cx="1877561" cy="13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6414052" y="2871509"/>
            <a:ext cx="135382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537417" y="2884391"/>
            <a:ext cx="174351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388106" y="2132855"/>
            <a:ext cx="593614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2CDDDF5-F329-45A1-960E-4ECB5D01E6AC}"/>
              </a:ext>
            </a:extLst>
          </p:cNvPr>
          <p:cNvSpPr/>
          <p:nvPr/>
        </p:nvSpPr>
        <p:spPr bwMode="auto">
          <a:xfrm>
            <a:off x="331400" y="2261187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5D667F3D-3B85-4B42-B4B1-8382D687BA77}"/>
              </a:ext>
            </a:extLst>
          </p:cNvPr>
          <p:cNvSpPr/>
          <p:nvPr/>
        </p:nvSpPr>
        <p:spPr bwMode="auto">
          <a:xfrm>
            <a:off x="3072483" y="2261187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29BB3D70-901B-4A8D-8394-F316FC4EE4D0}"/>
              </a:ext>
            </a:extLst>
          </p:cNvPr>
          <p:cNvSpPr/>
          <p:nvPr/>
        </p:nvSpPr>
        <p:spPr bwMode="auto">
          <a:xfrm>
            <a:off x="6278570" y="2261187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ED76A695-940B-4CD2-B182-4ED5508201EC}"/>
              </a:ext>
            </a:extLst>
          </p:cNvPr>
          <p:cNvSpPr/>
          <p:nvPr/>
        </p:nvSpPr>
        <p:spPr bwMode="auto">
          <a:xfrm>
            <a:off x="3402660" y="649355"/>
            <a:ext cx="4757530" cy="8481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・連絡を受けたら、速やかに次の方へ連絡して下さい。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・連絡が最後まで回ったことを確認する為、各フロー最後の方は、先頭の方に連絡して下さい。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・次の方へ連絡したが、繋がらなかった場合は、その次の方に連絡して下さい。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  更に、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次の方へ連絡が取れなかったことを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  先頭の方は連絡が取れなかった方に連絡して下さい。</a:t>
            </a:r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3E9AEC58-D6E0-4F08-B6CB-930775523E1A}"/>
              </a:ext>
            </a:extLst>
          </p:cNvPr>
          <p:cNvSpPr/>
          <p:nvPr/>
        </p:nvSpPr>
        <p:spPr>
          <a:xfrm>
            <a:off x="6865364" y="229191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02BEBBDE-B264-422C-A34E-8C0D06BE7950}"/>
              </a:ext>
            </a:extLst>
          </p:cNvPr>
          <p:cNvSpPr/>
          <p:nvPr/>
        </p:nvSpPr>
        <p:spPr>
          <a:xfrm>
            <a:off x="930742" y="226635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DA7D5779-2C5C-49A0-8DBE-D4D9AAA80D26}"/>
              </a:ext>
            </a:extLst>
          </p:cNvPr>
          <p:cNvSpPr/>
          <p:nvPr/>
        </p:nvSpPr>
        <p:spPr>
          <a:xfrm>
            <a:off x="3699039" y="30366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AD72D1F8-7BAD-4871-A83E-F9022ECBC5B3}"/>
              </a:ext>
            </a:extLst>
          </p:cNvPr>
          <p:cNvSpPr/>
          <p:nvPr/>
        </p:nvSpPr>
        <p:spPr>
          <a:xfrm>
            <a:off x="6016119" y="5569778"/>
            <a:ext cx="820909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B0813A2B-FEB1-42D5-8464-A8D4F56C15BA}"/>
              </a:ext>
            </a:extLst>
          </p:cNvPr>
          <p:cNvSpPr/>
          <p:nvPr/>
        </p:nvSpPr>
        <p:spPr>
          <a:xfrm>
            <a:off x="935112" y="98939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11006882-9B8A-4263-B12A-4E63FDF125E2}"/>
              </a:ext>
            </a:extLst>
          </p:cNvPr>
          <p:cNvSpPr>
            <a:spLocks/>
          </p:cNvSpPr>
          <p:nvPr/>
        </p:nvSpPr>
        <p:spPr>
          <a:xfrm>
            <a:off x="138742" y="304143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7FDD88F1-9724-4365-9DBA-0D66C7180AB0}"/>
              </a:ext>
            </a:extLst>
          </p:cNvPr>
          <p:cNvSpPr/>
          <p:nvPr/>
        </p:nvSpPr>
        <p:spPr>
          <a:xfrm>
            <a:off x="149381" y="4264223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C2056F65-99C5-4F16-B770-939793EA26D0}"/>
              </a:ext>
            </a:extLst>
          </p:cNvPr>
          <p:cNvSpPr/>
          <p:nvPr/>
        </p:nvSpPr>
        <p:spPr>
          <a:xfrm>
            <a:off x="149383" y="4883933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/>
            <a:r>
              <a:rPr lang="ja-JP" altLang="en-US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櫻直井行</a:t>
            </a:r>
            <a:endParaRPr kumimoji="1" lang="ja-JP" altLang="en-US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42BAAE97-A652-4236-9BD0-F31B9CA16A63}"/>
              </a:ext>
            </a:extLst>
          </p:cNvPr>
          <p:cNvSpPr/>
          <p:nvPr/>
        </p:nvSpPr>
        <p:spPr>
          <a:xfrm>
            <a:off x="125641" y="5494708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5" name="フリーフォーム: 図形 104">
            <a:extLst>
              <a:ext uri="{FF2B5EF4-FFF2-40B4-BE49-F238E27FC236}">
                <a16:creationId xmlns:a16="http://schemas.microsoft.com/office/drawing/2014/main" id="{08A062A0-134E-4C06-8D39-36DC08C6A4BF}"/>
              </a:ext>
            </a:extLst>
          </p:cNvPr>
          <p:cNvSpPr>
            <a:spLocks/>
          </p:cNvSpPr>
          <p:nvPr/>
        </p:nvSpPr>
        <p:spPr>
          <a:xfrm>
            <a:off x="1754754" y="364749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AA529AD-2791-41F1-BDE6-882A278FEEC2}"/>
              </a:ext>
            </a:extLst>
          </p:cNvPr>
          <p:cNvSpPr/>
          <p:nvPr/>
        </p:nvSpPr>
        <p:spPr>
          <a:xfrm>
            <a:off x="141497" y="367653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11" name="フリーフォーム: 図形 110">
            <a:extLst>
              <a:ext uri="{FF2B5EF4-FFF2-40B4-BE49-F238E27FC236}">
                <a16:creationId xmlns:a16="http://schemas.microsoft.com/office/drawing/2014/main" id="{910CCAE5-EDB5-4E9C-8621-AD7CE6DE0F96}"/>
              </a:ext>
            </a:extLst>
          </p:cNvPr>
          <p:cNvSpPr/>
          <p:nvPr/>
        </p:nvSpPr>
        <p:spPr>
          <a:xfrm>
            <a:off x="1769297" y="5489988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117" name="フリーフォーム: 図形 116">
            <a:extLst>
              <a:ext uri="{FF2B5EF4-FFF2-40B4-BE49-F238E27FC236}">
                <a16:creationId xmlns:a16="http://schemas.microsoft.com/office/drawing/2014/main" id="{3D98C9FC-CB8D-45E1-B492-764558ECE47E}"/>
              </a:ext>
            </a:extLst>
          </p:cNvPr>
          <p:cNvSpPr/>
          <p:nvPr/>
        </p:nvSpPr>
        <p:spPr>
          <a:xfrm>
            <a:off x="1754754" y="4268438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74" name="Rectangle 243">
            <a:extLst>
              <a:ext uri="{FF2B5EF4-FFF2-40B4-BE49-F238E27FC236}">
                <a16:creationId xmlns:a16="http://schemas.microsoft.com/office/drawing/2014/main" id="{FD716C2D-AA55-4C54-93AF-B66E81D81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2022.04.01</a:t>
            </a:r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267D50A-CCB3-43A9-9579-1B2DE627BA9D}"/>
              </a:ext>
            </a:extLst>
          </p:cNvPr>
          <p:cNvCxnSpPr>
            <a:cxnSpLocks/>
          </p:cNvCxnSpPr>
          <p:nvPr/>
        </p:nvCxnSpPr>
        <p:spPr bwMode="auto">
          <a:xfrm>
            <a:off x="7758820" y="2871509"/>
            <a:ext cx="45752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91AB6409-2756-2C1C-71D0-1BD0C1B9DE19}"/>
              </a:ext>
            </a:extLst>
          </p:cNvPr>
          <p:cNvSpPr/>
          <p:nvPr/>
        </p:nvSpPr>
        <p:spPr>
          <a:xfrm>
            <a:off x="3592339" y="228000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4CD4B32F-0BE0-7DC7-3498-985BA135F1ED}"/>
              </a:ext>
            </a:extLst>
          </p:cNvPr>
          <p:cNvSpPr/>
          <p:nvPr/>
        </p:nvSpPr>
        <p:spPr>
          <a:xfrm>
            <a:off x="6037373" y="4901205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206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501008"/>
            <a:ext cx="0" cy="264995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244077" y="2793872"/>
            <a:ext cx="0" cy="72008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2372" y="3640295"/>
            <a:ext cx="877975" cy="44394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櫻井直行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24324" y="42361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237158" y="430939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46564" y="49136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33587" y="613271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246564" y="554211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208970" y="361513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709921" y="3513952"/>
            <a:ext cx="98058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089979D3-78A3-44A0-87F5-B1869B9D66A8}"/>
              </a:ext>
            </a:extLst>
          </p:cNvPr>
          <p:cNvSpPr/>
          <p:nvPr/>
        </p:nvSpPr>
        <p:spPr>
          <a:xfrm>
            <a:off x="694416" y="233433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</p:spTree>
    <p:extLst>
      <p:ext uri="{BB962C8B-B14F-4D97-AF65-F5344CB8AC3E}">
        <p14:creationId xmlns:p14="http://schemas.microsoft.com/office/powerpoint/2010/main" val="131878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 flipV="1">
            <a:off x="5424800" y="3464371"/>
            <a:ext cx="0" cy="102328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587201" y="1537284"/>
            <a:ext cx="0" cy="313058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 flipH="1">
            <a:off x="3547976" y="3501008"/>
            <a:ext cx="16990" cy="107099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5007676" y="364890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4045451" y="2349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5042042" y="444160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7959449" y="5784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2656" y="3464371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E479856E-E89E-02EE-DE71-69D84263501E}"/>
              </a:ext>
            </a:extLst>
          </p:cNvPr>
          <p:cNvSpPr/>
          <p:nvPr/>
        </p:nvSpPr>
        <p:spPr>
          <a:xfrm>
            <a:off x="3133626" y="4441607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87A2AB29-F4CF-1E32-ACFC-E063F56CE5DA}"/>
              </a:ext>
            </a:extLst>
          </p:cNvPr>
          <p:cNvSpPr/>
          <p:nvPr/>
        </p:nvSpPr>
        <p:spPr>
          <a:xfrm>
            <a:off x="4034551" y="3640295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FB0E7C98-54BC-F5B7-8BA5-AE6EF33D1F09}"/>
              </a:ext>
            </a:extLst>
          </p:cNvPr>
          <p:cNvSpPr/>
          <p:nvPr/>
        </p:nvSpPr>
        <p:spPr>
          <a:xfrm>
            <a:off x="4087528" y="4424379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113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AE1C291-330B-47C5-A3F7-F72C8D29AD54}"/>
              </a:ext>
            </a:extLst>
          </p:cNvPr>
          <p:cNvCxnSpPr>
            <a:cxnSpLocks/>
          </p:cNvCxnSpPr>
          <p:nvPr/>
        </p:nvCxnSpPr>
        <p:spPr bwMode="auto">
          <a:xfrm>
            <a:off x="4289559" y="2286000"/>
            <a:ext cx="0" cy="288234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3327481" y="2831052"/>
            <a:ext cx="0" cy="283151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3853316" y="3621053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3853309" y="298349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2861087" y="363296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2861087" y="428788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2861087" y="298679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3313043" y="2831052"/>
            <a:ext cx="200107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CDEC8A5-8BA7-424A-A362-6255CDD0A3C7}"/>
              </a:ext>
            </a:extLst>
          </p:cNvPr>
          <p:cNvCxnSpPr>
            <a:cxnSpLocks/>
          </p:cNvCxnSpPr>
          <p:nvPr/>
        </p:nvCxnSpPr>
        <p:spPr bwMode="auto">
          <a:xfrm>
            <a:off x="5310481" y="2816645"/>
            <a:ext cx="0" cy="5331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4866540" y="298349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3877944" y="22253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13667C5D-580B-02E6-F2CE-8D98ACD62443}"/>
              </a:ext>
            </a:extLst>
          </p:cNvPr>
          <p:cNvSpPr/>
          <p:nvPr/>
        </p:nvSpPr>
        <p:spPr>
          <a:xfrm>
            <a:off x="3852634" y="426828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923F78E8-BA08-0A8C-20FD-CE96757C0C98}"/>
              </a:ext>
            </a:extLst>
          </p:cNvPr>
          <p:cNvSpPr/>
          <p:nvPr/>
        </p:nvSpPr>
        <p:spPr>
          <a:xfrm>
            <a:off x="3851120" y="493155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C082888C-4DF3-C8EE-2171-5F3C6D037A89}"/>
              </a:ext>
            </a:extLst>
          </p:cNvPr>
          <p:cNvSpPr/>
          <p:nvPr/>
        </p:nvSpPr>
        <p:spPr>
          <a:xfrm>
            <a:off x="2857945" y="4934761"/>
            <a:ext cx="891934" cy="44258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C3BD2D8E-2F33-146E-B252-5443A3EBE71B}"/>
              </a:ext>
            </a:extLst>
          </p:cNvPr>
          <p:cNvSpPr/>
          <p:nvPr/>
        </p:nvSpPr>
        <p:spPr>
          <a:xfrm>
            <a:off x="2849482" y="5609002"/>
            <a:ext cx="892008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8407491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15056</TotalTime>
  <Words>680</Words>
  <Application>Microsoft Office PowerPoint</Application>
  <PresentationFormat>画面に合わせる (4:3)</PresentationFormat>
  <Paragraphs>211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Meiryo UI</vt:lpstr>
      <vt:lpstr>ＭＳ Ｐゴシック</vt:lpstr>
      <vt:lpstr>Arial</vt:lpstr>
      <vt:lpstr>標準デザイン</vt:lpstr>
      <vt:lpstr>連絡網（生産一課一係）</vt:lpstr>
      <vt:lpstr>PowerPoint プレゼンテーション</vt:lpstr>
      <vt:lpstr>連絡網（生産一課一係）</vt:lpstr>
      <vt:lpstr>連絡網（生産一課一係）</vt:lpstr>
      <vt:lpstr>連絡網（生産一課一係）</vt:lpstr>
      <vt:lpstr>連絡網（生産一課一係）</vt:lpstr>
    </vt:vector>
  </TitlesOfParts>
  <Company>日本光電工業株式会社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連絡網（実装一係）</dc:title>
  <dc:creator>日本光電</dc:creator>
  <cp:lastModifiedBy>MOTEKI Yumiko (茂木 由美子)</cp:lastModifiedBy>
  <cp:revision>109</cp:revision>
  <cp:lastPrinted>2023-05-24T04:26:26Z</cp:lastPrinted>
  <dcterms:created xsi:type="dcterms:W3CDTF">2012-04-06T06:16:39Z</dcterms:created>
  <dcterms:modified xsi:type="dcterms:W3CDTF">2023-05-24T05:36:40Z</dcterms:modified>
</cp:coreProperties>
</file>