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114" d="100"/>
          <a:sy n="114" d="100"/>
        </p:scale>
        <p:origin x="20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遠藤（</a:t>
          </a:r>
          <a:r>
            <a:rPr kumimoji="1" lang="en-US" altLang="ja-JP" sz="800" dirty="0">
              <a:solidFill>
                <a:schemeClr val="tx1"/>
              </a:solidFill>
            </a:rPr>
            <a:t>64074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080-4479-5921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2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6156" custLinFactNeighborY="40225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44797" custLinFactNeighborY="66386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20064" custLinFactNeighborX="-2662" custLinFactNeighborY="-100000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NeighborX="1269" custLinFactNeighborY="-93065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71985" custLinFactNeighborX="100000" custLinFactNeighborY="27763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5704" custLinFactNeighborY="66279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100000" custLinFactNeighborX="23343" custLinFactNeighborY="171678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183210" custLinFactNeighborX="-7088" custLinFactNeighborY="200000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182627" custLinFactNeighborX="32005" custLinFactNeighborY="200000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2" custScaleX="304855" custScaleY="414324" custLinFactX="124392" custLinFactY="-300000" custLinFactNeighborX="200000" custLinFactNeighborY="-353522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1872206" y="2636913"/>
          <a:ext cx="562899" cy="28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1880449" y="2645156"/>
        <a:ext cx="546413" cy="264963"/>
      </dsp:txXfrm>
    </dsp:sp>
    <dsp:sp modelId="{F5A00572-968A-4050-B387-A5CC3A47F2B5}">
      <dsp:nvSpPr>
        <dsp:cNvPr id="0" name=""/>
        <dsp:cNvSpPr/>
      </dsp:nvSpPr>
      <dsp:spPr>
        <a:xfrm rot="16957851">
          <a:off x="1586010" y="1713482"/>
          <a:ext cx="217345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73458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618403" y="1662872"/>
        <a:ext cx="108672" cy="108672"/>
      </dsp:txXfrm>
    </dsp:sp>
    <dsp:sp modelId="{1DBBDD28-6CA6-407A-929A-CD70276BFA1B}">
      <dsp:nvSpPr>
        <dsp:cNvPr id="0" name=""/>
        <dsp:cNvSpPr/>
      </dsp:nvSpPr>
      <dsp:spPr>
        <a:xfrm>
          <a:off x="2910373" y="385928"/>
          <a:ext cx="705695" cy="541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2926239" y="401794"/>
        <a:ext cx="673963" cy="509971"/>
      </dsp:txXfrm>
    </dsp:sp>
    <dsp:sp modelId="{98E0C2EF-DF1B-4695-9F6F-28293CCF8FE6}">
      <dsp:nvSpPr>
        <dsp:cNvPr id="0" name=""/>
        <dsp:cNvSpPr/>
      </dsp:nvSpPr>
      <dsp:spPr>
        <a:xfrm rot="20551400">
          <a:off x="3611221" y="621512"/>
          <a:ext cx="21004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004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10994" y="619987"/>
        <a:ext cx="10502" cy="10502"/>
      </dsp:txXfrm>
    </dsp:sp>
    <dsp:sp modelId="{F973BC3C-3468-4A20-BA7A-97C6D946A49F}">
      <dsp:nvSpPr>
        <dsp:cNvPr id="0" name=""/>
        <dsp:cNvSpPr/>
      </dsp:nvSpPr>
      <dsp:spPr>
        <a:xfrm>
          <a:off x="3816422" y="116631"/>
          <a:ext cx="1619298" cy="954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44368" y="144577"/>
        <a:ext cx="1563406" cy="898242"/>
      </dsp:txXfrm>
    </dsp:sp>
    <dsp:sp modelId="{C22C6304-F9A7-4830-9922-D2F42F43E726}">
      <dsp:nvSpPr>
        <dsp:cNvPr id="0" name=""/>
        <dsp:cNvSpPr/>
      </dsp:nvSpPr>
      <dsp:spPr>
        <a:xfrm rot="17332323">
          <a:off x="1959696" y="2108984"/>
          <a:ext cx="1405405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405405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27264" y="2077575"/>
        <a:ext cx="70270" cy="70270"/>
      </dsp:txXfrm>
    </dsp:sp>
    <dsp:sp modelId="{17550927-DFD4-4A52-927D-765760F40A91}">
      <dsp:nvSpPr>
        <dsp:cNvPr id="0" name=""/>
        <dsp:cNvSpPr/>
      </dsp:nvSpPr>
      <dsp:spPr>
        <a:xfrm>
          <a:off x="2889692" y="1146719"/>
          <a:ext cx="562899" cy="60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2906179" y="1163206"/>
        <a:ext cx="529925" cy="569154"/>
      </dsp:txXfrm>
    </dsp:sp>
    <dsp:sp modelId="{86075AA0-9FBC-48FA-B5B1-B91782EF5E29}">
      <dsp:nvSpPr>
        <dsp:cNvPr id="0" name=""/>
        <dsp:cNvSpPr/>
      </dsp:nvSpPr>
      <dsp:spPr>
        <a:xfrm rot="1372369">
          <a:off x="3430922" y="1551176"/>
          <a:ext cx="55118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55118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92736" y="1541123"/>
        <a:ext cx="27559" cy="27559"/>
      </dsp:txXfrm>
    </dsp:sp>
    <dsp:sp modelId="{32DDDB71-9A7D-4D56-AD81-EA0D6755A001}">
      <dsp:nvSpPr>
        <dsp:cNvPr id="0" name=""/>
        <dsp:cNvSpPr/>
      </dsp:nvSpPr>
      <dsp:spPr>
        <a:xfrm>
          <a:off x="3960440" y="1186613"/>
          <a:ext cx="1056607" cy="9508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88289" y="1214462"/>
        <a:ext cx="1000909" cy="895120"/>
      </dsp:txXfrm>
    </dsp:sp>
    <dsp:sp modelId="{ED7C5F1E-6320-490D-87B8-34DB26FA4CAB}">
      <dsp:nvSpPr>
        <dsp:cNvPr id="0" name=""/>
        <dsp:cNvSpPr/>
      </dsp:nvSpPr>
      <dsp:spPr>
        <a:xfrm rot="20219126">
          <a:off x="4972441" y="1439192"/>
          <a:ext cx="112083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12083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504839" y="1414897"/>
        <a:ext cx="56041" cy="56041"/>
      </dsp:txXfrm>
    </dsp:sp>
    <dsp:sp modelId="{648366A5-831D-4FD1-9278-5A8443F18FF3}">
      <dsp:nvSpPr>
        <dsp:cNvPr id="0" name=""/>
        <dsp:cNvSpPr/>
      </dsp:nvSpPr>
      <dsp:spPr>
        <a:xfrm>
          <a:off x="6048673" y="836712"/>
          <a:ext cx="1446747" cy="774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6071349" y="859388"/>
        <a:ext cx="1401395" cy="728851"/>
      </dsp:txXfrm>
    </dsp:sp>
    <dsp:sp modelId="{912DC8C3-DC0F-462D-B3BB-BBA4BAA4EE9C}">
      <dsp:nvSpPr>
        <dsp:cNvPr id="0" name=""/>
        <dsp:cNvSpPr/>
      </dsp:nvSpPr>
      <dsp:spPr>
        <a:xfrm rot="712952">
          <a:off x="2429958" y="2823373"/>
          <a:ext cx="480422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80422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58159" y="2815088"/>
        <a:ext cx="24021" cy="24021"/>
      </dsp:txXfrm>
    </dsp:sp>
    <dsp:sp modelId="{369515AF-3A38-4098-83F9-733100C16A9D}">
      <dsp:nvSpPr>
        <dsp:cNvPr id="0" name=""/>
        <dsp:cNvSpPr/>
      </dsp:nvSpPr>
      <dsp:spPr>
        <a:xfrm>
          <a:off x="2905234" y="2602768"/>
          <a:ext cx="807918" cy="5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2921272" y="2618806"/>
        <a:ext cx="775842" cy="515507"/>
      </dsp:txXfrm>
    </dsp:sp>
    <dsp:sp modelId="{57CF804A-1CBF-4E86-988C-E57B4EE3A910}">
      <dsp:nvSpPr>
        <dsp:cNvPr id="0" name=""/>
        <dsp:cNvSpPr/>
      </dsp:nvSpPr>
      <dsp:spPr>
        <a:xfrm rot="1024896">
          <a:off x="3707446" y="2910828"/>
          <a:ext cx="258699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58699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0328" y="2908087"/>
        <a:ext cx="12934" cy="12934"/>
      </dsp:txXfrm>
    </dsp:sp>
    <dsp:sp modelId="{AE4779AF-7612-45C8-AEDC-D93497A2580A}">
      <dsp:nvSpPr>
        <dsp:cNvPr id="0" name=""/>
        <dsp:cNvSpPr/>
      </dsp:nvSpPr>
      <dsp:spPr>
        <a:xfrm>
          <a:off x="3960440" y="2420888"/>
          <a:ext cx="949960" cy="106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3988263" y="2448711"/>
        <a:ext cx="894314" cy="1007674"/>
      </dsp:txXfrm>
    </dsp:sp>
    <dsp:sp modelId="{3B7AD0BC-62AA-4F3D-A2E1-109922FDE922}">
      <dsp:nvSpPr>
        <dsp:cNvPr id="0" name=""/>
        <dsp:cNvSpPr/>
      </dsp:nvSpPr>
      <dsp:spPr>
        <a:xfrm rot="959882">
          <a:off x="4886506" y="3118857"/>
          <a:ext cx="123390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390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472612" y="3091736"/>
        <a:ext cx="61695" cy="61695"/>
      </dsp:txXfrm>
    </dsp:sp>
    <dsp:sp modelId="{69D5C9FB-555E-46AB-8563-DBDAACF86256}">
      <dsp:nvSpPr>
        <dsp:cNvPr id="0" name=""/>
        <dsp:cNvSpPr/>
      </dsp:nvSpPr>
      <dsp:spPr>
        <a:xfrm>
          <a:off x="6096520" y="2070945"/>
          <a:ext cx="1215930" cy="2443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6132133" y="2106558"/>
        <a:ext cx="1144704" cy="2372121"/>
      </dsp:txXfrm>
    </dsp:sp>
    <dsp:sp modelId="{E3993C5F-07B6-45F0-A896-6B62B86276F8}">
      <dsp:nvSpPr>
        <dsp:cNvPr id="0" name=""/>
        <dsp:cNvSpPr/>
      </dsp:nvSpPr>
      <dsp:spPr>
        <a:xfrm rot="3910712">
          <a:off x="2077672" y="3333045"/>
          <a:ext cx="123208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208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62914" y="3305969"/>
        <a:ext cx="61604" cy="61604"/>
      </dsp:txXfrm>
    </dsp:sp>
    <dsp:sp modelId="{A50C2361-3ACF-44DC-B7CD-43677F3D432D}">
      <dsp:nvSpPr>
        <dsp:cNvPr id="0" name=""/>
        <dsp:cNvSpPr/>
      </dsp:nvSpPr>
      <dsp:spPr>
        <a:xfrm>
          <a:off x="2952326" y="3717031"/>
          <a:ext cx="811622" cy="357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2962804" y="3727509"/>
        <a:ext cx="790666" cy="336792"/>
      </dsp:txXfrm>
    </dsp:sp>
    <dsp:sp modelId="{EF8A788F-32B1-4A5E-B5E1-21D0FA45B302}">
      <dsp:nvSpPr>
        <dsp:cNvPr id="0" name=""/>
        <dsp:cNvSpPr/>
      </dsp:nvSpPr>
      <dsp:spPr>
        <a:xfrm rot="4672135">
          <a:off x="1276520" y="4207997"/>
          <a:ext cx="2933680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933680" y="3726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670019" y="4138381"/>
        <a:ext cx="146684" cy="146684"/>
      </dsp:txXfrm>
    </dsp:sp>
    <dsp:sp modelId="{FC87C9FE-08DC-4893-B4A9-5014A3FE735A}">
      <dsp:nvSpPr>
        <dsp:cNvPr id="0" name=""/>
        <dsp:cNvSpPr/>
      </dsp:nvSpPr>
      <dsp:spPr>
        <a:xfrm>
          <a:off x="3051616" y="5243008"/>
          <a:ext cx="2260672" cy="8055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遠藤（</a:t>
          </a:r>
          <a:r>
            <a:rPr kumimoji="1" lang="en-US" altLang="ja-JP" sz="800" kern="1200" dirty="0">
              <a:solidFill>
                <a:schemeClr val="tx1"/>
              </a:solidFill>
            </a:rPr>
            <a:t>64074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080-4479-5921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075211" y="5266603"/>
        <a:ext cx="2213482" cy="758409"/>
      </dsp:txXfrm>
    </dsp:sp>
    <dsp:sp modelId="{CFCDA7C4-8733-4006-A6B7-B865421234A5}">
      <dsp:nvSpPr>
        <dsp:cNvPr id="0" name=""/>
        <dsp:cNvSpPr/>
      </dsp:nvSpPr>
      <dsp:spPr>
        <a:xfrm rot="4994518">
          <a:off x="766029" y="4652451"/>
          <a:ext cx="378336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378336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563128" y="4561594"/>
        <a:ext cx="189168" cy="189168"/>
      </dsp:txXfrm>
    </dsp:sp>
    <dsp:sp modelId="{CCBD9576-93CA-4B60-88DA-C6004F30C519}">
      <dsp:nvSpPr>
        <dsp:cNvPr id="0" name=""/>
        <dsp:cNvSpPr/>
      </dsp:nvSpPr>
      <dsp:spPr>
        <a:xfrm>
          <a:off x="2880320" y="6460178"/>
          <a:ext cx="562899" cy="1490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2884686" y="6464544"/>
        <a:ext cx="554167" cy="140346"/>
      </dsp:txXfrm>
    </dsp:sp>
    <dsp:sp modelId="{DAAD2518-29BB-40C4-9751-76EEBD4FAFBF}">
      <dsp:nvSpPr>
        <dsp:cNvPr id="0" name=""/>
        <dsp:cNvSpPr/>
      </dsp:nvSpPr>
      <dsp:spPr>
        <a:xfrm rot="21587330">
          <a:off x="3443218" y="6530171"/>
          <a:ext cx="44521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45217" y="372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54696" y="6522767"/>
        <a:ext cx="22260" cy="22260"/>
      </dsp:txXfrm>
    </dsp:sp>
    <dsp:sp modelId="{64A45AB0-C77D-4869-8CE0-68B1B064AB19}">
      <dsp:nvSpPr>
        <dsp:cNvPr id="0" name=""/>
        <dsp:cNvSpPr/>
      </dsp:nvSpPr>
      <dsp:spPr>
        <a:xfrm>
          <a:off x="3888433" y="6403090"/>
          <a:ext cx="1352765" cy="259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3896047" y="6410704"/>
        <a:ext cx="1337537" cy="244744"/>
      </dsp:txXfrm>
    </dsp:sp>
    <dsp:sp modelId="{6B70A257-51D7-48BD-8B14-BC497299E556}">
      <dsp:nvSpPr>
        <dsp:cNvPr id="0" name=""/>
        <dsp:cNvSpPr/>
      </dsp:nvSpPr>
      <dsp:spPr>
        <a:xfrm>
          <a:off x="3958160" y="3789041"/>
          <a:ext cx="1716027" cy="11661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92314" y="3823195"/>
        <a:ext cx="1647719" cy="1097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9C62710-26BB-4A37-BF09-10631941B348}"/>
              </a:ext>
            </a:extLst>
          </p:cNvPr>
          <p:cNvCxnSpPr>
            <a:cxnSpLocks/>
          </p:cNvCxnSpPr>
          <p:nvPr/>
        </p:nvCxnSpPr>
        <p:spPr bwMode="auto">
          <a:xfrm>
            <a:off x="7237136" y="3132374"/>
            <a:ext cx="138910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44403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780928"/>
            <a:ext cx="0" cy="169879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3579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294875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8240363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369731" y="3501008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357115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7031" y="491812"/>
            <a:ext cx="936239" cy="217651"/>
          </a:xfrm>
          <a:prstGeom prst="rect">
            <a:avLst/>
          </a:prstGeom>
          <a:solidFill>
            <a:srgbClr val="FF99CC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３交替勤務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40328" y="29189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0475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　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090-8043-9244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6575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　智之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090-2726-2542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　純也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090-5338-4359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090-4605-0267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　光章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080-3568-7363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　信一郎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0274-67-1250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5929876" y="428937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090-6923-7250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6855702" y="36262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　由美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090-2490-4729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865364" y="491872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090-8819-0048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富田明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090-2726-4028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6871044" y="29130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5925374" y="36268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856968" y="42895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6858968" y="553133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433" y="4886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825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178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7805352" y="36265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　春美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090-6177-5687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7931687" y="28955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804811" y="491994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796422" y="55314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1233587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103" name="フリーフォーム: 図形 4102">
            <a:extLst>
              <a:ext uri="{FF2B5EF4-FFF2-40B4-BE49-F238E27FC236}">
                <a16:creationId xmlns:a16="http://schemas.microsoft.com/office/drawing/2014/main" id="{A50B5297-0BD4-44DC-BE33-8F09732AAA2B}"/>
              </a:ext>
            </a:extLst>
          </p:cNvPr>
          <p:cNvSpPr/>
          <p:nvPr/>
        </p:nvSpPr>
        <p:spPr>
          <a:xfrm>
            <a:off x="4971996" y="364316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公洋</a:t>
            </a:r>
            <a:endParaRPr lang="en-US" altLang="ja-JP" sz="900" dirty="0">
              <a:ln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080-9875-6990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3247280" y="22282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2222818" y="22282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4256789" y="22342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302594" y="222823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4946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67195" y="7515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805352" y="42706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352782" y="3501008"/>
            <a:ext cx="190198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4416" y="3501008"/>
            <a:ext cx="18979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695634" y="2780928"/>
            <a:ext cx="560400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Rectangle 243">
            <a:extLst>
              <a:ext uri="{FF2B5EF4-FFF2-40B4-BE49-F238E27FC236}">
                <a16:creationId xmlns:a16="http://schemas.microsoft.com/office/drawing/2014/main" id="{77DA5017-BA16-45A1-9E3D-8E596FFC9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2022.08.03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/>
          <p:cNvSpPr/>
          <p:nvPr/>
        </p:nvSpPr>
        <p:spPr bwMode="auto">
          <a:xfrm>
            <a:off x="1763688" y="-1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185944119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540383" y="2841870"/>
            <a:ext cx="3550727" cy="3256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652094" y="3512745"/>
            <a:ext cx="0" cy="4633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DDB920D7-B60F-4976-B40D-CE342A1D4055}"/>
              </a:ext>
            </a:extLst>
          </p:cNvPr>
          <p:cNvCxnSpPr>
            <a:cxnSpLocks/>
          </p:cNvCxnSpPr>
          <p:nvPr/>
        </p:nvCxnSpPr>
        <p:spPr bwMode="auto">
          <a:xfrm>
            <a:off x="6877877" y="3498562"/>
            <a:ext cx="0" cy="223950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28EA37A-B987-47C6-915F-57620660E66D}"/>
              </a:ext>
            </a:extLst>
          </p:cNvPr>
          <p:cNvSpPr/>
          <p:nvPr/>
        </p:nvSpPr>
        <p:spPr bwMode="auto">
          <a:xfrm>
            <a:off x="383475" y="1567206"/>
            <a:ext cx="5953951" cy="1122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6185" y="2850916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841870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246030" y="2155917"/>
            <a:ext cx="46477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379053" y="3121137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3509072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770418"/>
            <a:ext cx="0" cy="17764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511558"/>
            <a:ext cx="0" cy="4144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3521954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10575" cy="71763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7766716" y="350174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008041" y="3524206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3507615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759844" y="302796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564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564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125641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5606362" y="4306167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372722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>
            <a:spLocks/>
          </p:cNvSpPr>
          <p:nvPr/>
        </p:nvSpPr>
        <p:spPr>
          <a:xfrm>
            <a:off x="648855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488557" y="490395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>
            <a:spLocks/>
          </p:cNvSpPr>
          <p:nvPr/>
        </p:nvSpPr>
        <p:spPr>
          <a:xfrm>
            <a:off x="372722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5613899" y="367916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485632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6477965" y="55225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0017" y="490652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>
            <a:spLocks/>
          </p:cNvSpPr>
          <p:nvPr/>
        </p:nvSpPr>
        <p:spPr>
          <a:xfrm>
            <a:off x="4630017" y="428558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630017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>
            <a:spLocks/>
          </p:cNvSpPr>
          <p:nvPr/>
        </p:nvSpPr>
        <p:spPr>
          <a:xfrm>
            <a:off x="7372326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82560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372326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372326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399959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00888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30017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8260456" y="66476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372326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498562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5989739" y="3509072"/>
            <a:ext cx="177813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3521954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770418"/>
            <a:ext cx="593614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BED17D-48D5-44AE-B364-F23AF8DBCEFF}"/>
              </a:ext>
            </a:extLst>
          </p:cNvPr>
          <p:cNvSpPr/>
          <p:nvPr/>
        </p:nvSpPr>
        <p:spPr bwMode="auto">
          <a:xfrm>
            <a:off x="728869" y="1603513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340266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次の方へ連絡が取れなかったことを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 先頭の方は連絡が取れなかった方に連絡して下さい。</a:t>
            </a: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EC6545AE-12CE-4AE5-8827-3507322C2F3F}"/>
              </a:ext>
            </a:extLst>
          </p:cNvPr>
          <p:cNvSpPr/>
          <p:nvPr/>
        </p:nvSpPr>
        <p:spPr>
          <a:xfrm>
            <a:off x="948338" y="2929479"/>
            <a:ext cx="861430" cy="45627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A0A732B3-CDA7-4256-A64F-06D634A9191C}"/>
              </a:ext>
            </a:extLst>
          </p:cNvPr>
          <p:cNvSpPr>
            <a:spLocks/>
          </p:cNvSpPr>
          <p:nvPr/>
        </p:nvSpPr>
        <p:spPr>
          <a:xfrm>
            <a:off x="12564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960046" y="19064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506A33D6-1370-4E0C-AB0A-F1876CD86743}"/>
              </a:ext>
            </a:extLst>
          </p:cNvPr>
          <p:cNvSpPr/>
          <p:nvPr/>
        </p:nvSpPr>
        <p:spPr>
          <a:xfrm>
            <a:off x="4635374" y="3686657"/>
            <a:ext cx="796706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2990303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1981014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2029112C-9995-4F85-B604-F612A9A77425}"/>
              </a:ext>
            </a:extLst>
          </p:cNvPr>
          <p:cNvSpPr/>
          <p:nvPr/>
        </p:nvSpPr>
        <p:spPr>
          <a:xfrm>
            <a:off x="3633753" y="29352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8824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BAB0481A-67F9-40F0-8D35-555DF2DD4B8B}"/>
              </a:ext>
            </a:extLst>
          </p:cNvPr>
          <p:cNvSpPr/>
          <p:nvPr/>
        </p:nvSpPr>
        <p:spPr>
          <a:xfrm>
            <a:off x="1882494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882494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882494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99983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992106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9" name="フリーフォーム: 図形 108">
            <a:extLst>
              <a:ext uri="{FF2B5EF4-FFF2-40B4-BE49-F238E27FC236}">
                <a16:creationId xmlns:a16="http://schemas.microsoft.com/office/drawing/2014/main" id="{A7DFCA9E-15D5-4CB4-917B-9D68B3491086}"/>
              </a:ext>
            </a:extLst>
          </p:cNvPr>
          <p:cNvSpPr/>
          <p:nvPr/>
        </p:nvSpPr>
        <p:spPr>
          <a:xfrm>
            <a:off x="999837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014380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99983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74" name="Rectangle 243">
            <a:extLst>
              <a:ext uri="{FF2B5EF4-FFF2-40B4-BE49-F238E27FC236}">
                <a16:creationId xmlns:a16="http://schemas.microsoft.com/office/drawing/2014/main" id="{FD716C2D-AA55-4C54-93AF-B66E81D8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2022.04.01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267D50A-CCB3-43A9-9579-1B2DE627BA9D}"/>
              </a:ext>
            </a:extLst>
          </p:cNvPr>
          <p:cNvCxnSpPr>
            <a:cxnSpLocks/>
          </p:cNvCxnSpPr>
          <p:nvPr/>
        </p:nvCxnSpPr>
        <p:spPr bwMode="auto">
          <a:xfrm>
            <a:off x="7758820" y="3509072"/>
            <a:ext cx="90534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2420888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525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83568" y="3501008"/>
            <a:ext cx="19166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089979D3-78A3-44A0-87F5-B1869B9D66A8}"/>
              </a:ext>
            </a:extLst>
          </p:cNvPr>
          <p:cNvSpPr/>
          <p:nvPr/>
        </p:nvSpPr>
        <p:spPr>
          <a:xfrm>
            <a:off x="1233587" y="23025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532775"/>
            <a:ext cx="0" cy="196372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36631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50742" y="2935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316" y="492086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4276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2378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349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6864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59449" y="578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E5A9420C-3C02-425C-B40C-8CD3C4AC0B5F}"/>
              </a:ext>
            </a:extLst>
          </p:cNvPr>
          <p:cNvSpPr/>
          <p:nvPr/>
        </p:nvSpPr>
        <p:spPr>
          <a:xfrm>
            <a:off x="4976629" y="3635310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3859935" y="2831052"/>
            <a:ext cx="0" cy="226106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4756883" y="2819161"/>
            <a:ext cx="0" cy="22931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2903412" y="2831052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3417501" y="29563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415994" y="4257157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3415987" y="36195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4358582" y="295664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4358582" y="42558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4358582" y="491073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4358582" y="36096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2894359" y="2831052"/>
            <a:ext cx="284924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734550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5299662" y="29563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1842676"/>
            <a:ext cx="0" cy="997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9EA7ADB-AE1D-4929-B595-E9F68DCD911F}"/>
              </a:ext>
            </a:extLst>
          </p:cNvPr>
          <p:cNvSpPr/>
          <p:nvPr/>
        </p:nvSpPr>
        <p:spPr>
          <a:xfrm>
            <a:off x="3877198" y="16687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710F20D2-109E-0CE5-FD6B-1121EB5951F0}"/>
              </a:ext>
            </a:extLst>
          </p:cNvPr>
          <p:cNvSpPr/>
          <p:nvPr/>
        </p:nvSpPr>
        <p:spPr>
          <a:xfrm>
            <a:off x="3415994" y="4911499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13667C5D-580B-02E6-F2CE-8D98ACD62443}"/>
              </a:ext>
            </a:extLst>
          </p:cNvPr>
          <p:cNvSpPr/>
          <p:nvPr/>
        </p:nvSpPr>
        <p:spPr>
          <a:xfrm>
            <a:off x="2461156" y="29563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923F78E8-BA08-0A8C-20FD-CE96757C0C98}"/>
              </a:ext>
            </a:extLst>
          </p:cNvPr>
          <p:cNvSpPr/>
          <p:nvPr/>
        </p:nvSpPr>
        <p:spPr>
          <a:xfrm>
            <a:off x="2459642" y="36195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87655" y="2228238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60542" y="222823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14768" y="2234242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41882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31CF93A-8DE0-4DE1-8A0B-53C6D14BFCAE}"/>
              </a:ext>
            </a:extLst>
          </p:cNvPr>
          <p:cNvSpPr/>
          <p:nvPr/>
        </p:nvSpPr>
        <p:spPr>
          <a:xfrm>
            <a:off x="1233586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33251000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14796</TotalTime>
  <Words>763</Words>
  <Application>Microsoft Office PowerPoint</Application>
  <PresentationFormat>画面に合わせる (4:3)</PresentationFormat>
  <Paragraphs>256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Meiryo UI</vt:lpstr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MOTEKI Yumiko (茂木 由美子)</cp:lastModifiedBy>
  <cp:revision>80</cp:revision>
  <cp:lastPrinted>2022-03-02T07:08:07Z</cp:lastPrinted>
  <dcterms:created xsi:type="dcterms:W3CDTF">2012-04-06T06:16:39Z</dcterms:created>
  <dcterms:modified xsi:type="dcterms:W3CDTF">2022-12-11T07:29:18Z</dcterms:modified>
</cp:coreProperties>
</file>