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73" r:id="rId5"/>
    <p:sldId id="274" r:id="rId6"/>
  </p:sldIdLst>
  <p:sldSz cx="9144000" cy="6858000" type="screen4x3"/>
  <p:notesSz cx="6858000" cy="9144000"/>
  <p:defaultTextStyle>
    <a:defPPr>
      <a:defRPr lang="ja-JP"/>
    </a:defPPr>
    <a:lvl1pPr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0" d="100"/>
          <a:sy n="120" d="100"/>
        </p:scale>
        <p:origin x="134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KUMURA Kazuya (奥村 和也)" userId="2194904c-8b14-48e7-b3cb-f3632ddacc6e" providerId="ADAL" clId="{9747B336-7B2A-4234-98F5-ABC4537FFBA0}"/>
    <pc:docChg chg="undo redo custSel addSld delSld modSld">
      <pc:chgData name="OKUMURA Kazuya (奥村 和也)" userId="2194904c-8b14-48e7-b3cb-f3632ddacc6e" providerId="ADAL" clId="{9747B336-7B2A-4234-98F5-ABC4537FFBA0}" dt="2026-09-08T01:11:13.096" v="1869" actId="1076"/>
      <pc:docMkLst>
        <pc:docMk/>
      </pc:docMkLst>
      <pc:sldChg chg="modSp mod">
        <pc:chgData name="OKUMURA Kazuya (奥村 和也)" userId="2194904c-8b14-48e7-b3cb-f3632ddacc6e" providerId="ADAL" clId="{9747B336-7B2A-4234-98F5-ABC4537FFBA0}" dt="2026-08-26T01:07:31.282" v="630" actId="20577"/>
        <pc:sldMkLst>
          <pc:docMk/>
          <pc:sldMk cId="0" sldId="256"/>
        </pc:sldMkLst>
        <pc:spChg chg="mod">
          <ac:chgData name="OKUMURA Kazuya (奥村 和也)" userId="2194904c-8b14-48e7-b3cb-f3632ddacc6e" providerId="ADAL" clId="{9747B336-7B2A-4234-98F5-ABC4537FFBA0}" dt="2026-08-26T01:07:31.282" v="630" actId="20577"/>
          <ac:spMkLst>
            <pc:docMk/>
            <pc:sldMk cId="0" sldId="256"/>
            <ac:spMk id="2051" creationId="{FA661C78-D988-E808-065E-144285CB286D}"/>
          </ac:spMkLst>
        </pc:spChg>
      </pc:sldChg>
      <pc:sldChg chg="modSp mod">
        <pc:chgData name="OKUMURA Kazuya (奥村 和也)" userId="2194904c-8b14-48e7-b3cb-f3632ddacc6e" providerId="ADAL" clId="{9747B336-7B2A-4234-98F5-ABC4537FFBA0}" dt="2026-09-08T00:15:51.547" v="1841" actId="20577"/>
        <pc:sldMkLst>
          <pc:docMk/>
          <pc:sldMk cId="3734094152" sldId="257"/>
        </pc:sldMkLst>
        <pc:spChg chg="mod">
          <ac:chgData name="OKUMURA Kazuya (奥村 和也)" userId="2194904c-8b14-48e7-b3cb-f3632ddacc6e" providerId="ADAL" clId="{9747B336-7B2A-4234-98F5-ABC4537FFBA0}" dt="2026-08-25T04:55:03.134" v="63" actId="14100"/>
          <ac:spMkLst>
            <pc:docMk/>
            <pc:sldMk cId="3734094152" sldId="257"/>
            <ac:spMk id="2" creationId="{C4BC7162-BF72-5995-BFB4-4FCF3FBE7500}"/>
          </ac:spMkLst>
        </pc:spChg>
        <pc:spChg chg="mod">
          <ac:chgData name="OKUMURA Kazuya (奥村 和也)" userId="2194904c-8b14-48e7-b3cb-f3632ddacc6e" providerId="ADAL" clId="{9747B336-7B2A-4234-98F5-ABC4537FFBA0}" dt="2026-09-08T00:15:51.547" v="1841" actId="20577"/>
          <ac:spMkLst>
            <pc:docMk/>
            <pc:sldMk cId="3734094152" sldId="257"/>
            <ac:spMk id="4" creationId="{F623A25B-555F-B80B-A5DA-0551F5C7B74E}"/>
          </ac:spMkLst>
        </pc:spChg>
      </pc:sldChg>
      <pc:sldChg chg="addSp delSp modSp mod">
        <pc:chgData name="OKUMURA Kazuya (奥村 和也)" userId="2194904c-8b14-48e7-b3cb-f3632ddacc6e" providerId="ADAL" clId="{9747B336-7B2A-4234-98F5-ABC4537FFBA0}" dt="2026-09-03T04:07:50.644" v="1839" actId="20577"/>
        <pc:sldMkLst>
          <pc:docMk/>
          <pc:sldMk cId="2077494646" sldId="265"/>
        </pc:sldMkLst>
        <pc:spChg chg="mod">
          <ac:chgData name="OKUMURA Kazuya (奥村 和也)" userId="2194904c-8b14-48e7-b3cb-f3632ddacc6e" providerId="ADAL" clId="{9747B336-7B2A-4234-98F5-ABC4537FFBA0}" dt="2026-08-25T05:32:27.015" v="578" actId="20577"/>
          <ac:spMkLst>
            <pc:docMk/>
            <pc:sldMk cId="2077494646" sldId="265"/>
            <ac:spMk id="2" creationId="{62B56F2C-91DA-5009-3EA6-A4A7BB27DDD3}"/>
          </ac:spMkLst>
        </pc:spChg>
        <pc:spChg chg="mod">
          <ac:chgData name="OKUMURA Kazuya (奥村 和也)" userId="2194904c-8b14-48e7-b3cb-f3632ddacc6e" providerId="ADAL" clId="{9747B336-7B2A-4234-98F5-ABC4537FFBA0}" dt="2026-09-03T04:07:50.644" v="1839" actId="20577"/>
          <ac:spMkLst>
            <pc:docMk/>
            <pc:sldMk cId="2077494646" sldId="265"/>
            <ac:spMk id="11" creationId="{EDB0D1BB-7020-8406-03E0-D00B9B1BBE3D}"/>
          </ac:spMkLst>
        </pc:spChg>
        <pc:picChg chg="add mod">
          <ac:chgData name="OKUMURA Kazuya (奥村 和也)" userId="2194904c-8b14-48e7-b3cb-f3632ddacc6e" providerId="ADAL" clId="{9747B336-7B2A-4234-98F5-ABC4537FFBA0}" dt="2026-08-25T05:34:36.872" v="588" actId="1076"/>
          <ac:picMkLst>
            <pc:docMk/>
            <pc:sldMk cId="2077494646" sldId="265"/>
            <ac:picMk id="5" creationId="{F1EB0123-007A-7A77-1F62-13487A7CB463}"/>
          </ac:picMkLst>
        </pc:picChg>
      </pc:sldChg>
      <pc:sldChg chg="del">
        <pc:chgData name="OKUMURA Kazuya (奥村 和也)" userId="2194904c-8b14-48e7-b3cb-f3632ddacc6e" providerId="ADAL" clId="{9747B336-7B2A-4234-98F5-ABC4537FFBA0}" dt="2026-09-08T00:20:44.709" v="1842" actId="2696"/>
        <pc:sldMkLst>
          <pc:docMk/>
          <pc:sldMk cId="2824545796" sldId="270"/>
        </pc:sldMkLst>
      </pc:sldChg>
      <pc:sldChg chg="addSp delSp modSp mod">
        <pc:chgData name="OKUMURA Kazuya (奥村 和也)" userId="2194904c-8b14-48e7-b3cb-f3632ddacc6e" providerId="ADAL" clId="{9747B336-7B2A-4234-98F5-ABC4537FFBA0}" dt="2026-09-08T01:11:13.096" v="1869" actId="1076"/>
        <pc:sldMkLst>
          <pc:docMk/>
          <pc:sldMk cId="1376859973" sldId="273"/>
        </pc:sldMkLst>
        <pc:spChg chg="mod">
          <ac:chgData name="OKUMURA Kazuya (奥村 和也)" userId="2194904c-8b14-48e7-b3cb-f3632ddacc6e" providerId="ADAL" clId="{9747B336-7B2A-4234-98F5-ABC4537FFBA0}" dt="2026-09-08T00:47:39.259" v="1857" actId="14100"/>
          <ac:spMkLst>
            <pc:docMk/>
            <pc:sldMk cId="1376859973" sldId="273"/>
            <ac:spMk id="4" creationId="{F9265B7F-9900-4BBE-E556-B1C4C6AFFB35}"/>
          </ac:spMkLst>
        </pc:spChg>
        <pc:spChg chg="mod">
          <ac:chgData name="OKUMURA Kazuya (奥村 和也)" userId="2194904c-8b14-48e7-b3cb-f3632ddacc6e" providerId="ADAL" clId="{9747B336-7B2A-4234-98F5-ABC4537FFBA0}" dt="2026-09-08T00:46:46.669" v="1854" actId="14100"/>
          <ac:spMkLst>
            <pc:docMk/>
            <pc:sldMk cId="1376859973" sldId="273"/>
            <ac:spMk id="7" creationId="{F01595F5-45C0-1867-FBAE-D7C768B6B20B}"/>
          </ac:spMkLst>
        </pc:spChg>
        <pc:picChg chg="add del mod">
          <ac:chgData name="OKUMURA Kazuya (奥村 和也)" userId="2194904c-8b14-48e7-b3cb-f3632ddacc6e" providerId="ADAL" clId="{9747B336-7B2A-4234-98F5-ABC4537FFBA0}" dt="2026-09-08T01:11:00.453" v="1867" actId="21"/>
          <ac:picMkLst>
            <pc:docMk/>
            <pc:sldMk cId="1376859973" sldId="273"/>
            <ac:picMk id="3" creationId="{442B4FC0-77BB-8E85-BE42-6B5CD1DFAEA1}"/>
          </ac:picMkLst>
        </pc:picChg>
        <pc:picChg chg="add mod">
          <ac:chgData name="OKUMURA Kazuya (奥村 和也)" userId="2194904c-8b14-48e7-b3cb-f3632ddacc6e" providerId="ADAL" clId="{9747B336-7B2A-4234-98F5-ABC4537FFBA0}" dt="2026-09-08T01:11:13.096" v="1869" actId="1076"/>
          <ac:picMkLst>
            <pc:docMk/>
            <pc:sldMk cId="1376859973" sldId="273"/>
            <ac:picMk id="5" creationId="{05BFC7CE-F259-4946-4BB4-0586B66CBDDB}"/>
          </ac:picMkLst>
        </pc:picChg>
      </pc:sldChg>
      <pc:sldChg chg="addSp modSp add mod">
        <pc:chgData name="OKUMURA Kazuya (奥村 和也)" userId="2194904c-8b14-48e7-b3cb-f3632ddacc6e" providerId="ADAL" clId="{9747B336-7B2A-4234-98F5-ABC4537FFBA0}" dt="2026-09-08T01:07:23.981" v="1866" actId="1076"/>
        <pc:sldMkLst>
          <pc:docMk/>
          <pc:sldMk cId="826637809" sldId="274"/>
        </pc:sldMkLst>
        <pc:spChg chg="mod">
          <ac:chgData name="OKUMURA Kazuya (奥村 和也)" userId="2194904c-8b14-48e7-b3cb-f3632ddacc6e" providerId="ADAL" clId="{9747B336-7B2A-4234-98F5-ABC4537FFBA0}" dt="2026-08-27T05:33:46.736" v="1816" actId="14100"/>
          <ac:spMkLst>
            <pc:docMk/>
            <pc:sldMk cId="826637809" sldId="274"/>
            <ac:spMk id="4" creationId="{C197E5FA-A572-C956-F18D-CCEDFEB80464}"/>
          </ac:spMkLst>
        </pc:spChg>
        <pc:spChg chg="mod">
          <ac:chgData name="OKUMURA Kazuya (奥村 和也)" userId="2194904c-8b14-48e7-b3cb-f3632ddacc6e" providerId="ADAL" clId="{9747B336-7B2A-4234-98F5-ABC4537FFBA0}" dt="2026-08-27T04:45:31.941" v="1584" actId="20577"/>
          <ac:spMkLst>
            <pc:docMk/>
            <pc:sldMk cId="826637809" sldId="274"/>
            <ac:spMk id="7" creationId="{2702D079-B525-87C7-26D3-FD4B5D381D40}"/>
          </ac:spMkLst>
        </pc:spChg>
        <pc:picChg chg="mod">
          <ac:chgData name="OKUMURA Kazuya (奥村 和也)" userId="2194904c-8b14-48e7-b3cb-f3632ddacc6e" providerId="ADAL" clId="{9747B336-7B2A-4234-98F5-ABC4537FFBA0}" dt="2026-08-27T05:34:13.336" v="1819" actId="1038"/>
          <ac:picMkLst>
            <pc:docMk/>
            <pc:sldMk cId="826637809" sldId="274"/>
            <ac:picMk id="3" creationId="{8E381C94-AB36-8003-A66F-C58B8C010B02}"/>
          </ac:picMkLst>
        </pc:picChg>
        <pc:cxnChg chg="add mod">
          <ac:chgData name="OKUMURA Kazuya (奥村 和也)" userId="2194904c-8b14-48e7-b3cb-f3632ddacc6e" providerId="ADAL" clId="{9747B336-7B2A-4234-98F5-ABC4537FFBA0}" dt="2026-09-08T01:07:23.981" v="1866" actId="1076"/>
          <ac:cxnSpMkLst>
            <pc:docMk/>
            <pc:sldMk cId="826637809" sldId="274"/>
            <ac:cxnSpMk id="5" creationId="{9AF4DE9C-65FE-BDB3-158C-68026AF8EA20}"/>
          </ac:cxnSpMkLst>
        </pc:cxn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3086" name="Picture 14">
            <a:extLst>
              <a:ext uri="{FF2B5EF4-FFF2-40B4-BE49-F238E27FC236}">
                <a16:creationId xmlns:a16="http://schemas.microsoft.com/office/drawing/2014/main" id="{B2F85B5E-476B-7A18-5F1D-9A9A0AA4CCE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074" name="Rectangle 2">
            <a:extLst>
              <a:ext uri="{FF2B5EF4-FFF2-40B4-BE49-F238E27FC236}">
                <a16:creationId xmlns:a16="http://schemas.microsoft.com/office/drawing/2014/main" id="{3125CFE5-40B3-A304-BB5D-95D656CABA07}"/>
              </a:ext>
            </a:extLst>
          </p:cNvPr>
          <p:cNvSpPr>
            <a:spLocks noGrp="1" noChangeArrowheads="1"/>
          </p:cNvSpPr>
          <p:nvPr>
            <p:ph type="ctrTitle"/>
          </p:nvPr>
        </p:nvSpPr>
        <p:spPr>
          <a:xfrm>
            <a:off x="395288" y="836613"/>
            <a:ext cx="7772400" cy="1225550"/>
          </a:xfrm>
        </p:spPr>
        <p:txBody>
          <a:bodyPr/>
          <a:lstStyle>
            <a:lvl1pPr>
              <a:defRPr sz="4800"/>
            </a:lvl1pPr>
          </a:lstStyle>
          <a:p>
            <a:pPr lvl="0"/>
            <a:r>
              <a:rPr lang="ja-JP" altLang="en-US" noProof="0"/>
              <a:t>マスタ タイトルの書式設定</a:t>
            </a:r>
          </a:p>
        </p:txBody>
      </p:sp>
      <p:sp>
        <p:nvSpPr>
          <p:cNvPr id="3075" name="Rectangle 3">
            <a:extLst>
              <a:ext uri="{FF2B5EF4-FFF2-40B4-BE49-F238E27FC236}">
                <a16:creationId xmlns:a16="http://schemas.microsoft.com/office/drawing/2014/main" id="{69342B55-73A1-6BA5-6B45-301BAB0417FD}"/>
              </a:ext>
            </a:extLst>
          </p:cNvPr>
          <p:cNvSpPr>
            <a:spLocks noGrp="1" noChangeArrowheads="1"/>
          </p:cNvSpPr>
          <p:nvPr>
            <p:ph type="subTitle" idx="1"/>
          </p:nvPr>
        </p:nvSpPr>
        <p:spPr>
          <a:xfrm>
            <a:off x="539750" y="2205038"/>
            <a:ext cx="6400800" cy="1752600"/>
          </a:xfrm>
        </p:spPr>
        <p:txBody>
          <a:bodyPr/>
          <a:lstStyle>
            <a:lvl1pPr marL="0" indent="0">
              <a:buFontTx/>
              <a:buNone/>
              <a:defRPr>
                <a:solidFill>
                  <a:schemeClr val="bg2"/>
                </a:solidFill>
              </a:defRPr>
            </a:lvl1pPr>
          </a:lstStyle>
          <a:p>
            <a:pPr lvl="0"/>
            <a:r>
              <a:rPr lang="ja-JP" altLang="en-US" noProof="0"/>
              <a:t>マスタ サブタイトルの書式設定</a:t>
            </a:r>
          </a:p>
        </p:txBody>
      </p:sp>
      <p:sp>
        <p:nvSpPr>
          <p:cNvPr id="3083" name="Rectangle 11">
            <a:extLst>
              <a:ext uri="{FF2B5EF4-FFF2-40B4-BE49-F238E27FC236}">
                <a16:creationId xmlns:a16="http://schemas.microsoft.com/office/drawing/2014/main" id="{5BD45F97-E720-6070-86A2-DEAD66D541CB}"/>
              </a:ext>
            </a:extLst>
          </p:cNvPr>
          <p:cNvSpPr>
            <a:spLocks noGrp="1" noChangeArrowheads="1"/>
          </p:cNvSpPr>
          <p:nvPr>
            <p:ph type="dt" sz="half" idx="2"/>
          </p:nvPr>
        </p:nvSpPr>
        <p:spPr/>
        <p:txBody>
          <a:bodyPr/>
          <a:lstStyle>
            <a:lvl1pPr>
              <a:defRPr/>
            </a:lvl1pPr>
          </a:lstStyle>
          <a:p>
            <a:endParaRPr lang="en-US" altLang="ja-JP"/>
          </a:p>
        </p:txBody>
      </p:sp>
      <p:sp>
        <p:nvSpPr>
          <p:cNvPr id="3084" name="Rectangle 12">
            <a:extLst>
              <a:ext uri="{FF2B5EF4-FFF2-40B4-BE49-F238E27FC236}">
                <a16:creationId xmlns:a16="http://schemas.microsoft.com/office/drawing/2014/main" id="{1FF7EFDD-7D5A-556F-37FF-001F577E5451}"/>
              </a:ext>
            </a:extLst>
          </p:cNvPr>
          <p:cNvSpPr>
            <a:spLocks noGrp="1" noChangeArrowheads="1"/>
          </p:cNvSpPr>
          <p:nvPr>
            <p:ph type="ftr" sz="quarter" idx="3"/>
          </p:nvPr>
        </p:nvSpPr>
        <p:spPr/>
        <p:txBody>
          <a:bodyPr/>
          <a:lstStyle>
            <a:lvl1pPr>
              <a:defRPr/>
            </a:lvl1pPr>
          </a:lstStyle>
          <a:p>
            <a:endParaRPr lang="en-US" altLang="ja-JP"/>
          </a:p>
        </p:txBody>
      </p:sp>
      <p:sp>
        <p:nvSpPr>
          <p:cNvPr id="3085" name="Rectangle 13">
            <a:extLst>
              <a:ext uri="{FF2B5EF4-FFF2-40B4-BE49-F238E27FC236}">
                <a16:creationId xmlns:a16="http://schemas.microsoft.com/office/drawing/2014/main" id="{7128B5BB-C906-7BB5-31CB-EA44905773FE}"/>
              </a:ext>
            </a:extLst>
          </p:cNvPr>
          <p:cNvSpPr>
            <a:spLocks noGrp="1" noChangeArrowheads="1"/>
          </p:cNvSpPr>
          <p:nvPr>
            <p:ph type="sldNum" sz="quarter" idx="4"/>
          </p:nvPr>
        </p:nvSpPr>
        <p:spPr/>
        <p:txBody>
          <a:bodyPr/>
          <a:lstStyle>
            <a:lvl1pPr>
              <a:defRPr/>
            </a:lvl1pPr>
          </a:lstStyle>
          <a:p>
            <a:fld id="{69CB404E-B3FA-4803-B860-EE2F50B09D24}" type="slidenum">
              <a:rPr lang="en-US" altLang="ja-JP"/>
              <a:pPr/>
              <a:t>‹#›</a:t>
            </a:fld>
            <a:endParaRPr lang="en-US" altLang="ja-JP"/>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C4A45A-94AE-9ACD-4E3B-B07EE503C3D8}"/>
              </a:ext>
            </a:extLst>
          </p:cNvPr>
          <p:cNvSpPr>
            <a:spLocks noGrp="1"/>
          </p:cNvSpPr>
          <p:nvPr>
            <p:ph type="title"/>
          </p:nvPr>
        </p:nvSpPr>
        <p:spPr/>
        <p:txBody>
          <a:bodyPr/>
          <a:lstStyle/>
          <a:p>
            <a:r>
              <a:rPr lang="ja-JP" altLang="en-US"/>
              <a:t>マスター タイトルの書式設定</a:t>
            </a:r>
          </a:p>
        </p:txBody>
      </p:sp>
      <p:sp>
        <p:nvSpPr>
          <p:cNvPr id="3" name="コンテンツ プレースホルダー 2">
            <a:extLst>
              <a:ext uri="{FF2B5EF4-FFF2-40B4-BE49-F238E27FC236}">
                <a16:creationId xmlns:a16="http://schemas.microsoft.com/office/drawing/2014/main" id="{39A87EB8-CF9A-AD5A-F9EA-5F455B5B5F56}"/>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8968C8E2-86FA-BB77-7A71-8394CEFDA24E}"/>
              </a:ext>
            </a:extLst>
          </p:cNvPr>
          <p:cNvSpPr>
            <a:spLocks noGrp="1"/>
          </p:cNvSpPr>
          <p:nvPr>
            <p:ph type="dt" sz="half" idx="10"/>
          </p:nvPr>
        </p:nvSpPr>
        <p:spPr/>
        <p:txBody>
          <a:bodyPr/>
          <a:lstStyle>
            <a:lvl1pPr>
              <a:defRPr/>
            </a:lvl1pPr>
          </a:lstStyle>
          <a:p>
            <a:endParaRPr lang="en-US" altLang="ja-JP"/>
          </a:p>
        </p:txBody>
      </p:sp>
      <p:sp>
        <p:nvSpPr>
          <p:cNvPr id="5" name="フッター プレースホルダー 4">
            <a:extLst>
              <a:ext uri="{FF2B5EF4-FFF2-40B4-BE49-F238E27FC236}">
                <a16:creationId xmlns:a16="http://schemas.microsoft.com/office/drawing/2014/main" id="{28A33B54-C7BA-3998-A311-2AF02B4390DD}"/>
              </a:ext>
            </a:extLst>
          </p:cNvPr>
          <p:cNvSpPr>
            <a:spLocks noGrp="1"/>
          </p:cNvSpPr>
          <p:nvPr>
            <p:ph type="ftr" sz="quarter" idx="11"/>
          </p:nvPr>
        </p:nvSpPr>
        <p:spPr/>
        <p:txBody>
          <a:bodyPr/>
          <a:lstStyle>
            <a:lvl1pPr>
              <a:defRPr/>
            </a:lvl1pPr>
          </a:lstStyle>
          <a:p>
            <a:endParaRPr lang="en-US" altLang="ja-JP"/>
          </a:p>
        </p:txBody>
      </p:sp>
      <p:sp>
        <p:nvSpPr>
          <p:cNvPr id="6" name="スライド番号プレースホルダー 5">
            <a:extLst>
              <a:ext uri="{FF2B5EF4-FFF2-40B4-BE49-F238E27FC236}">
                <a16:creationId xmlns:a16="http://schemas.microsoft.com/office/drawing/2014/main" id="{7874B9CD-AC48-C6F0-8575-9BE0F393DF47}"/>
              </a:ext>
            </a:extLst>
          </p:cNvPr>
          <p:cNvSpPr>
            <a:spLocks noGrp="1"/>
          </p:cNvSpPr>
          <p:nvPr>
            <p:ph type="sldNum" sz="quarter" idx="12"/>
          </p:nvPr>
        </p:nvSpPr>
        <p:spPr/>
        <p:txBody>
          <a:bodyPr/>
          <a:lstStyle>
            <a:lvl1pPr>
              <a:defRPr/>
            </a:lvl1pPr>
          </a:lstStyle>
          <a:p>
            <a:fld id="{C969E149-6B65-49B0-8B47-02C42242458A}" type="slidenum">
              <a:rPr lang="en-US" altLang="ja-JP"/>
              <a:pPr/>
              <a:t>‹#›</a:t>
            </a:fld>
            <a:endParaRPr lang="en-US" altLang="ja-JP"/>
          </a:p>
        </p:txBody>
      </p:sp>
    </p:spTree>
    <p:extLst>
      <p:ext uri="{BB962C8B-B14F-4D97-AF65-F5344CB8AC3E}">
        <p14:creationId xmlns:p14="http://schemas.microsoft.com/office/powerpoint/2010/main" val="3948372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292931-EC06-0415-685D-67AB136ED907}"/>
              </a:ext>
            </a:extLst>
          </p:cNvPr>
          <p:cNvSpPr>
            <a:spLocks noGrp="1"/>
          </p:cNvSpPr>
          <p:nvPr>
            <p:ph type="title"/>
          </p:nvPr>
        </p:nvSpPr>
        <p:spPr>
          <a:xfrm>
            <a:off x="623888" y="1709738"/>
            <a:ext cx="7886700" cy="2852737"/>
          </a:xfrm>
        </p:spPr>
        <p:txBody>
          <a:bodyPr anchor="b"/>
          <a:lstStyle>
            <a:lvl1pPr>
              <a:defRPr sz="6000"/>
            </a:lvl1pPr>
          </a:lstStyle>
          <a:p>
            <a:r>
              <a:rPr lang="ja-JP" altLang="en-US"/>
              <a:t>マスター タイトルの書式設定</a:t>
            </a:r>
          </a:p>
        </p:txBody>
      </p:sp>
      <p:sp>
        <p:nvSpPr>
          <p:cNvPr id="3" name="テキスト プレースホルダー 2">
            <a:extLst>
              <a:ext uri="{FF2B5EF4-FFF2-40B4-BE49-F238E27FC236}">
                <a16:creationId xmlns:a16="http://schemas.microsoft.com/office/drawing/2014/main" id="{2C33B510-C329-A7BB-38C6-5E0EFE0ABECF}"/>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17F7CB28-143D-108A-CABF-FA53ACCE2062}"/>
              </a:ext>
            </a:extLst>
          </p:cNvPr>
          <p:cNvSpPr>
            <a:spLocks noGrp="1"/>
          </p:cNvSpPr>
          <p:nvPr>
            <p:ph type="dt" sz="half" idx="10"/>
          </p:nvPr>
        </p:nvSpPr>
        <p:spPr/>
        <p:txBody>
          <a:bodyPr/>
          <a:lstStyle>
            <a:lvl1pPr>
              <a:defRPr/>
            </a:lvl1pPr>
          </a:lstStyle>
          <a:p>
            <a:endParaRPr lang="en-US" altLang="ja-JP"/>
          </a:p>
        </p:txBody>
      </p:sp>
      <p:sp>
        <p:nvSpPr>
          <p:cNvPr id="5" name="フッター プレースホルダー 4">
            <a:extLst>
              <a:ext uri="{FF2B5EF4-FFF2-40B4-BE49-F238E27FC236}">
                <a16:creationId xmlns:a16="http://schemas.microsoft.com/office/drawing/2014/main" id="{1C1FDC98-DDA8-FE72-29E4-9A3105BEF97A}"/>
              </a:ext>
            </a:extLst>
          </p:cNvPr>
          <p:cNvSpPr>
            <a:spLocks noGrp="1"/>
          </p:cNvSpPr>
          <p:nvPr>
            <p:ph type="ftr" sz="quarter" idx="11"/>
          </p:nvPr>
        </p:nvSpPr>
        <p:spPr/>
        <p:txBody>
          <a:bodyPr/>
          <a:lstStyle>
            <a:lvl1pPr>
              <a:defRPr/>
            </a:lvl1pPr>
          </a:lstStyle>
          <a:p>
            <a:endParaRPr lang="en-US" altLang="ja-JP"/>
          </a:p>
        </p:txBody>
      </p:sp>
      <p:sp>
        <p:nvSpPr>
          <p:cNvPr id="6" name="スライド番号プレースホルダー 5">
            <a:extLst>
              <a:ext uri="{FF2B5EF4-FFF2-40B4-BE49-F238E27FC236}">
                <a16:creationId xmlns:a16="http://schemas.microsoft.com/office/drawing/2014/main" id="{457D8C26-16CD-D189-8A42-1666042DE8B1}"/>
              </a:ext>
            </a:extLst>
          </p:cNvPr>
          <p:cNvSpPr>
            <a:spLocks noGrp="1"/>
          </p:cNvSpPr>
          <p:nvPr>
            <p:ph type="sldNum" sz="quarter" idx="12"/>
          </p:nvPr>
        </p:nvSpPr>
        <p:spPr/>
        <p:txBody>
          <a:bodyPr/>
          <a:lstStyle>
            <a:lvl1pPr>
              <a:defRPr/>
            </a:lvl1pPr>
          </a:lstStyle>
          <a:p>
            <a:fld id="{8C9C5132-EBD9-4007-AFD5-0501EBA00AFD}" type="slidenum">
              <a:rPr lang="en-US" altLang="ja-JP"/>
              <a:pPr/>
              <a:t>‹#›</a:t>
            </a:fld>
            <a:endParaRPr lang="en-US" altLang="ja-JP"/>
          </a:p>
        </p:txBody>
      </p:sp>
    </p:spTree>
    <p:extLst>
      <p:ext uri="{BB962C8B-B14F-4D97-AF65-F5344CB8AC3E}">
        <p14:creationId xmlns:p14="http://schemas.microsoft.com/office/powerpoint/2010/main" val="334713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A7F885-8D0F-2883-C7F8-8E1555064689}"/>
              </a:ext>
            </a:extLst>
          </p:cNvPr>
          <p:cNvSpPr>
            <a:spLocks noGrp="1"/>
          </p:cNvSpPr>
          <p:nvPr>
            <p:ph type="title"/>
          </p:nvPr>
        </p:nvSpPr>
        <p:spPr/>
        <p:txBody>
          <a:bodyPr/>
          <a:lstStyle/>
          <a:p>
            <a:r>
              <a:rPr lang="ja-JP" altLang="en-US"/>
              <a:t>マスター タイトルの書式設定</a:t>
            </a:r>
          </a:p>
        </p:txBody>
      </p:sp>
      <p:sp>
        <p:nvSpPr>
          <p:cNvPr id="3" name="コンテンツ プレースホルダー 2">
            <a:extLst>
              <a:ext uri="{FF2B5EF4-FFF2-40B4-BE49-F238E27FC236}">
                <a16:creationId xmlns:a16="http://schemas.microsoft.com/office/drawing/2014/main" id="{B30BB3F0-D686-09BC-BBEF-9FEF085C3C27}"/>
              </a:ext>
            </a:extLst>
          </p:cNvPr>
          <p:cNvSpPr>
            <a:spLocks noGrp="1"/>
          </p:cNvSpPr>
          <p:nvPr>
            <p:ph sz="half" idx="1"/>
          </p:nvPr>
        </p:nvSpPr>
        <p:spPr>
          <a:xfrm>
            <a:off x="250825" y="1484313"/>
            <a:ext cx="4244975" cy="47529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a:extLst>
              <a:ext uri="{FF2B5EF4-FFF2-40B4-BE49-F238E27FC236}">
                <a16:creationId xmlns:a16="http://schemas.microsoft.com/office/drawing/2014/main" id="{392EF960-D511-10DE-3654-570CE3A929CC}"/>
              </a:ext>
            </a:extLst>
          </p:cNvPr>
          <p:cNvSpPr>
            <a:spLocks noGrp="1"/>
          </p:cNvSpPr>
          <p:nvPr>
            <p:ph sz="half" idx="2"/>
          </p:nvPr>
        </p:nvSpPr>
        <p:spPr>
          <a:xfrm>
            <a:off x="4648200" y="1484313"/>
            <a:ext cx="4244975" cy="47529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4">
            <a:extLst>
              <a:ext uri="{FF2B5EF4-FFF2-40B4-BE49-F238E27FC236}">
                <a16:creationId xmlns:a16="http://schemas.microsoft.com/office/drawing/2014/main" id="{C40E2E99-534F-F97B-DF33-182FB42A9334}"/>
              </a:ext>
            </a:extLst>
          </p:cNvPr>
          <p:cNvSpPr>
            <a:spLocks noGrp="1"/>
          </p:cNvSpPr>
          <p:nvPr>
            <p:ph type="dt" sz="half" idx="10"/>
          </p:nvPr>
        </p:nvSpPr>
        <p:spPr/>
        <p:txBody>
          <a:bodyPr/>
          <a:lstStyle>
            <a:lvl1pPr>
              <a:defRPr/>
            </a:lvl1pPr>
          </a:lstStyle>
          <a:p>
            <a:endParaRPr lang="en-US" altLang="ja-JP"/>
          </a:p>
        </p:txBody>
      </p:sp>
      <p:sp>
        <p:nvSpPr>
          <p:cNvPr id="6" name="フッター プレースホルダー 5">
            <a:extLst>
              <a:ext uri="{FF2B5EF4-FFF2-40B4-BE49-F238E27FC236}">
                <a16:creationId xmlns:a16="http://schemas.microsoft.com/office/drawing/2014/main" id="{6AC72225-FD97-60F9-A245-C5D4BE5672F6}"/>
              </a:ext>
            </a:extLst>
          </p:cNvPr>
          <p:cNvSpPr>
            <a:spLocks noGrp="1"/>
          </p:cNvSpPr>
          <p:nvPr>
            <p:ph type="ftr" sz="quarter" idx="11"/>
          </p:nvPr>
        </p:nvSpPr>
        <p:spPr/>
        <p:txBody>
          <a:bodyPr/>
          <a:lstStyle>
            <a:lvl1pPr>
              <a:defRPr/>
            </a:lvl1pPr>
          </a:lstStyle>
          <a:p>
            <a:endParaRPr lang="en-US" altLang="ja-JP"/>
          </a:p>
        </p:txBody>
      </p:sp>
      <p:sp>
        <p:nvSpPr>
          <p:cNvPr id="7" name="スライド番号プレースホルダー 6">
            <a:extLst>
              <a:ext uri="{FF2B5EF4-FFF2-40B4-BE49-F238E27FC236}">
                <a16:creationId xmlns:a16="http://schemas.microsoft.com/office/drawing/2014/main" id="{FDEAAA54-37F8-D1D3-2E93-D457164494D6}"/>
              </a:ext>
            </a:extLst>
          </p:cNvPr>
          <p:cNvSpPr>
            <a:spLocks noGrp="1"/>
          </p:cNvSpPr>
          <p:nvPr>
            <p:ph type="sldNum" sz="quarter" idx="12"/>
          </p:nvPr>
        </p:nvSpPr>
        <p:spPr/>
        <p:txBody>
          <a:bodyPr/>
          <a:lstStyle>
            <a:lvl1pPr>
              <a:defRPr/>
            </a:lvl1pPr>
          </a:lstStyle>
          <a:p>
            <a:fld id="{F72C59ED-3AF3-4DBD-B5C3-C4E30AB5C7EA}" type="slidenum">
              <a:rPr lang="en-US" altLang="ja-JP"/>
              <a:pPr/>
              <a:t>‹#›</a:t>
            </a:fld>
            <a:endParaRPr lang="en-US" altLang="ja-JP"/>
          </a:p>
        </p:txBody>
      </p:sp>
    </p:spTree>
    <p:extLst>
      <p:ext uri="{BB962C8B-B14F-4D97-AF65-F5344CB8AC3E}">
        <p14:creationId xmlns:p14="http://schemas.microsoft.com/office/powerpoint/2010/main" val="2765798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726858-ECDB-8922-7231-89D134628B5C}"/>
              </a:ext>
            </a:extLst>
          </p:cNvPr>
          <p:cNvSpPr>
            <a:spLocks noGrp="1"/>
          </p:cNvSpPr>
          <p:nvPr>
            <p:ph type="title"/>
          </p:nvPr>
        </p:nvSpPr>
        <p:spPr>
          <a:xfrm>
            <a:off x="630238" y="365125"/>
            <a:ext cx="7886700" cy="1325563"/>
          </a:xfrm>
        </p:spPr>
        <p:txBody>
          <a:bodyPr/>
          <a:lstStyle/>
          <a:p>
            <a:r>
              <a:rPr lang="ja-JP" altLang="en-US"/>
              <a:t>マスター タイトルの書式設定</a:t>
            </a:r>
          </a:p>
        </p:txBody>
      </p:sp>
      <p:sp>
        <p:nvSpPr>
          <p:cNvPr id="3" name="テキスト プレースホルダー 2">
            <a:extLst>
              <a:ext uri="{FF2B5EF4-FFF2-40B4-BE49-F238E27FC236}">
                <a16:creationId xmlns:a16="http://schemas.microsoft.com/office/drawing/2014/main" id="{429CEF8F-1BBB-BA11-6432-5021788FA1D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703E9E10-8EEB-3689-8D37-7AAA64F984D9}"/>
              </a:ext>
            </a:extLst>
          </p:cNvPr>
          <p:cNvSpPr>
            <a:spLocks noGrp="1"/>
          </p:cNvSpPr>
          <p:nvPr>
            <p:ph sz="half" idx="2"/>
          </p:nvPr>
        </p:nvSpPr>
        <p:spPr>
          <a:xfrm>
            <a:off x="630238" y="2505075"/>
            <a:ext cx="386873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a:extLst>
              <a:ext uri="{FF2B5EF4-FFF2-40B4-BE49-F238E27FC236}">
                <a16:creationId xmlns:a16="http://schemas.microsoft.com/office/drawing/2014/main" id="{15B4EFF8-F32D-54F5-0BC5-1B99977D536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5EB64374-E51D-BA94-F712-D59C3F120E40}"/>
              </a:ext>
            </a:extLst>
          </p:cNvPr>
          <p:cNvSpPr>
            <a:spLocks noGrp="1"/>
          </p:cNvSpPr>
          <p:nvPr>
            <p:ph sz="quarter" idx="4"/>
          </p:nvPr>
        </p:nvSpPr>
        <p:spPr>
          <a:xfrm>
            <a:off x="4629150" y="2505075"/>
            <a:ext cx="38877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6">
            <a:extLst>
              <a:ext uri="{FF2B5EF4-FFF2-40B4-BE49-F238E27FC236}">
                <a16:creationId xmlns:a16="http://schemas.microsoft.com/office/drawing/2014/main" id="{5C1EBF96-660B-C4FC-D3C6-9016D7F64968}"/>
              </a:ext>
            </a:extLst>
          </p:cNvPr>
          <p:cNvSpPr>
            <a:spLocks noGrp="1"/>
          </p:cNvSpPr>
          <p:nvPr>
            <p:ph type="dt" sz="half" idx="10"/>
          </p:nvPr>
        </p:nvSpPr>
        <p:spPr/>
        <p:txBody>
          <a:bodyPr/>
          <a:lstStyle>
            <a:lvl1pPr>
              <a:defRPr/>
            </a:lvl1pPr>
          </a:lstStyle>
          <a:p>
            <a:endParaRPr lang="en-US" altLang="ja-JP"/>
          </a:p>
        </p:txBody>
      </p:sp>
      <p:sp>
        <p:nvSpPr>
          <p:cNvPr id="8" name="フッター プレースホルダー 7">
            <a:extLst>
              <a:ext uri="{FF2B5EF4-FFF2-40B4-BE49-F238E27FC236}">
                <a16:creationId xmlns:a16="http://schemas.microsoft.com/office/drawing/2014/main" id="{591F179F-F0CD-2735-2FA5-F343D7128B6B}"/>
              </a:ext>
            </a:extLst>
          </p:cNvPr>
          <p:cNvSpPr>
            <a:spLocks noGrp="1"/>
          </p:cNvSpPr>
          <p:nvPr>
            <p:ph type="ftr" sz="quarter" idx="11"/>
          </p:nvPr>
        </p:nvSpPr>
        <p:spPr/>
        <p:txBody>
          <a:bodyPr/>
          <a:lstStyle>
            <a:lvl1pPr>
              <a:defRPr/>
            </a:lvl1pPr>
          </a:lstStyle>
          <a:p>
            <a:endParaRPr lang="en-US" altLang="ja-JP"/>
          </a:p>
        </p:txBody>
      </p:sp>
      <p:sp>
        <p:nvSpPr>
          <p:cNvPr id="9" name="スライド番号プレースホルダー 8">
            <a:extLst>
              <a:ext uri="{FF2B5EF4-FFF2-40B4-BE49-F238E27FC236}">
                <a16:creationId xmlns:a16="http://schemas.microsoft.com/office/drawing/2014/main" id="{F4FD44BE-291E-F562-45CD-CAA727AECB8D}"/>
              </a:ext>
            </a:extLst>
          </p:cNvPr>
          <p:cNvSpPr>
            <a:spLocks noGrp="1"/>
          </p:cNvSpPr>
          <p:nvPr>
            <p:ph type="sldNum" sz="quarter" idx="12"/>
          </p:nvPr>
        </p:nvSpPr>
        <p:spPr/>
        <p:txBody>
          <a:bodyPr/>
          <a:lstStyle>
            <a:lvl1pPr>
              <a:defRPr/>
            </a:lvl1pPr>
          </a:lstStyle>
          <a:p>
            <a:fld id="{487CD6B2-3B10-45AB-B19A-E071FB3AD4BE}" type="slidenum">
              <a:rPr lang="en-US" altLang="ja-JP"/>
              <a:pPr/>
              <a:t>‹#›</a:t>
            </a:fld>
            <a:endParaRPr lang="en-US" altLang="ja-JP"/>
          </a:p>
        </p:txBody>
      </p:sp>
    </p:spTree>
    <p:extLst>
      <p:ext uri="{BB962C8B-B14F-4D97-AF65-F5344CB8AC3E}">
        <p14:creationId xmlns:p14="http://schemas.microsoft.com/office/powerpoint/2010/main" val="2163254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63B14E-BB0E-63B6-5459-6114E0FCD715}"/>
              </a:ext>
            </a:extLst>
          </p:cNvPr>
          <p:cNvSpPr>
            <a:spLocks noGrp="1"/>
          </p:cNvSpPr>
          <p:nvPr>
            <p:ph type="title"/>
          </p:nvPr>
        </p:nvSpPr>
        <p:spPr/>
        <p:txBody>
          <a:bodyPr/>
          <a:lstStyle/>
          <a:p>
            <a:r>
              <a:rPr lang="ja-JP" altLang="en-US"/>
              <a:t>マスター タイトルの書式設定</a:t>
            </a:r>
          </a:p>
        </p:txBody>
      </p:sp>
      <p:sp>
        <p:nvSpPr>
          <p:cNvPr id="3" name="日付プレースホルダー 2">
            <a:extLst>
              <a:ext uri="{FF2B5EF4-FFF2-40B4-BE49-F238E27FC236}">
                <a16:creationId xmlns:a16="http://schemas.microsoft.com/office/drawing/2014/main" id="{0FE19481-4034-D22D-EBFB-B04BDCDB30C1}"/>
              </a:ext>
            </a:extLst>
          </p:cNvPr>
          <p:cNvSpPr>
            <a:spLocks noGrp="1"/>
          </p:cNvSpPr>
          <p:nvPr>
            <p:ph type="dt" sz="half" idx="10"/>
          </p:nvPr>
        </p:nvSpPr>
        <p:spPr/>
        <p:txBody>
          <a:bodyPr/>
          <a:lstStyle>
            <a:lvl1pPr>
              <a:defRPr/>
            </a:lvl1pPr>
          </a:lstStyle>
          <a:p>
            <a:endParaRPr lang="en-US" altLang="ja-JP"/>
          </a:p>
        </p:txBody>
      </p:sp>
      <p:sp>
        <p:nvSpPr>
          <p:cNvPr id="4" name="フッター プレースホルダー 3">
            <a:extLst>
              <a:ext uri="{FF2B5EF4-FFF2-40B4-BE49-F238E27FC236}">
                <a16:creationId xmlns:a16="http://schemas.microsoft.com/office/drawing/2014/main" id="{38D1BD59-F47E-8B0D-6308-3CA3A6993773}"/>
              </a:ext>
            </a:extLst>
          </p:cNvPr>
          <p:cNvSpPr>
            <a:spLocks noGrp="1"/>
          </p:cNvSpPr>
          <p:nvPr>
            <p:ph type="ftr" sz="quarter" idx="11"/>
          </p:nvPr>
        </p:nvSpPr>
        <p:spPr/>
        <p:txBody>
          <a:bodyPr/>
          <a:lstStyle>
            <a:lvl1pPr>
              <a:defRPr/>
            </a:lvl1pPr>
          </a:lstStyle>
          <a:p>
            <a:endParaRPr lang="en-US" altLang="ja-JP"/>
          </a:p>
        </p:txBody>
      </p:sp>
      <p:sp>
        <p:nvSpPr>
          <p:cNvPr id="5" name="スライド番号プレースホルダー 4">
            <a:extLst>
              <a:ext uri="{FF2B5EF4-FFF2-40B4-BE49-F238E27FC236}">
                <a16:creationId xmlns:a16="http://schemas.microsoft.com/office/drawing/2014/main" id="{5F32FAF6-5DE4-E9AE-F7CB-1A3C69D32516}"/>
              </a:ext>
            </a:extLst>
          </p:cNvPr>
          <p:cNvSpPr>
            <a:spLocks noGrp="1"/>
          </p:cNvSpPr>
          <p:nvPr>
            <p:ph type="sldNum" sz="quarter" idx="12"/>
          </p:nvPr>
        </p:nvSpPr>
        <p:spPr/>
        <p:txBody>
          <a:bodyPr/>
          <a:lstStyle>
            <a:lvl1pPr>
              <a:defRPr/>
            </a:lvl1pPr>
          </a:lstStyle>
          <a:p>
            <a:fld id="{0B4BBBC8-2777-447B-B9A0-CA7C4A9096ED}" type="slidenum">
              <a:rPr lang="en-US" altLang="ja-JP"/>
              <a:pPr/>
              <a:t>‹#›</a:t>
            </a:fld>
            <a:endParaRPr lang="en-US" altLang="ja-JP"/>
          </a:p>
        </p:txBody>
      </p:sp>
    </p:spTree>
    <p:extLst>
      <p:ext uri="{BB962C8B-B14F-4D97-AF65-F5344CB8AC3E}">
        <p14:creationId xmlns:p14="http://schemas.microsoft.com/office/powerpoint/2010/main" val="264945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93A4296-45D6-DAE5-1794-A6D974E6A01E}"/>
              </a:ext>
            </a:extLst>
          </p:cNvPr>
          <p:cNvSpPr>
            <a:spLocks noGrp="1"/>
          </p:cNvSpPr>
          <p:nvPr>
            <p:ph type="dt" sz="half" idx="10"/>
          </p:nvPr>
        </p:nvSpPr>
        <p:spPr/>
        <p:txBody>
          <a:bodyPr/>
          <a:lstStyle>
            <a:lvl1pPr>
              <a:defRPr/>
            </a:lvl1pPr>
          </a:lstStyle>
          <a:p>
            <a:endParaRPr lang="en-US" altLang="ja-JP"/>
          </a:p>
        </p:txBody>
      </p:sp>
      <p:sp>
        <p:nvSpPr>
          <p:cNvPr id="3" name="フッター プレースホルダー 2">
            <a:extLst>
              <a:ext uri="{FF2B5EF4-FFF2-40B4-BE49-F238E27FC236}">
                <a16:creationId xmlns:a16="http://schemas.microsoft.com/office/drawing/2014/main" id="{BCFC172D-7576-4DD8-CDD9-DA3BECC9020F}"/>
              </a:ext>
            </a:extLst>
          </p:cNvPr>
          <p:cNvSpPr>
            <a:spLocks noGrp="1"/>
          </p:cNvSpPr>
          <p:nvPr>
            <p:ph type="ftr" sz="quarter" idx="11"/>
          </p:nvPr>
        </p:nvSpPr>
        <p:spPr/>
        <p:txBody>
          <a:bodyPr/>
          <a:lstStyle>
            <a:lvl1pPr>
              <a:defRPr/>
            </a:lvl1pPr>
          </a:lstStyle>
          <a:p>
            <a:endParaRPr lang="en-US" altLang="ja-JP"/>
          </a:p>
        </p:txBody>
      </p:sp>
      <p:sp>
        <p:nvSpPr>
          <p:cNvPr id="4" name="スライド番号プレースホルダー 3">
            <a:extLst>
              <a:ext uri="{FF2B5EF4-FFF2-40B4-BE49-F238E27FC236}">
                <a16:creationId xmlns:a16="http://schemas.microsoft.com/office/drawing/2014/main" id="{1CB9A10F-02CB-2109-BDA8-8BD8BA5D1F7B}"/>
              </a:ext>
            </a:extLst>
          </p:cNvPr>
          <p:cNvSpPr>
            <a:spLocks noGrp="1"/>
          </p:cNvSpPr>
          <p:nvPr>
            <p:ph type="sldNum" sz="quarter" idx="12"/>
          </p:nvPr>
        </p:nvSpPr>
        <p:spPr/>
        <p:txBody>
          <a:bodyPr/>
          <a:lstStyle>
            <a:lvl1pPr>
              <a:defRPr/>
            </a:lvl1pPr>
          </a:lstStyle>
          <a:p>
            <a:fld id="{BFC03C86-4C13-420A-BAA1-339B6E120B26}" type="slidenum">
              <a:rPr lang="en-US" altLang="ja-JP"/>
              <a:pPr/>
              <a:t>‹#›</a:t>
            </a:fld>
            <a:endParaRPr lang="en-US" altLang="ja-JP"/>
          </a:p>
        </p:txBody>
      </p:sp>
    </p:spTree>
    <p:extLst>
      <p:ext uri="{BB962C8B-B14F-4D97-AF65-F5344CB8AC3E}">
        <p14:creationId xmlns:p14="http://schemas.microsoft.com/office/powerpoint/2010/main" val="3286537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CFF84F-B478-ECE8-D021-06AB88CF1F6E}"/>
              </a:ext>
            </a:extLst>
          </p:cNvPr>
          <p:cNvSpPr>
            <a:spLocks noGrp="1"/>
          </p:cNvSpPr>
          <p:nvPr>
            <p:ph type="title"/>
          </p:nvPr>
        </p:nvSpPr>
        <p:spPr>
          <a:xfrm>
            <a:off x="630238" y="457200"/>
            <a:ext cx="2949575" cy="1600200"/>
          </a:xfrm>
        </p:spPr>
        <p:txBody>
          <a:bodyPr anchor="b"/>
          <a:lstStyle>
            <a:lvl1pPr>
              <a:defRPr sz="3200"/>
            </a:lvl1pPr>
          </a:lstStyle>
          <a:p>
            <a:r>
              <a:rPr lang="ja-JP" altLang="en-US"/>
              <a:t>マスター タイトルの書式設定</a:t>
            </a:r>
          </a:p>
        </p:txBody>
      </p:sp>
      <p:sp>
        <p:nvSpPr>
          <p:cNvPr id="3" name="コンテンツ プレースホルダー 2">
            <a:extLst>
              <a:ext uri="{FF2B5EF4-FFF2-40B4-BE49-F238E27FC236}">
                <a16:creationId xmlns:a16="http://schemas.microsoft.com/office/drawing/2014/main" id="{02CBDEB2-664B-6783-5C9F-E556C49718A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a:extLst>
              <a:ext uri="{FF2B5EF4-FFF2-40B4-BE49-F238E27FC236}">
                <a16:creationId xmlns:a16="http://schemas.microsoft.com/office/drawing/2014/main" id="{C2A88BD8-60CC-A39B-EF9C-9E03B4D20BE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80806869-E455-010E-062C-9AA4DE959045}"/>
              </a:ext>
            </a:extLst>
          </p:cNvPr>
          <p:cNvSpPr>
            <a:spLocks noGrp="1"/>
          </p:cNvSpPr>
          <p:nvPr>
            <p:ph type="dt" sz="half" idx="10"/>
          </p:nvPr>
        </p:nvSpPr>
        <p:spPr/>
        <p:txBody>
          <a:bodyPr/>
          <a:lstStyle>
            <a:lvl1pPr>
              <a:defRPr/>
            </a:lvl1pPr>
          </a:lstStyle>
          <a:p>
            <a:endParaRPr lang="en-US" altLang="ja-JP"/>
          </a:p>
        </p:txBody>
      </p:sp>
      <p:sp>
        <p:nvSpPr>
          <p:cNvPr id="6" name="フッター プレースホルダー 5">
            <a:extLst>
              <a:ext uri="{FF2B5EF4-FFF2-40B4-BE49-F238E27FC236}">
                <a16:creationId xmlns:a16="http://schemas.microsoft.com/office/drawing/2014/main" id="{95024AE8-FEBB-9DB1-002E-304B8BBD9093}"/>
              </a:ext>
            </a:extLst>
          </p:cNvPr>
          <p:cNvSpPr>
            <a:spLocks noGrp="1"/>
          </p:cNvSpPr>
          <p:nvPr>
            <p:ph type="ftr" sz="quarter" idx="11"/>
          </p:nvPr>
        </p:nvSpPr>
        <p:spPr/>
        <p:txBody>
          <a:bodyPr/>
          <a:lstStyle>
            <a:lvl1pPr>
              <a:defRPr/>
            </a:lvl1pPr>
          </a:lstStyle>
          <a:p>
            <a:endParaRPr lang="en-US" altLang="ja-JP"/>
          </a:p>
        </p:txBody>
      </p:sp>
      <p:sp>
        <p:nvSpPr>
          <p:cNvPr id="7" name="スライド番号プレースホルダー 6">
            <a:extLst>
              <a:ext uri="{FF2B5EF4-FFF2-40B4-BE49-F238E27FC236}">
                <a16:creationId xmlns:a16="http://schemas.microsoft.com/office/drawing/2014/main" id="{08ABA79C-A9B8-257C-5A7A-89F3E9846B7E}"/>
              </a:ext>
            </a:extLst>
          </p:cNvPr>
          <p:cNvSpPr>
            <a:spLocks noGrp="1"/>
          </p:cNvSpPr>
          <p:nvPr>
            <p:ph type="sldNum" sz="quarter" idx="12"/>
          </p:nvPr>
        </p:nvSpPr>
        <p:spPr/>
        <p:txBody>
          <a:bodyPr/>
          <a:lstStyle>
            <a:lvl1pPr>
              <a:defRPr/>
            </a:lvl1pPr>
          </a:lstStyle>
          <a:p>
            <a:fld id="{DB34DA34-61CC-4575-BBC2-83FD12FB8054}" type="slidenum">
              <a:rPr lang="en-US" altLang="ja-JP"/>
              <a:pPr/>
              <a:t>‹#›</a:t>
            </a:fld>
            <a:endParaRPr lang="en-US" altLang="ja-JP"/>
          </a:p>
        </p:txBody>
      </p:sp>
    </p:spTree>
    <p:extLst>
      <p:ext uri="{BB962C8B-B14F-4D97-AF65-F5344CB8AC3E}">
        <p14:creationId xmlns:p14="http://schemas.microsoft.com/office/powerpoint/2010/main" val="1479113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75276C-FA19-5AAC-4F9C-DA39AC55F7CD}"/>
              </a:ext>
            </a:extLst>
          </p:cNvPr>
          <p:cNvSpPr>
            <a:spLocks noGrp="1"/>
          </p:cNvSpPr>
          <p:nvPr>
            <p:ph type="title"/>
          </p:nvPr>
        </p:nvSpPr>
        <p:spPr>
          <a:xfrm>
            <a:off x="630238" y="457200"/>
            <a:ext cx="2949575" cy="1600200"/>
          </a:xfrm>
        </p:spPr>
        <p:txBody>
          <a:bodyPr anchor="b"/>
          <a:lstStyle>
            <a:lvl1pPr>
              <a:defRPr sz="3200"/>
            </a:lvl1pPr>
          </a:lstStyle>
          <a:p>
            <a:r>
              <a:rPr lang="ja-JP" altLang="en-US"/>
              <a:t>マスター タイトルの書式設定</a:t>
            </a:r>
          </a:p>
        </p:txBody>
      </p:sp>
      <p:sp>
        <p:nvSpPr>
          <p:cNvPr id="3" name="図プレースホルダー 2">
            <a:extLst>
              <a:ext uri="{FF2B5EF4-FFF2-40B4-BE49-F238E27FC236}">
                <a16:creationId xmlns:a16="http://schemas.microsoft.com/office/drawing/2014/main" id="{20622C7D-CB26-E7E7-9C0C-500CFE46A8F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ー 3">
            <a:extLst>
              <a:ext uri="{FF2B5EF4-FFF2-40B4-BE49-F238E27FC236}">
                <a16:creationId xmlns:a16="http://schemas.microsoft.com/office/drawing/2014/main" id="{F2D99A6A-3BF1-7751-00A0-D5D1C1F0353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5656D4DD-DACD-03BF-1DFE-51879F93B27D}"/>
              </a:ext>
            </a:extLst>
          </p:cNvPr>
          <p:cNvSpPr>
            <a:spLocks noGrp="1"/>
          </p:cNvSpPr>
          <p:nvPr>
            <p:ph type="dt" sz="half" idx="10"/>
          </p:nvPr>
        </p:nvSpPr>
        <p:spPr/>
        <p:txBody>
          <a:bodyPr/>
          <a:lstStyle>
            <a:lvl1pPr>
              <a:defRPr/>
            </a:lvl1pPr>
          </a:lstStyle>
          <a:p>
            <a:endParaRPr lang="en-US" altLang="ja-JP"/>
          </a:p>
        </p:txBody>
      </p:sp>
      <p:sp>
        <p:nvSpPr>
          <p:cNvPr id="6" name="フッター プレースホルダー 5">
            <a:extLst>
              <a:ext uri="{FF2B5EF4-FFF2-40B4-BE49-F238E27FC236}">
                <a16:creationId xmlns:a16="http://schemas.microsoft.com/office/drawing/2014/main" id="{29B2624B-ADAF-2459-2A66-841095573FAA}"/>
              </a:ext>
            </a:extLst>
          </p:cNvPr>
          <p:cNvSpPr>
            <a:spLocks noGrp="1"/>
          </p:cNvSpPr>
          <p:nvPr>
            <p:ph type="ftr" sz="quarter" idx="11"/>
          </p:nvPr>
        </p:nvSpPr>
        <p:spPr/>
        <p:txBody>
          <a:bodyPr/>
          <a:lstStyle>
            <a:lvl1pPr>
              <a:defRPr/>
            </a:lvl1pPr>
          </a:lstStyle>
          <a:p>
            <a:endParaRPr lang="en-US" altLang="ja-JP"/>
          </a:p>
        </p:txBody>
      </p:sp>
      <p:sp>
        <p:nvSpPr>
          <p:cNvPr id="7" name="スライド番号プレースホルダー 6">
            <a:extLst>
              <a:ext uri="{FF2B5EF4-FFF2-40B4-BE49-F238E27FC236}">
                <a16:creationId xmlns:a16="http://schemas.microsoft.com/office/drawing/2014/main" id="{CA6C1ADE-666A-1FE7-8720-F24FC46AE0E6}"/>
              </a:ext>
            </a:extLst>
          </p:cNvPr>
          <p:cNvSpPr>
            <a:spLocks noGrp="1"/>
          </p:cNvSpPr>
          <p:nvPr>
            <p:ph type="sldNum" sz="quarter" idx="12"/>
          </p:nvPr>
        </p:nvSpPr>
        <p:spPr/>
        <p:txBody>
          <a:bodyPr/>
          <a:lstStyle>
            <a:lvl1pPr>
              <a:defRPr/>
            </a:lvl1pPr>
          </a:lstStyle>
          <a:p>
            <a:fld id="{D7585693-3FB1-454F-9808-35788EB345E1}" type="slidenum">
              <a:rPr lang="en-US" altLang="ja-JP"/>
              <a:pPr/>
              <a:t>‹#›</a:t>
            </a:fld>
            <a:endParaRPr lang="en-US" altLang="ja-JP"/>
          </a:p>
        </p:txBody>
      </p:sp>
    </p:spTree>
    <p:extLst>
      <p:ext uri="{BB962C8B-B14F-4D97-AF65-F5344CB8AC3E}">
        <p14:creationId xmlns:p14="http://schemas.microsoft.com/office/powerpoint/2010/main" val="1210732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8114D1-9A6F-3887-AD11-E0EED23FD10C}"/>
              </a:ext>
            </a:extLst>
          </p:cNvPr>
          <p:cNvSpPr>
            <a:spLocks noGrp="1"/>
          </p:cNvSpPr>
          <p:nvPr>
            <p:ph type="title"/>
          </p:nvPr>
        </p:nvSpPr>
        <p:spPr/>
        <p:txBody>
          <a:bodyPr/>
          <a:lstStyle/>
          <a:p>
            <a:r>
              <a:rPr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2428E7C-9D64-8173-35F2-BBAA9B8AB9D7}"/>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5E6D0370-B66B-7578-0E18-4253C3AA2D4F}"/>
              </a:ext>
            </a:extLst>
          </p:cNvPr>
          <p:cNvSpPr>
            <a:spLocks noGrp="1"/>
          </p:cNvSpPr>
          <p:nvPr>
            <p:ph type="dt" sz="half" idx="10"/>
          </p:nvPr>
        </p:nvSpPr>
        <p:spPr/>
        <p:txBody>
          <a:bodyPr/>
          <a:lstStyle>
            <a:lvl1pPr>
              <a:defRPr/>
            </a:lvl1pPr>
          </a:lstStyle>
          <a:p>
            <a:endParaRPr lang="en-US" altLang="ja-JP"/>
          </a:p>
        </p:txBody>
      </p:sp>
      <p:sp>
        <p:nvSpPr>
          <p:cNvPr id="5" name="フッター プレースホルダー 4">
            <a:extLst>
              <a:ext uri="{FF2B5EF4-FFF2-40B4-BE49-F238E27FC236}">
                <a16:creationId xmlns:a16="http://schemas.microsoft.com/office/drawing/2014/main" id="{96117EB9-8743-97CF-AE9F-85A4AC34C969}"/>
              </a:ext>
            </a:extLst>
          </p:cNvPr>
          <p:cNvSpPr>
            <a:spLocks noGrp="1"/>
          </p:cNvSpPr>
          <p:nvPr>
            <p:ph type="ftr" sz="quarter" idx="11"/>
          </p:nvPr>
        </p:nvSpPr>
        <p:spPr/>
        <p:txBody>
          <a:bodyPr/>
          <a:lstStyle>
            <a:lvl1pPr>
              <a:defRPr/>
            </a:lvl1pPr>
          </a:lstStyle>
          <a:p>
            <a:endParaRPr lang="en-US" altLang="ja-JP"/>
          </a:p>
        </p:txBody>
      </p:sp>
      <p:sp>
        <p:nvSpPr>
          <p:cNvPr id="6" name="スライド番号プレースホルダー 5">
            <a:extLst>
              <a:ext uri="{FF2B5EF4-FFF2-40B4-BE49-F238E27FC236}">
                <a16:creationId xmlns:a16="http://schemas.microsoft.com/office/drawing/2014/main" id="{1E738DBD-E30A-9545-A8B2-1EA3463F95BE}"/>
              </a:ext>
            </a:extLst>
          </p:cNvPr>
          <p:cNvSpPr>
            <a:spLocks noGrp="1"/>
          </p:cNvSpPr>
          <p:nvPr>
            <p:ph type="sldNum" sz="quarter" idx="12"/>
          </p:nvPr>
        </p:nvSpPr>
        <p:spPr/>
        <p:txBody>
          <a:bodyPr/>
          <a:lstStyle>
            <a:lvl1pPr>
              <a:defRPr/>
            </a:lvl1pPr>
          </a:lstStyle>
          <a:p>
            <a:fld id="{256015FC-D2A3-46E5-9001-00DE58168A1E}" type="slidenum">
              <a:rPr lang="en-US" altLang="ja-JP"/>
              <a:pPr/>
              <a:t>‹#›</a:t>
            </a:fld>
            <a:endParaRPr lang="en-US" altLang="ja-JP"/>
          </a:p>
        </p:txBody>
      </p:sp>
    </p:spTree>
    <p:extLst>
      <p:ext uri="{BB962C8B-B14F-4D97-AF65-F5344CB8AC3E}">
        <p14:creationId xmlns:p14="http://schemas.microsoft.com/office/powerpoint/2010/main" val="1796025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07A299F-28DE-3733-A303-F96921ADD5C4}"/>
              </a:ext>
            </a:extLst>
          </p:cNvPr>
          <p:cNvSpPr>
            <a:spLocks noGrp="1"/>
          </p:cNvSpPr>
          <p:nvPr>
            <p:ph type="title" orient="vert"/>
          </p:nvPr>
        </p:nvSpPr>
        <p:spPr>
          <a:xfrm>
            <a:off x="6732588" y="188913"/>
            <a:ext cx="2160587" cy="6048375"/>
          </a:xfrm>
        </p:spPr>
        <p:txBody>
          <a:bodyPr vert="eaVert"/>
          <a:lstStyle/>
          <a:p>
            <a:r>
              <a:rPr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1F70128-1C23-8A8E-9CCB-0F18F5698F65}"/>
              </a:ext>
            </a:extLst>
          </p:cNvPr>
          <p:cNvSpPr>
            <a:spLocks noGrp="1"/>
          </p:cNvSpPr>
          <p:nvPr>
            <p:ph type="body" orient="vert" idx="1"/>
          </p:nvPr>
        </p:nvSpPr>
        <p:spPr>
          <a:xfrm>
            <a:off x="250825" y="188913"/>
            <a:ext cx="6329363" cy="60483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C04F9BD8-F320-B0FD-ED7C-EFB74E31217D}"/>
              </a:ext>
            </a:extLst>
          </p:cNvPr>
          <p:cNvSpPr>
            <a:spLocks noGrp="1"/>
          </p:cNvSpPr>
          <p:nvPr>
            <p:ph type="dt" sz="half" idx="10"/>
          </p:nvPr>
        </p:nvSpPr>
        <p:spPr/>
        <p:txBody>
          <a:bodyPr/>
          <a:lstStyle>
            <a:lvl1pPr>
              <a:defRPr/>
            </a:lvl1pPr>
          </a:lstStyle>
          <a:p>
            <a:endParaRPr lang="en-US" altLang="ja-JP"/>
          </a:p>
        </p:txBody>
      </p:sp>
      <p:sp>
        <p:nvSpPr>
          <p:cNvPr id="5" name="フッター プレースホルダー 4">
            <a:extLst>
              <a:ext uri="{FF2B5EF4-FFF2-40B4-BE49-F238E27FC236}">
                <a16:creationId xmlns:a16="http://schemas.microsoft.com/office/drawing/2014/main" id="{8C1F2C54-E512-25DC-0439-BE15FD98CDAF}"/>
              </a:ext>
            </a:extLst>
          </p:cNvPr>
          <p:cNvSpPr>
            <a:spLocks noGrp="1"/>
          </p:cNvSpPr>
          <p:nvPr>
            <p:ph type="ftr" sz="quarter" idx="11"/>
          </p:nvPr>
        </p:nvSpPr>
        <p:spPr/>
        <p:txBody>
          <a:bodyPr/>
          <a:lstStyle>
            <a:lvl1pPr>
              <a:defRPr/>
            </a:lvl1pPr>
          </a:lstStyle>
          <a:p>
            <a:endParaRPr lang="en-US" altLang="ja-JP"/>
          </a:p>
        </p:txBody>
      </p:sp>
      <p:sp>
        <p:nvSpPr>
          <p:cNvPr id="6" name="スライド番号プレースホルダー 5">
            <a:extLst>
              <a:ext uri="{FF2B5EF4-FFF2-40B4-BE49-F238E27FC236}">
                <a16:creationId xmlns:a16="http://schemas.microsoft.com/office/drawing/2014/main" id="{A2F2FAAD-48DB-56E8-5314-0D7EAE56BDCD}"/>
              </a:ext>
            </a:extLst>
          </p:cNvPr>
          <p:cNvSpPr>
            <a:spLocks noGrp="1"/>
          </p:cNvSpPr>
          <p:nvPr>
            <p:ph type="sldNum" sz="quarter" idx="12"/>
          </p:nvPr>
        </p:nvSpPr>
        <p:spPr/>
        <p:txBody>
          <a:bodyPr/>
          <a:lstStyle>
            <a:lvl1pPr>
              <a:defRPr/>
            </a:lvl1pPr>
          </a:lstStyle>
          <a:p>
            <a:fld id="{1FFCEB2A-B0C1-4820-8D70-1A6F8DB08863}" type="slidenum">
              <a:rPr lang="en-US" altLang="ja-JP"/>
              <a:pPr/>
              <a:t>‹#›</a:t>
            </a:fld>
            <a:endParaRPr lang="en-US" altLang="ja-JP"/>
          </a:p>
        </p:txBody>
      </p:sp>
    </p:spTree>
    <p:extLst>
      <p:ext uri="{BB962C8B-B14F-4D97-AF65-F5344CB8AC3E}">
        <p14:creationId xmlns:p14="http://schemas.microsoft.com/office/powerpoint/2010/main" val="379026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8" name="Picture 14">
            <a:extLst>
              <a:ext uri="{FF2B5EF4-FFF2-40B4-BE49-F238E27FC236}">
                <a16:creationId xmlns:a16="http://schemas.microsoft.com/office/drawing/2014/main" id="{77018A5D-B030-44BA-DAD6-03BFA5C6C5AE}"/>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27" name="Rectangle 3">
            <a:extLst>
              <a:ext uri="{FF2B5EF4-FFF2-40B4-BE49-F238E27FC236}">
                <a16:creationId xmlns:a16="http://schemas.microsoft.com/office/drawing/2014/main" id="{4CE600EE-6A12-A2B0-45E4-6AB9DCE5B900}"/>
              </a:ext>
            </a:extLst>
          </p:cNvPr>
          <p:cNvSpPr>
            <a:spLocks noGrp="1" noChangeArrowheads="1"/>
          </p:cNvSpPr>
          <p:nvPr>
            <p:ph type="body" idx="1"/>
          </p:nvPr>
        </p:nvSpPr>
        <p:spPr bwMode="auto">
          <a:xfrm>
            <a:off x="250825" y="1484313"/>
            <a:ext cx="864235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34" name="Rectangle 10">
            <a:extLst>
              <a:ext uri="{FF2B5EF4-FFF2-40B4-BE49-F238E27FC236}">
                <a16:creationId xmlns:a16="http://schemas.microsoft.com/office/drawing/2014/main" id="{E2B1A04B-76A1-BE15-63E2-E3E160B88EB3}"/>
              </a:ext>
            </a:extLst>
          </p:cNvPr>
          <p:cNvSpPr>
            <a:spLocks noGrp="1" noChangeArrowheads="1"/>
          </p:cNvSpPr>
          <p:nvPr>
            <p:ph type="dt" sz="half" idx="2"/>
          </p:nvPr>
        </p:nvSpPr>
        <p:spPr bwMode="auto">
          <a:xfrm>
            <a:off x="107950" y="6589713"/>
            <a:ext cx="21336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ja-JP"/>
          </a:p>
        </p:txBody>
      </p:sp>
      <p:sp>
        <p:nvSpPr>
          <p:cNvPr id="1035" name="Rectangle 11">
            <a:extLst>
              <a:ext uri="{FF2B5EF4-FFF2-40B4-BE49-F238E27FC236}">
                <a16:creationId xmlns:a16="http://schemas.microsoft.com/office/drawing/2014/main" id="{A3F9DD7C-72E8-D343-803E-3EAD5D6E5A84}"/>
              </a:ext>
            </a:extLst>
          </p:cNvPr>
          <p:cNvSpPr>
            <a:spLocks noGrp="1" noChangeArrowheads="1"/>
          </p:cNvSpPr>
          <p:nvPr>
            <p:ph type="ftr" sz="quarter" idx="3"/>
          </p:nvPr>
        </p:nvSpPr>
        <p:spPr bwMode="auto">
          <a:xfrm>
            <a:off x="107950" y="6329363"/>
            <a:ext cx="2663825"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ja-JP"/>
          </a:p>
        </p:txBody>
      </p:sp>
      <p:sp>
        <p:nvSpPr>
          <p:cNvPr id="1036" name="Rectangle 12">
            <a:extLst>
              <a:ext uri="{FF2B5EF4-FFF2-40B4-BE49-F238E27FC236}">
                <a16:creationId xmlns:a16="http://schemas.microsoft.com/office/drawing/2014/main" id="{6C8E9A3D-6E06-F633-D676-1B089AE35DF4}"/>
              </a:ext>
            </a:extLst>
          </p:cNvPr>
          <p:cNvSpPr>
            <a:spLocks noGrp="1" noChangeArrowheads="1"/>
          </p:cNvSpPr>
          <p:nvPr>
            <p:ph type="sldNum" sz="quarter" idx="4"/>
          </p:nvPr>
        </p:nvSpPr>
        <p:spPr bwMode="auto">
          <a:xfrm>
            <a:off x="8101013" y="6597650"/>
            <a:ext cx="90963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fld id="{C82B381F-4DD6-4101-B8C1-A666540D6B99}" type="slidenum">
              <a:rPr lang="en-US" altLang="ja-JP"/>
              <a:pPr/>
              <a:t>‹#›</a:t>
            </a:fld>
            <a:endParaRPr lang="en-US" altLang="ja-JP"/>
          </a:p>
        </p:txBody>
      </p:sp>
      <p:sp>
        <p:nvSpPr>
          <p:cNvPr id="1037" name="Rectangle 13">
            <a:extLst>
              <a:ext uri="{FF2B5EF4-FFF2-40B4-BE49-F238E27FC236}">
                <a16:creationId xmlns:a16="http://schemas.microsoft.com/office/drawing/2014/main" id="{F7E2C034-D3CF-5F9A-3237-5321D8AA6A9A}"/>
              </a:ext>
            </a:extLst>
          </p:cNvPr>
          <p:cNvSpPr>
            <a:spLocks noGrp="1" noChangeArrowheads="1"/>
          </p:cNvSpPr>
          <p:nvPr>
            <p:ph type="title"/>
          </p:nvPr>
        </p:nvSpPr>
        <p:spPr bwMode="auto">
          <a:xfrm>
            <a:off x="250825" y="188913"/>
            <a:ext cx="8086725" cy="112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394814A-4C52-39B3-CF11-0106EDED463C}"/>
              </a:ext>
            </a:extLst>
          </p:cNvPr>
          <p:cNvSpPr>
            <a:spLocks noGrp="1" noChangeArrowheads="1"/>
          </p:cNvSpPr>
          <p:nvPr>
            <p:ph type="ctrTitle"/>
          </p:nvPr>
        </p:nvSpPr>
        <p:spPr>
          <a:xfrm>
            <a:off x="395288" y="1484784"/>
            <a:ext cx="7772400" cy="1225550"/>
          </a:xfrm>
        </p:spPr>
        <p:txBody>
          <a:bodyPr/>
          <a:lstStyle/>
          <a:p>
            <a:pPr algn="ctr"/>
            <a:r>
              <a:rPr lang="en-US" altLang="ja-JP" sz="4000" b="1" dirty="0">
                <a:latin typeface="Meiryo UI" panose="020B0604030504040204" pitchFamily="50" charset="-128"/>
                <a:ea typeface="Meiryo UI" panose="020B0604030504040204" pitchFamily="50" charset="-128"/>
              </a:rPr>
              <a:t>76</a:t>
            </a:r>
            <a:r>
              <a:rPr lang="ja-JP" altLang="en-US" sz="4000" b="1" dirty="0">
                <a:latin typeface="Meiryo UI" panose="020B0604030504040204" pitchFamily="50" charset="-128"/>
                <a:ea typeface="Meiryo UI" panose="020B0604030504040204" pitchFamily="50" charset="-128"/>
              </a:rPr>
              <a:t>期　業務報告</a:t>
            </a:r>
            <a:br>
              <a:rPr lang="en-US" altLang="ja-JP" sz="4000" b="1" dirty="0">
                <a:latin typeface="Meiryo UI" panose="020B0604030504040204" pitchFamily="50" charset="-128"/>
                <a:ea typeface="Meiryo UI" panose="020B0604030504040204" pitchFamily="50" charset="-128"/>
              </a:rPr>
            </a:br>
            <a:r>
              <a:rPr lang="en-US" altLang="ja-JP" sz="4000" b="1" dirty="0">
                <a:latin typeface="Meiryo UI" panose="020B0604030504040204" pitchFamily="50" charset="-128"/>
                <a:ea typeface="Meiryo UI" panose="020B0604030504040204" pitchFamily="50" charset="-128"/>
              </a:rPr>
              <a:t>8</a:t>
            </a:r>
            <a:r>
              <a:rPr lang="ja-JP" altLang="en-US" sz="4000" b="1" dirty="0">
                <a:latin typeface="Meiryo UI" panose="020B0604030504040204" pitchFamily="50" charset="-128"/>
                <a:ea typeface="Meiryo UI" panose="020B0604030504040204" pitchFamily="50" charset="-128"/>
              </a:rPr>
              <a:t>月</a:t>
            </a:r>
            <a:endParaRPr lang="ja-JP" altLang="ja-JP" sz="4000" b="1" dirty="0">
              <a:latin typeface="Meiryo UI" panose="020B0604030504040204" pitchFamily="50" charset="-128"/>
              <a:ea typeface="Meiryo UI" panose="020B0604030504040204" pitchFamily="50" charset="-128"/>
            </a:endParaRPr>
          </a:p>
        </p:txBody>
      </p:sp>
      <p:sp>
        <p:nvSpPr>
          <p:cNvPr id="2051" name="Rectangle 3">
            <a:extLst>
              <a:ext uri="{FF2B5EF4-FFF2-40B4-BE49-F238E27FC236}">
                <a16:creationId xmlns:a16="http://schemas.microsoft.com/office/drawing/2014/main" id="{FA661C78-D988-E808-065E-144285CB286D}"/>
              </a:ext>
            </a:extLst>
          </p:cNvPr>
          <p:cNvSpPr>
            <a:spLocks noGrp="1" noChangeArrowheads="1"/>
          </p:cNvSpPr>
          <p:nvPr>
            <p:ph type="subTitle" idx="1"/>
          </p:nvPr>
        </p:nvSpPr>
        <p:spPr>
          <a:xfrm>
            <a:off x="4572000" y="5301208"/>
            <a:ext cx="4464298" cy="575890"/>
          </a:xfrm>
        </p:spPr>
        <p:txBody>
          <a:bodyPr/>
          <a:lstStyle/>
          <a:p>
            <a:pPr algn="r"/>
            <a:r>
              <a:rPr lang="ja-JP" altLang="en-US" sz="2400" dirty="0">
                <a:latin typeface="Meiryo UI" panose="020B0604030504040204" pitchFamily="50" charset="-128"/>
                <a:ea typeface="Meiryo UI" panose="020B0604030504040204" pitchFamily="50" charset="-128"/>
              </a:rPr>
              <a:t>実装技術課　奥村</a:t>
            </a:r>
            <a:endParaRPr lang="ja-JP" altLang="ja-JP" sz="2400" dirty="0">
              <a:latin typeface="Meiryo UI" panose="020B0604030504040204" pitchFamily="50" charset="-128"/>
              <a:ea typeface="Meiryo UI" panose="020B0604030504040204"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BC7162-BF72-5995-BFB4-4FCF3FBE7500}"/>
              </a:ext>
            </a:extLst>
          </p:cNvPr>
          <p:cNvSpPr>
            <a:spLocks noGrp="1"/>
          </p:cNvSpPr>
          <p:nvPr>
            <p:ph type="title"/>
          </p:nvPr>
        </p:nvSpPr>
        <p:spPr>
          <a:xfrm>
            <a:off x="0" y="0"/>
            <a:ext cx="3203848" cy="719807"/>
          </a:xfrm>
        </p:spPr>
        <p:txBody>
          <a:bodyPr/>
          <a:lstStyle/>
          <a:p>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・定型業務</a:t>
            </a:r>
            <a:r>
              <a:rPr kumimoji="1" lang="en-US" altLang="ja-JP"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(2026</a:t>
            </a:r>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年</a:t>
            </a:r>
            <a:r>
              <a:rPr kumimoji="1" lang="en-US" altLang="ja-JP"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8</a:t>
            </a:r>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月分</a:t>
            </a:r>
            <a:r>
              <a:rPr kumimoji="1" lang="en-US" altLang="ja-JP"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endPar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4" name="タイトル 1">
            <a:extLst>
              <a:ext uri="{FF2B5EF4-FFF2-40B4-BE49-F238E27FC236}">
                <a16:creationId xmlns:a16="http://schemas.microsoft.com/office/drawing/2014/main" id="{F623A25B-555F-B80B-A5DA-0551F5C7B74E}"/>
              </a:ext>
            </a:extLst>
          </p:cNvPr>
          <p:cNvSpPr txBox="1">
            <a:spLocks/>
          </p:cNvSpPr>
          <p:nvPr/>
        </p:nvSpPr>
        <p:spPr bwMode="auto">
          <a:xfrm>
            <a:off x="539552" y="719806"/>
            <a:ext cx="8136904" cy="328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a:lstStyle>
          <a:p>
            <a:r>
              <a:rPr lang="ja-JP" altLang="en-US" sz="2000" b="1" dirty="0">
                <a:latin typeface="Meiryo UI" panose="020B0604030504040204" pitchFamily="50" charset="-128"/>
                <a:ea typeface="Meiryo UI" panose="020B0604030504040204" pitchFamily="50" charset="-128"/>
              </a:rPr>
              <a:t>・試作</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内層確認、プログラム作成、立ち会い調整、</a:t>
            </a:r>
            <a:r>
              <a:rPr lang="en-US" altLang="ja-JP" sz="2000" b="1" dirty="0">
                <a:latin typeface="Meiryo UI" panose="020B0604030504040204" pitchFamily="50" charset="-128"/>
                <a:ea typeface="Meiryo UI" panose="020B0604030504040204" pitchFamily="50" charset="-128"/>
              </a:rPr>
              <a:t>X</a:t>
            </a:r>
            <a:r>
              <a:rPr lang="ja-JP" altLang="en-US" sz="2000" b="1" dirty="0">
                <a:latin typeface="Meiryo UI" panose="020B0604030504040204" pitchFamily="50" charset="-128"/>
                <a:ea typeface="Meiryo UI" panose="020B0604030504040204" pitchFamily="50" charset="-128"/>
              </a:rPr>
              <a:t>線確認等</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a:t>
            </a:r>
            <a:endParaRPr lang="en-US" altLang="ja-JP" sz="2000" b="1" dirty="0">
              <a:latin typeface="Meiryo UI" panose="020B0604030504040204" pitchFamily="50" charset="-128"/>
              <a:ea typeface="Meiryo UI" panose="020B0604030504040204" pitchFamily="50" charset="-128"/>
            </a:endParaRPr>
          </a:p>
          <a:p>
            <a:r>
              <a:rPr lang="en-US" altLang="ja-JP" sz="2000" b="1" dirty="0">
                <a:latin typeface="Meiryo UI" panose="020B0604030504040204" pitchFamily="50" charset="-128"/>
                <a:ea typeface="Meiryo UI" panose="020B0604030504040204" pitchFamily="50" charset="-128"/>
              </a:rPr>
              <a:t>     2</a:t>
            </a:r>
            <a:r>
              <a:rPr lang="ja-JP" altLang="en-US" sz="2000" b="1" dirty="0">
                <a:latin typeface="Meiryo UI" panose="020B0604030504040204" pitchFamily="50" charset="-128"/>
                <a:ea typeface="Meiryo UI" panose="020B0604030504040204" pitchFamily="50" charset="-128"/>
              </a:rPr>
              <a:t>品目</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新局所</a:t>
            </a:r>
            <a:r>
              <a:rPr lang="en-US" altLang="ja-JP" sz="2000" b="1" dirty="0">
                <a:latin typeface="Meiryo UI" panose="020B0604030504040204" pitchFamily="50" charset="-128"/>
                <a:ea typeface="Meiryo UI" panose="020B0604030504040204" pitchFamily="50" charset="-128"/>
              </a:rPr>
              <a:t>1,</a:t>
            </a:r>
            <a:r>
              <a:rPr lang="ja-JP" altLang="en-US" sz="2000" b="1" dirty="0">
                <a:solidFill>
                  <a:srgbClr val="000000"/>
                </a:solidFill>
                <a:latin typeface="Meiryo UI" panose="020B0604030504040204" pitchFamily="50" charset="-128"/>
                <a:ea typeface="Meiryo UI" panose="020B0604030504040204" pitchFamily="50" charset="-128"/>
                <a:cs typeface="+mn-cs"/>
              </a:rPr>
              <a:t>旧</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局所</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1</a:t>
            </a:r>
            <a:r>
              <a:rPr lang="en-US" altLang="ja-JP" sz="2000" b="1" dirty="0">
                <a:latin typeface="Meiryo UI" panose="020B0604030504040204" pitchFamily="50" charset="-128"/>
                <a:ea typeface="Meiryo UI" panose="020B0604030504040204" pitchFamily="50" charset="-128"/>
              </a:rPr>
              <a:t>)</a:t>
            </a:r>
          </a:p>
          <a:p>
            <a:endParaRPr lang="en-US" altLang="ja-JP" sz="2000" b="1" dirty="0">
              <a:latin typeface="Meiryo UI" panose="020B0604030504040204" pitchFamily="50" charset="-128"/>
              <a:ea typeface="Meiryo UI" panose="020B0604030504040204" pitchFamily="50" charset="-128"/>
            </a:endParaRPr>
          </a:p>
          <a:p>
            <a:r>
              <a:rPr lang="ja-JP" altLang="en-US" sz="2000" b="1" dirty="0">
                <a:latin typeface="Meiryo UI" panose="020B0604030504040204" pitchFamily="50" charset="-128"/>
                <a:ea typeface="Meiryo UI" panose="020B0604030504040204" pitchFamily="50" charset="-128"/>
              </a:rPr>
              <a:t>・</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不具合改善リスト品目のプログラム調整、登録：</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5</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品目</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対応中</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1</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品目</a:t>
            </a:r>
            <a:endParaRPr lang="en-US" altLang="ja-JP" sz="2000" b="1" dirty="0">
              <a:latin typeface="Meiryo UI" panose="020B0604030504040204" pitchFamily="50" charset="-128"/>
              <a:ea typeface="Meiryo UI" panose="020B0604030504040204" pitchFamily="50" charset="-128"/>
            </a:endParaRPr>
          </a:p>
          <a:p>
            <a:endParaRPr lang="en-US" altLang="ja-JP" sz="2000" b="1" dirty="0">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2000" b="1" dirty="0">
                <a:latin typeface="Meiryo UI" panose="020B0604030504040204" pitchFamily="50" charset="-128"/>
                <a:ea typeface="Meiryo UI" panose="020B0604030504040204" pitchFamily="50" charset="-128"/>
              </a:rPr>
              <a:t>・</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設計変更計画書、指示書の発行：</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1</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件</a:t>
            </a:r>
            <a:endParaRPr lang="en-US" altLang="ja-JP" sz="2000" b="1" dirty="0">
              <a:latin typeface="Meiryo UI" panose="020B0604030504040204" pitchFamily="50" charset="-128"/>
              <a:ea typeface="Meiryo UI" panose="020B0604030504040204" pitchFamily="50" charset="-128"/>
            </a:endParaRPr>
          </a:p>
          <a:p>
            <a:endParaRPr lang="en-US" altLang="ja-JP" sz="2000" b="1" dirty="0">
              <a:latin typeface="Meiryo UI" panose="020B0604030504040204" pitchFamily="50" charset="-128"/>
              <a:ea typeface="Meiryo UI" panose="020B0604030504040204" pitchFamily="50" charset="-128"/>
            </a:endParaRPr>
          </a:p>
          <a:p>
            <a:r>
              <a:rPr lang="ja-JP" altLang="en-US" sz="2000" b="1" dirty="0">
                <a:latin typeface="Meiryo UI" panose="020B0604030504040204" pitchFamily="50" charset="-128"/>
                <a:ea typeface="Meiryo UI" panose="020B0604030504040204" pitchFamily="50" charset="-128"/>
              </a:rPr>
              <a:t>・</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新局所はんだ付け装置の操作手順書の改修：対応中</a:t>
            </a:r>
            <a:endParaRPr lang="en-US" altLang="ja-JP" sz="2000" b="1" dirty="0">
              <a:latin typeface="Meiryo UI" panose="020B0604030504040204" pitchFamily="50" charset="-128"/>
              <a:ea typeface="Meiryo UI" panose="020B0604030504040204" pitchFamily="50" charset="-128"/>
            </a:endParaRPr>
          </a:p>
          <a:p>
            <a:endParaRPr lang="en-US" altLang="ja-JP" sz="20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34094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F16C1-88B1-D338-502C-23550A824A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B56F2C-91DA-5009-3EA6-A4A7BB27DDD3}"/>
              </a:ext>
            </a:extLst>
          </p:cNvPr>
          <p:cNvSpPr>
            <a:spLocks noGrp="1"/>
          </p:cNvSpPr>
          <p:nvPr>
            <p:ph type="title"/>
          </p:nvPr>
        </p:nvSpPr>
        <p:spPr>
          <a:xfrm>
            <a:off x="4614" y="0"/>
            <a:ext cx="8477539" cy="719807"/>
          </a:xfrm>
        </p:spPr>
        <p:txBody>
          <a:bodyPr/>
          <a:lstStyle/>
          <a:p>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・テーマ業務①：</a:t>
            </a:r>
            <a:r>
              <a:rPr kumimoji="1" lang="en-US" altLang="ja-JP"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THD</a:t>
            </a:r>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マスタ整備</a:t>
            </a:r>
          </a:p>
        </p:txBody>
      </p:sp>
      <p:sp>
        <p:nvSpPr>
          <p:cNvPr id="11" name="タイトル 1">
            <a:extLst>
              <a:ext uri="{FF2B5EF4-FFF2-40B4-BE49-F238E27FC236}">
                <a16:creationId xmlns:a16="http://schemas.microsoft.com/office/drawing/2014/main" id="{EDB0D1BB-7020-8406-03E0-D00B9B1BBE3D}"/>
              </a:ext>
            </a:extLst>
          </p:cNvPr>
          <p:cNvSpPr txBox="1">
            <a:spLocks/>
          </p:cNvSpPr>
          <p:nvPr/>
        </p:nvSpPr>
        <p:spPr bwMode="auto">
          <a:xfrm>
            <a:off x="539552" y="3140968"/>
            <a:ext cx="8136904" cy="2637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a:lstStyle>
          <a:p>
            <a:pPr algn="ctr"/>
            <a:r>
              <a:rPr lang="ja-JP" altLang="en-US" sz="2000" b="1" dirty="0">
                <a:latin typeface="Meiryo UI" panose="020B0604030504040204" pitchFamily="50" charset="-128"/>
                <a:ea typeface="Meiryo UI" panose="020B0604030504040204" pitchFamily="50" charset="-128"/>
              </a:rPr>
              <a:t>月間目標</a:t>
            </a:r>
            <a:r>
              <a:rPr lang="en-US" altLang="ja-JP" sz="2000" b="1" dirty="0">
                <a:latin typeface="Meiryo UI" panose="020B0604030504040204" pitchFamily="50" charset="-128"/>
                <a:ea typeface="Meiryo UI" panose="020B0604030504040204" pitchFamily="50" charset="-128"/>
              </a:rPr>
              <a:t>5</a:t>
            </a:r>
            <a:r>
              <a:rPr lang="ja-JP" altLang="en-US" sz="2000" b="1" dirty="0">
                <a:latin typeface="Meiryo UI" panose="020B0604030504040204" pitchFamily="50" charset="-128"/>
                <a:ea typeface="Meiryo UI" panose="020B0604030504040204" pitchFamily="50" charset="-128"/>
              </a:rPr>
              <a:t>件に対して、</a:t>
            </a:r>
            <a:r>
              <a:rPr lang="en-US" altLang="ja-JP" sz="2000" b="1" dirty="0">
                <a:latin typeface="Meiryo UI" panose="020B0604030504040204" pitchFamily="50" charset="-128"/>
                <a:ea typeface="Meiryo UI" panose="020B0604030504040204" pitchFamily="50" charset="-128"/>
              </a:rPr>
              <a:t>99</a:t>
            </a:r>
            <a:r>
              <a:rPr lang="ja-JP" altLang="en-US" sz="2000" b="1" dirty="0">
                <a:latin typeface="Meiryo UI" panose="020B0604030504040204" pitchFamily="50" charset="-128"/>
                <a:ea typeface="Meiryo UI" panose="020B0604030504040204" pitchFamily="50" charset="-128"/>
              </a:rPr>
              <a:t>件を入力。</a:t>
            </a:r>
            <a:endParaRPr lang="en-US" altLang="ja-JP" sz="2000" b="1" dirty="0">
              <a:latin typeface="Meiryo UI" panose="020B0604030504040204" pitchFamily="50" charset="-128"/>
              <a:ea typeface="Meiryo UI" panose="020B0604030504040204" pitchFamily="50" charset="-128"/>
            </a:endParaRPr>
          </a:p>
          <a:p>
            <a:pPr algn="ctr"/>
            <a:endParaRPr lang="en-US" altLang="ja-JP" sz="2000" b="1" dirty="0">
              <a:latin typeface="Meiryo UI" panose="020B0604030504040204" pitchFamily="50" charset="-128"/>
              <a:ea typeface="Meiryo UI" panose="020B0604030504040204" pitchFamily="50" charset="-128"/>
            </a:endParaRPr>
          </a:p>
        </p:txBody>
      </p:sp>
      <p:pic>
        <p:nvPicPr>
          <p:cNvPr id="5" name="図 4">
            <a:extLst>
              <a:ext uri="{FF2B5EF4-FFF2-40B4-BE49-F238E27FC236}">
                <a16:creationId xmlns:a16="http://schemas.microsoft.com/office/drawing/2014/main" id="{F1EB0123-007A-7A77-1F62-13487A7CB463}"/>
              </a:ext>
            </a:extLst>
          </p:cNvPr>
          <p:cNvPicPr>
            <a:picLocks noChangeAspect="1"/>
          </p:cNvPicPr>
          <p:nvPr/>
        </p:nvPicPr>
        <p:blipFill>
          <a:blip r:embed="rId2"/>
          <a:stretch>
            <a:fillRect/>
          </a:stretch>
        </p:blipFill>
        <p:spPr>
          <a:xfrm>
            <a:off x="0" y="908720"/>
            <a:ext cx="9144000" cy="1745512"/>
          </a:xfrm>
          <a:prstGeom prst="rect">
            <a:avLst/>
          </a:prstGeom>
        </p:spPr>
      </p:pic>
    </p:spTree>
    <p:extLst>
      <p:ext uri="{BB962C8B-B14F-4D97-AF65-F5344CB8AC3E}">
        <p14:creationId xmlns:p14="http://schemas.microsoft.com/office/powerpoint/2010/main" val="2077494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4DBE-69E2-52C7-2AB4-DF30C625833F}"/>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F57249DF-F982-4558-3509-0C643B4615DB}"/>
              </a:ext>
            </a:extLst>
          </p:cNvPr>
          <p:cNvSpPr>
            <a:spLocks noGrp="1"/>
          </p:cNvSpPr>
          <p:nvPr>
            <p:ph type="title"/>
          </p:nvPr>
        </p:nvSpPr>
        <p:spPr>
          <a:xfrm>
            <a:off x="0" y="0"/>
            <a:ext cx="8477539" cy="719807"/>
          </a:xfrm>
        </p:spPr>
        <p:txBody>
          <a:bodyPr/>
          <a:lstStyle/>
          <a:p>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kumimoji="1" lang="en-US" altLang="ja-JP"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Topics</a:t>
            </a:r>
            <a:endPar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4" name="タイトル 1">
            <a:extLst>
              <a:ext uri="{FF2B5EF4-FFF2-40B4-BE49-F238E27FC236}">
                <a16:creationId xmlns:a16="http://schemas.microsoft.com/office/drawing/2014/main" id="{F9265B7F-9900-4BBE-E556-B1C4C6AFFB35}"/>
              </a:ext>
            </a:extLst>
          </p:cNvPr>
          <p:cNvSpPr txBox="1">
            <a:spLocks/>
          </p:cNvSpPr>
          <p:nvPr/>
        </p:nvSpPr>
        <p:spPr bwMode="auto">
          <a:xfrm>
            <a:off x="179512" y="548680"/>
            <a:ext cx="8298027"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a:lstStyle>
          <a:p>
            <a:r>
              <a:rPr lang="ja-JP" altLang="en-US" sz="2000" b="1" dirty="0">
                <a:latin typeface="Meiryo UI" panose="020B0604030504040204" pitchFamily="50" charset="-128"/>
                <a:ea typeface="Meiryo UI" panose="020B0604030504040204" pitchFamily="50" charset="-128"/>
              </a:rPr>
              <a:t>不具合改善リストで、</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UT-7324</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の</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CN0101</a:t>
            </a:r>
            <a:r>
              <a:rPr lang="ja-JP" altLang="en-US" sz="2000" b="1" dirty="0">
                <a:solidFill>
                  <a:srgbClr val="000000"/>
                </a:solidFill>
                <a:latin typeface="Meiryo UI" panose="020B0604030504040204" pitchFamily="50" charset="-128"/>
                <a:ea typeface="Meiryo UI" panose="020B0604030504040204" pitchFamily="50" charset="-128"/>
                <a:cs typeface="+mn-cs"/>
              </a:rPr>
              <a:t>にて</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複数のピンに連なるブリッジ不良が多発していることから、プログラムの改善依頼を受ける。</a:t>
            </a:r>
            <a:endParaRPr lang="ja-JP" altLang="en-US" sz="2000" b="1" dirty="0">
              <a:latin typeface="Meiryo UI" panose="020B0604030504040204" pitchFamily="50" charset="-128"/>
              <a:ea typeface="Meiryo UI" panose="020B0604030504040204" pitchFamily="50" charset="-128"/>
            </a:endParaRPr>
          </a:p>
        </p:txBody>
      </p:sp>
      <p:sp>
        <p:nvSpPr>
          <p:cNvPr id="7" name="タイトル 1">
            <a:extLst>
              <a:ext uri="{FF2B5EF4-FFF2-40B4-BE49-F238E27FC236}">
                <a16:creationId xmlns:a16="http://schemas.microsoft.com/office/drawing/2014/main" id="{F01595F5-45C0-1867-FBAE-D7C768B6B20B}"/>
              </a:ext>
            </a:extLst>
          </p:cNvPr>
          <p:cNvSpPr txBox="1">
            <a:spLocks/>
          </p:cNvSpPr>
          <p:nvPr/>
        </p:nvSpPr>
        <p:spPr bwMode="auto">
          <a:xfrm>
            <a:off x="391534" y="1555439"/>
            <a:ext cx="8212913" cy="242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a:lstStyle>
          <a:p>
            <a:r>
              <a:rPr lang="ja-JP" altLang="en-US" sz="2000" b="1" dirty="0">
                <a:latin typeface="Meiryo UI" panose="020B0604030504040204" pitchFamily="50" charset="-128"/>
                <a:ea typeface="Meiryo UI" panose="020B0604030504040204" pitchFamily="50" charset="-128"/>
              </a:rPr>
              <a:t>・対応</a:t>
            </a:r>
            <a:endParaRPr lang="en-US" altLang="ja-JP" sz="2000" b="1" dirty="0">
              <a:latin typeface="Meiryo UI" panose="020B0604030504040204" pitchFamily="50" charset="-128"/>
              <a:ea typeface="Meiryo UI" panose="020B0604030504040204" pitchFamily="50" charset="-128"/>
            </a:endParaRPr>
          </a:p>
          <a:p>
            <a:r>
              <a:rPr lang="ja-JP" altLang="en-US" sz="2000" b="1" dirty="0">
                <a:latin typeface="Meiryo UI" panose="020B0604030504040204" pitchFamily="50" charset="-128"/>
                <a:ea typeface="Meiryo UI" panose="020B0604030504040204" pitchFamily="50" charset="-128"/>
              </a:rPr>
              <a:t>基板の内層を確認し、全</a:t>
            </a:r>
            <a:r>
              <a:rPr lang="en-US" altLang="ja-JP" sz="2000" b="1" dirty="0">
                <a:latin typeface="Meiryo UI" panose="020B0604030504040204" pitchFamily="50" charset="-128"/>
                <a:ea typeface="Meiryo UI" panose="020B0604030504040204" pitchFamily="50" charset="-128"/>
              </a:rPr>
              <a:t>22</a:t>
            </a:r>
            <a:r>
              <a:rPr lang="ja-JP" altLang="en-US" sz="2000" b="1" dirty="0">
                <a:latin typeface="Meiryo UI" panose="020B0604030504040204" pitchFamily="50" charset="-128"/>
                <a:ea typeface="Meiryo UI" panose="020B0604030504040204" pitchFamily="50" charset="-128"/>
              </a:rPr>
              <a:t>ピン中に</a:t>
            </a:r>
            <a:r>
              <a:rPr lang="en-US" altLang="ja-JP" sz="2000" b="1" dirty="0">
                <a:latin typeface="Meiryo UI" panose="020B0604030504040204" pitchFamily="50" charset="-128"/>
                <a:ea typeface="Meiryo UI" panose="020B0604030504040204" pitchFamily="50" charset="-128"/>
              </a:rPr>
              <a:t>GND</a:t>
            </a:r>
            <a:r>
              <a:rPr lang="ja-JP" altLang="en-US" sz="2000" b="1" dirty="0">
                <a:latin typeface="Meiryo UI" panose="020B0604030504040204" pitchFamily="50" charset="-128"/>
                <a:ea typeface="Meiryo UI" panose="020B0604030504040204" pitchFamily="50" charset="-128"/>
              </a:rPr>
              <a:t>ピンは含まれていないことから、</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現行プログラムでは</a:t>
            </a:r>
            <a:r>
              <a:rPr lang="ja-JP" altLang="en-US" sz="2000" b="1" dirty="0">
                <a:latin typeface="Meiryo UI" panose="020B0604030504040204" pitchFamily="50" charset="-128"/>
                <a:ea typeface="Meiryo UI" panose="020B0604030504040204" pitchFamily="50" charset="-128"/>
              </a:rPr>
              <a:t>はんだ量が余剰になっていると判断し、対象のライン付けの移動速度を</a:t>
            </a:r>
            <a:r>
              <a:rPr lang="en-US" altLang="ja-JP" sz="2000" b="1" dirty="0">
                <a:latin typeface="Meiryo UI" panose="020B0604030504040204" pitchFamily="50" charset="-128"/>
                <a:ea typeface="Meiryo UI" panose="020B0604030504040204" pitchFamily="50" charset="-128"/>
              </a:rPr>
              <a:t>2.5mm/s</a:t>
            </a:r>
            <a:r>
              <a:rPr lang="ja-JP" altLang="en-US" sz="2000" b="1" dirty="0">
                <a:latin typeface="Meiryo UI" panose="020B0604030504040204" pitchFamily="50" charset="-128"/>
                <a:ea typeface="Meiryo UI" panose="020B0604030504040204" pitchFamily="50" charset="-128"/>
              </a:rPr>
              <a:t>→</a:t>
            </a:r>
            <a:r>
              <a:rPr kumimoji="1" lang="en-US" altLang="ja-JP"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4.5mm/s</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へと変更を</a:t>
            </a:r>
            <a:r>
              <a:rPr lang="ja-JP" altLang="en-US" sz="2000" b="1" dirty="0">
                <a:latin typeface="Meiryo UI" panose="020B0604030504040204" pitchFamily="50" charset="-128"/>
                <a:ea typeface="Meiryo UI" panose="020B0604030504040204" pitchFamily="50" charset="-128"/>
              </a:rPr>
              <a:t>行い、検証を行った。</a:t>
            </a:r>
            <a:r>
              <a:rPr lang="en-US" altLang="ja-JP" sz="2000" b="1" dirty="0">
                <a:latin typeface="Meiryo UI" panose="020B0604030504040204" pitchFamily="50" charset="-128"/>
                <a:ea typeface="Meiryo UI" panose="020B0604030504040204" pitchFamily="50" charset="-128"/>
              </a:rPr>
              <a:t>10</a:t>
            </a:r>
            <a:r>
              <a:rPr lang="ja-JP" altLang="en-US" sz="2000" b="1" dirty="0">
                <a:latin typeface="Meiryo UI" panose="020B0604030504040204" pitchFamily="50" charset="-128"/>
                <a:ea typeface="Meiryo UI" panose="020B0604030504040204" pitchFamily="50" charset="-128"/>
              </a:rPr>
              <a:t>台ほど流し、ブリッジは減少傾向にあり、且つ速度を上げたことによるリスクとなるはんだ上がりについても</a:t>
            </a:r>
            <a:r>
              <a:rPr lang="en-US" altLang="ja-JP" sz="2000" b="1" dirty="0">
                <a:latin typeface="Meiryo UI" panose="020B0604030504040204" pitchFamily="50" charset="-128"/>
                <a:ea typeface="Meiryo UI" panose="020B0604030504040204" pitchFamily="50" charset="-128"/>
              </a:rPr>
              <a:t>X</a:t>
            </a:r>
            <a:r>
              <a:rPr lang="ja-JP" altLang="en-US" sz="2000" b="1" dirty="0">
                <a:latin typeface="Meiryo UI" panose="020B0604030504040204" pitchFamily="50" charset="-128"/>
                <a:ea typeface="Meiryo UI" panose="020B0604030504040204" pitchFamily="50" charset="-128"/>
              </a:rPr>
              <a:t>線で確認し、良好であったため、同プログラムにてしばらく生産を行った。</a:t>
            </a:r>
            <a:endParaRPr lang="en-US" altLang="ja-JP" sz="2000" b="1" dirty="0">
              <a:latin typeface="Meiryo UI" panose="020B0604030504040204" pitchFamily="50" charset="-128"/>
              <a:ea typeface="Meiryo UI" panose="020B0604030504040204" pitchFamily="50" charset="-128"/>
            </a:endParaRPr>
          </a:p>
        </p:txBody>
      </p:sp>
      <p:pic>
        <p:nvPicPr>
          <p:cNvPr id="5" name="図 4">
            <a:extLst>
              <a:ext uri="{FF2B5EF4-FFF2-40B4-BE49-F238E27FC236}">
                <a16:creationId xmlns:a16="http://schemas.microsoft.com/office/drawing/2014/main" id="{05BFC7CE-F259-4946-4BB4-0586B66CBDDB}"/>
              </a:ext>
            </a:extLst>
          </p:cNvPr>
          <p:cNvPicPr>
            <a:picLocks noChangeAspect="1"/>
          </p:cNvPicPr>
          <p:nvPr/>
        </p:nvPicPr>
        <p:blipFill>
          <a:blip r:embed="rId2"/>
          <a:stretch>
            <a:fillRect/>
          </a:stretch>
        </p:blipFill>
        <p:spPr>
          <a:xfrm>
            <a:off x="2523566" y="3831116"/>
            <a:ext cx="4096867" cy="2304488"/>
          </a:xfrm>
          <a:prstGeom prst="rect">
            <a:avLst/>
          </a:prstGeom>
        </p:spPr>
      </p:pic>
    </p:spTree>
    <p:extLst>
      <p:ext uri="{BB962C8B-B14F-4D97-AF65-F5344CB8AC3E}">
        <p14:creationId xmlns:p14="http://schemas.microsoft.com/office/powerpoint/2010/main" val="1376859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F5AFF-5A92-8C02-3A71-8B14B978D047}"/>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7376A3E2-4298-3515-5021-9F8B87CE623B}"/>
              </a:ext>
            </a:extLst>
          </p:cNvPr>
          <p:cNvSpPr>
            <a:spLocks noGrp="1"/>
          </p:cNvSpPr>
          <p:nvPr>
            <p:ph type="title"/>
          </p:nvPr>
        </p:nvSpPr>
        <p:spPr>
          <a:xfrm>
            <a:off x="0" y="0"/>
            <a:ext cx="8477539" cy="719807"/>
          </a:xfrm>
        </p:spPr>
        <p:txBody>
          <a:bodyPr/>
          <a:lstStyle/>
          <a:p>
            <a:r>
              <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kumimoji="1" lang="en-US" altLang="ja-JP"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Topics</a:t>
            </a:r>
            <a:endParaRPr kumimoji="1" lang="ja-JP" altLang="en-US" sz="20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4" name="タイトル 1">
            <a:extLst>
              <a:ext uri="{FF2B5EF4-FFF2-40B4-BE49-F238E27FC236}">
                <a16:creationId xmlns:a16="http://schemas.microsoft.com/office/drawing/2014/main" id="{C197E5FA-A572-C956-F18D-CCEDFEB80464}"/>
              </a:ext>
            </a:extLst>
          </p:cNvPr>
          <p:cNvSpPr txBox="1">
            <a:spLocks/>
          </p:cNvSpPr>
          <p:nvPr/>
        </p:nvSpPr>
        <p:spPr bwMode="auto">
          <a:xfrm>
            <a:off x="179512" y="548680"/>
            <a:ext cx="8477539" cy="719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a:lstStyle>
          <a:p>
            <a:r>
              <a:rPr lang="ja-JP" altLang="en-US" sz="2000" b="1" dirty="0">
                <a:latin typeface="Meiryo UI" panose="020B0604030504040204" pitchFamily="50" charset="-128"/>
                <a:ea typeface="Meiryo UI" panose="020B0604030504040204" pitchFamily="50" charset="-128"/>
              </a:rPr>
              <a:t>・結果</a:t>
            </a:r>
            <a:endParaRPr lang="en-US" altLang="ja-JP" sz="2000" b="1" dirty="0">
              <a:latin typeface="Meiryo UI" panose="020B0604030504040204" pitchFamily="50" charset="-128"/>
              <a:ea typeface="Meiryo UI" panose="020B0604030504040204" pitchFamily="50" charset="-128"/>
            </a:endParaRPr>
          </a:p>
        </p:txBody>
      </p:sp>
      <p:sp>
        <p:nvSpPr>
          <p:cNvPr id="7" name="タイトル 1">
            <a:extLst>
              <a:ext uri="{FF2B5EF4-FFF2-40B4-BE49-F238E27FC236}">
                <a16:creationId xmlns:a16="http://schemas.microsoft.com/office/drawing/2014/main" id="{2702D079-B525-87C7-26D3-FD4B5D381D40}"/>
              </a:ext>
            </a:extLst>
          </p:cNvPr>
          <p:cNvSpPr txBox="1">
            <a:spLocks/>
          </p:cNvSpPr>
          <p:nvPr/>
        </p:nvSpPr>
        <p:spPr bwMode="auto">
          <a:xfrm>
            <a:off x="539552" y="4221088"/>
            <a:ext cx="8136904" cy="1557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4400" kern="12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2pPr>
            <a:lvl3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3pPr>
            <a:lvl4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4pPr>
            <a:lvl5pPr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sz="4400">
                <a:solidFill>
                  <a:schemeClr val="tx2"/>
                </a:solidFill>
                <a:latin typeface="Arial" panose="020B0604020202020204" pitchFamily="34" charset="0"/>
                <a:ea typeface="ＭＳ Ｐゴシック" panose="020B0600070205080204" pitchFamily="50" charset="-128"/>
              </a:defRPr>
            </a:lvl9pPr>
          </a:lstStyle>
          <a:p>
            <a:r>
              <a:rPr lang="ja-JP" altLang="en-US" sz="2000" b="1" dirty="0">
                <a:latin typeface="Meiryo UI" panose="020B0604030504040204" pitchFamily="50" charset="-128"/>
                <a:ea typeface="Meiryo UI" panose="020B0604030504040204" pitchFamily="50" charset="-128"/>
              </a:rPr>
              <a:t>プログラム修正により、不良率の減少が見られた。</a:t>
            </a:r>
            <a:endParaRPr lang="en-US" altLang="ja-JP" sz="2000" b="1" dirty="0">
              <a:latin typeface="Meiryo UI" panose="020B0604030504040204" pitchFamily="50" charset="-128"/>
              <a:ea typeface="Meiryo UI" panose="020B0604030504040204" pitchFamily="50" charset="-128"/>
            </a:endParaRPr>
          </a:p>
          <a:p>
            <a:r>
              <a:rPr lang="ja-JP" altLang="en-US" sz="2000" b="1" dirty="0">
                <a:latin typeface="Meiryo UI" panose="020B0604030504040204" pitchFamily="50" charset="-128"/>
                <a:ea typeface="Meiryo UI" panose="020B0604030504040204" pitchFamily="50" charset="-128"/>
              </a:rPr>
              <a:t>変更前</a:t>
            </a:r>
            <a:r>
              <a:rPr lang="en-US" altLang="ja-JP" sz="2000" b="1" dirty="0">
                <a:latin typeface="Meiryo UI" panose="020B0604030504040204" pitchFamily="50" charset="-128"/>
                <a:ea typeface="Meiryo UI" panose="020B0604030504040204" pitchFamily="50" charset="-128"/>
              </a:rPr>
              <a:t>4.8%(</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指図</a:t>
            </a:r>
            <a:r>
              <a:rPr lang="en-US" altLang="ja-JP" sz="2000" b="1" dirty="0">
                <a:latin typeface="Meiryo UI" panose="020B0604030504040204" pitchFamily="50" charset="-128"/>
                <a:ea typeface="Meiryo UI" panose="020B0604030504040204" pitchFamily="50" charset="-128"/>
              </a:rPr>
              <a:t>212192029(2026/5/15</a:t>
            </a:r>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開始</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以前の</a:t>
            </a:r>
            <a:r>
              <a:rPr lang="en-US" altLang="ja-JP" sz="2000" b="1" dirty="0">
                <a:latin typeface="Meiryo UI" panose="020B0604030504040204" pitchFamily="50" charset="-128"/>
                <a:ea typeface="Meiryo UI" panose="020B0604030504040204" pitchFamily="50" charset="-128"/>
              </a:rPr>
              <a:t>50</a:t>
            </a:r>
            <a:r>
              <a:rPr lang="ja-JP" altLang="en-US" sz="2000" b="1" dirty="0">
                <a:latin typeface="Meiryo UI" panose="020B0604030504040204" pitchFamily="50" charset="-128"/>
                <a:ea typeface="Meiryo UI" panose="020B0604030504040204" pitchFamily="50" charset="-128"/>
              </a:rPr>
              <a:t>台</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a:t>
            </a:r>
            <a:endParaRPr lang="en-US" altLang="ja-JP" sz="2000" b="1" dirty="0">
              <a:latin typeface="Meiryo UI" panose="020B0604030504040204" pitchFamily="50" charset="-128"/>
              <a:ea typeface="Meiryo UI" panose="020B0604030504040204" pitchFamily="50" charset="-128"/>
            </a:endParaRPr>
          </a:p>
          <a:p>
            <a:r>
              <a:rPr kumimoji="1" lang="ja-JP" altLang="en-US" sz="20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変更後</a:t>
            </a:r>
            <a:r>
              <a:rPr lang="en-US" altLang="ja-JP" sz="2000" b="1" dirty="0">
                <a:latin typeface="Meiryo UI" panose="020B0604030504040204" pitchFamily="50" charset="-128"/>
                <a:ea typeface="Meiryo UI" panose="020B0604030504040204" pitchFamily="50" charset="-128"/>
              </a:rPr>
              <a:t>0.8%(</a:t>
            </a:r>
            <a:r>
              <a:rPr lang="ja-JP" altLang="en-US" sz="2000" b="1" dirty="0">
                <a:latin typeface="Meiryo UI" panose="020B0604030504040204" pitchFamily="50" charset="-128"/>
                <a:ea typeface="Meiryo UI" panose="020B0604030504040204" pitchFamily="50" charset="-128"/>
              </a:rPr>
              <a:t>指図</a:t>
            </a:r>
            <a:r>
              <a:rPr lang="en-US" altLang="ja-JP" sz="2000" b="1" dirty="0">
                <a:latin typeface="Meiryo UI" panose="020B0604030504040204" pitchFamily="50" charset="-128"/>
                <a:ea typeface="Meiryo UI" panose="020B0604030504040204" pitchFamily="50" charset="-128"/>
              </a:rPr>
              <a:t>212193172(2026/5/19</a:t>
            </a:r>
            <a:r>
              <a:rPr lang="ja-JP" altLang="en-US" sz="2000" b="1" dirty="0">
                <a:latin typeface="Meiryo UI" panose="020B0604030504040204" pitchFamily="50" charset="-128"/>
                <a:ea typeface="Meiryo UI" panose="020B0604030504040204" pitchFamily="50" charset="-128"/>
              </a:rPr>
              <a:t>開始</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以降の</a:t>
            </a:r>
            <a:r>
              <a:rPr lang="en-US" altLang="ja-JP" sz="2000" b="1" dirty="0">
                <a:latin typeface="Meiryo UI" panose="020B0604030504040204" pitchFamily="50" charset="-128"/>
                <a:ea typeface="Meiryo UI" panose="020B0604030504040204" pitchFamily="50" charset="-128"/>
              </a:rPr>
              <a:t>50</a:t>
            </a:r>
            <a:r>
              <a:rPr lang="ja-JP" altLang="en-US" sz="2000" b="1" dirty="0">
                <a:latin typeface="Meiryo UI" panose="020B0604030504040204" pitchFamily="50" charset="-128"/>
                <a:ea typeface="Meiryo UI" panose="020B0604030504040204" pitchFamily="50" charset="-128"/>
              </a:rPr>
              <a:t>台</a:t>
            </a:r>
            <a:r>
              <a:rPr lang="en-US" altLang="ja-JP" sz="2000" b="1" dirty="0">
                <a:latin typeface="Meiryo UI" panose="020B0604030504040204" pitchFamily="50" charset="-128"/>
                <a:ea typeface="Meiryo UI" panose="020B0604030504040204" pitchFamily="50" charset="-128"/>
              </a:rPr>
              <a:t>)</a:t>
            </a:r>
          </a:p>
        </p:txBody>
      </p:sp>
      <p:pic>
        <p:nvPicPr>
          <p:cNvPr id="3" name="図 2">
            <a:extLst>
              <a:ext uri="{FF2B5EF4-FFF2-40B4-BE49-F238E27FC236}">
                <a16:creationId xmlns:a16="http://schemas.microsoft.com/office/drawing/2014/main" id="{8E381C94-AB36-8003-A66F-C58B8C010B02}"/>
              </a:ext>
            </a:extLst>
          </p:cNvPr>
          <p:cNvPicPr>
            <a:picLocks noChangeAspect="1"/>
          </p:cNvPicPr>
          <p:nvPr/>
        </p:nvPicPr>
        <p:blipFill>
          <a:blip r:embed="rId2"/>
          <a:stretch>
            <a:fillRect/>
          </a:stretch>
        </p:blipFill>
        <p:spPr>
          <a:xfrm>
            <a:off x="395536" y="1360279"/>
            <a:ext cx="5760640" cy="3142479"/>
          </a:xfrm>
          <a:prstGeom prst="rect">
            <a:avLst/>
          </a:prstGeom>
        </p:spPr>
      </p:pic>
      <p:cxnSp>
        <p:nvCxnSpPr>
          <p:cNvPr id="5" name="直線コネクタ 4">
            <a:extLst>
              <a:ext uri="{FF2B5EF4-FFF2-40B4-BE49-F238E27FC236}">
                <a16:creationId xmlns:a16="http://schemas.microsoft.com/office/drawing/2014/main" id="{9AF4DE9C-65FE-BDB3-158C-68026AF8EA20}"/>
              </a:ext>
            </a:extLst>
          </p:cNvPr>
          <p:cNvCxnSpPr/>
          <p:nvPr/>
        </p:nvCxnSpPr>
        <p:spPr>
          <a:xfrm>
            <a:off x="2771800" y="2564904"/>
            <a:ext cx="0" cy="108012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6637809"/>
      </p:ext>
    </p:extLst>
  </p:cSld>
  <p:clrMapOvr>
    <a:masterClrMapping/>
  </p:clrMapOvr>
</p:sld>
</file>

<file path=ppt/theme/theme1.xml><?xml version="1.0" encoding="utf-8"?>
<a:theme xmlns:a="http://schemas.openxmlformats.org/drawingml/2006/main" name="09_NKbeacon-white">
  <a:themeElements>
    <a:clrScheme name="09_NKbeacon-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9_NKbeacon-whit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09_NKbeacon-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9_NKbeacon-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9_NKbeacon-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9_NKbeacon-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9_NKbeacon-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9_NKbeacon-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9_NKbeacon-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9_NKbeacon-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9_NKbeacon-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9_NKbeacon-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9_NKbeacon-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9_NKbeacon-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09_NKbeacon-white</Template>
  <TotalTime>1893</TotalTime>
  <Words>284</Words>
  <Application>Microsoft Office PowerPoint</Application>
  <PresentationFormat>画面に合わせる (4:3)</PresentationFormat>
  <Paragraphs>22</Paragraphs>
  <Slides>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Meiryo UI</vt:lpstr>
      <vt:lpstr>Arial</vt:lpstr>
      <vt:lpstr>09_NKbeacon-white</vt:lpstr>
      <vt:lpstr>76期　業務報告 8月</vt:lpstr>
      <vt:lpstr>・定型業務(2026年8月分)</vt:lpstr>
      <vt:lpstr>・テーマ業務①：THDマスタ整備</vt:lpstr>
      <vt:lpstr>・Topics</vt:lpstr>
      <vt:lpstr>・Topics</vt:lpstr>
    </vt:vector>
  </TitlesOfParts>
  <Company>日本光電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日本光電</dc:creator>
  <cp:lastModifiedBy>OKUMURA Kazuya (奥村 和也)</cp:lastModifiedBy>
  <cp:revision>16</cp:revision>
  <dcterms:created xsi:type="dcterms:W3CDTF">2009-06-04T00:49:37Z</dcterms:created>
  <dcterms:modified xsi:type="dcterms:W3CDTF">2026-09-08T01:11:23Z</dcterms:modified>
</cp:coreProperties>
</file>