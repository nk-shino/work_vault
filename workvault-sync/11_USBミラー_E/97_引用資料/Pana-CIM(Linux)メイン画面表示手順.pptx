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F44A9C-D0CE-455E-94EE-1BE654E67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F68B5A-1A5E-4AC6-A911-0864661E2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1FA655-56DE-482D-80EA-29D9AD34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C81361-E9D8-4E2D-9085-EECD7D96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F73C9E-FC5C-428D-9543-1353191E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83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5914D-060A-48A2-9387-D9058613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147E62-3EE5-42BB-99F1-50484895D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E53BFC-3922-4DAF-B17B-C8A24608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62A55-FD4C-455F-B037-F869B346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A7AEED-F088-4AD2-88D4-033A224D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21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7EEFF-307D-4222-B23D-BBA8095A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2F851D-A932-4FC2-81EF-E1015C407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0540DC-04EC-46E3-B22A-3A9375AF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1DCB82-7435-4227-B3D1-925B4BCD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6A6F4-96FB-4F1E-BB7E-AC572A4D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51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FEC5E-78A7-4313-9DFE-F01CD85D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6A98EC-F1BD-4E5F-850B-5DA1E3CD6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F12103-1456-470D-8555-211177D08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28B864-0BB1-4C4F-BE52-8ED88E17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02DA95-2F03-478A-8BBF-F2183BA8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9F24FE-EAF1-4943-AFD9-3CA84D10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0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08D1BA-1146-4B28-8682-5A0F4A5B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D7A44F-BDD3-4211-A79E-35864B48E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552981-1AA4-4568-B84A-8E19EA0C4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9B1B16-AD90-4975-9530-11A83E270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ACFB9C-6B72-487D-8412-1E4B87E5F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A70921-D47A-4B97-B649-0F5425CA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131654-9513-4D40-9352-18A8E171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7332B0-6D76-4EC3-B315-D6AC5DFF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95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13350C-F541-414E-8434-CBEDEFAC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04BB0F7-1D85-4D60-A699-2B98534D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E0340E-0449-4612-89B7-1786B783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158071-BBE4-4BC3-A5E7-D8DBD56F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55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6645D8-F6D9-48C5-B015-578974B1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DC060F-FF16-45F9-B504-431F558E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A3EC5B-D2D1-4DAD-B800-CC1EC25E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46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2637D-5376-4D90-B6EC-3A5C8ED9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43154A-B9AD-41F8-B197-D9832201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707B93-B831-4323-A070-6CB5C2356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61DF76-CE2F-4D75-8A7A-B7D7DE28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F9C623-9100-4C50-A963-0C6A0F8C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13F332-B805-4304-8E48-BB2455D3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6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7862F-FF76-4669-B35F-E6B52E14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48BA49-A4D5-4D72-B997-075D95D46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33B2AC-7FE2-40E6-BB82-E5279AD91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CBCD87-EEB6-451B-9F6D-369B2158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ACB5C3-2D5A-476D-974F-C167E167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6C1A1E-6305-475A-8F8A-6A2B1715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56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389FA-9416-484F-913C-40B05B8D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C0568F-20DF-42BB-9C50-3E8CB554C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9FF3F-2EFD-4C5C-A5F3-FBE19958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9C3FC6-03C9-45CB-8217-5F4638C0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A5AAED-B373-4E43-A1ED-B52C840A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08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5158A2-943B-4507-A5F8-430640007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7BAEDF-4FFD-4DB5-B12E-3378E9E0A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B83E31-05F4-4CAA-8D2A-F1095EC4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B86477-D6F8-4C23-9EFC-23C42082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22505A-C336-43C1-89B1-7896B651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5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9C70E0-6FD1-4D21-9DDD-6C5DDE87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37AC55-F1AB-427B-AC55-63474FCE8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171E13-2391-49D6-B068-3F0ACA7A7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6F368-A362-4237-BB15-1A78A93BACDD}" type="datetimeFigureOut">
              <a:rPr kumimoji="1" lang="ja-JP" altLang="en-US" smtClean="0"/>
              <a:t>2022/5/23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018CA-5EF1-4DC5-9D45-FF8A29586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F4C3CE-2830-48F3-B17B-238F09852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C0C6F-6B1F-4E91-818E-3FA35F20F9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93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B4822BA-4158-4577-BFE9-677729612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5" y="367937"/>
            <a:ext cx="4141624" cy="1843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B0C2D75-81BC-443D-9550-71B8C09B0A95}"/>
              </a:ext>
            </a:extLst>
          </p:cNvPr>
          <p:cNvSpPr/>
          <p:nvPr/>
        </p:nvSpPr>
        <p:spPr>
          <a:xfrm>
            <a:off x="2261062" y="1853740"/>
            <a:ext cx="399011" cy="3574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800385E0-1D44-49BE-AB41-CEA79719B20B}"/>
              </a:ext>
            </a:extLst>
          </p:cNvPr>
          <p:cNvSpPr/>
          <p:nvPr/>
        </p:nvSpPr>
        <p:spPr>
          <a:xfrm>
            <a:off x="2044931" y="2385754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①選択</a:t>
            </a:r>
          </a:p>
        </p:txBody>
      </p:sp>
      <p:pic>
        <p:nvPicPr>
          <p:cNvPr id="9" name="図 8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7B39B89A-B7FC-4A79-BCAB-6F427D45BF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25" r="16158"/>
          <a:stretch/>
        </p:blipFill>
        <p:spPr>
          <a:xfrm>
            <a:off x="5554788" y="367937"/>
            <a:ext cx="3572586" cy="2306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F925BF4-1C58-4B0D-AE58-963A88A5FAD4}"/>
              </a:ext>
            </a:extLst>
          </p:cNvPr>
          <p:cNvSpPr/>
          <p:nvPr/>
        </p:nvSpPr>
        <p:spPr>
          <a:xfrm>
            <a:off x="7597833" y="1533698"/>
            <a:ext cx="548640" cy="642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ADC1E836-630E-48EC-9F12-FCFA835F024D}"/>
              </a:ext>
            </a:extLst>
          </p:cNvPr>
          <p:cNvSpPr/>
          <p:nvPr/>
        </p:nvSpPr>
        <p:spPr>
          <a:xfrm>
            <a:off x="7459288" y="2351118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②選択</a:t>
            </a:r>
          </a:p>
        </p:txBody>
      </p:sp>
      <p:pic>
        <p:nvPicPr>
          <p:cNvPr id="13" name="図 12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3C3C686B-872B-4713-928B-19AED6D1D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350" y="3049683"/>
            <a:ext cx="4705949" cy="34403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7AE5024-00A7-4934-873F-003ACCAD7E75}"/>
              </a:ext>
            </a:extLst>
          </p:cNvPr>
          <p:cNvSpPr/>
          <p:nvPr/>
        </p:nvSpPr>
        <p:spPr>
          <a:xfrm>
            <a:off x="7904635" y="5503020"/>
            <a:ext cx="811876" cy="344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87586FD0-1597-4279-9F6C-9D689916FCF0}"/>
              </a:ext>
            </a:extLst>
          </p:cNvPr>
          <p:cNvSpPr/>
          <p:nvPr/>
        </p:nvSpPr>
        <p:spPr>
          <a:xfrm>
            <a:off x="7835361" y="5977441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③選択</a:t>
            </a:r>
          </a:p>
        </p:txBody>
      </p:sp>
      <p:pic>
        <p:nvPicPr>
          <p:cNvPr id="17" name="図 1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BF260C1C-77A6-47D2-9BCE-E645DBF60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17" y="3005374"/>
            <a:ext cx="4618159" cy="37759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2963E15-FDC0-40B5-9A50-9B94AF49E31B}"/>
              </a:ext>
            </a:extLst>
          </p:cNvPr>
          <p:cNvSpPr/>
          <p:nvPr/>
        </p:nvSpPr>
        <p:spPr>
          <a:xfrm>
            <a:off x="431868" y="3803381"/>
            <a:ext cx="454362" cy="1330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F989EED4-D744-4D5D-8445-B964C0961EFA}"/>
              </a:ext>
            </a:extLst>
          </p:cNvPr>
          <p:cNvSpPr/>
          <p:nvPr/>
        </p:nvSpPr>
        <p:spPr>
          <a:xfrm>
            <a:off x="338532" y="4085021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④選択</a:t>
            </a: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3A831519-47A9-45C9-87DF-0E01F1A2229F}"/>
              </a:ext>
            </a:extLst>
          </p:cNvPr>
          <p:cNvSpPr/>
          <p:nvPr/>
        </p:nvSpPr>
        <p:spPr>
          <a:xfrm>
            <a:off x="3030181" y="2386821"/>
            <a:ext cx="3786256" cy="221993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22F10129-9636-446D-814A-9DEA11AF8531}"/>
              </a:ext>
            </a:extLst>
          </p:cNvPr>
          <p:cNvSpPr/>
          <p:nvPr/>
        </p:nvSpPr>
        <p:spPr>
          <a:xfrm rot="5027599">
            <a:off x="6718970" y="3923306"/>
            <a:ext cx="2667362" cy="2219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A43DC105-0679-4A0C-984B-FB528499AF7E}"/>
              </a:ext>
            </a:extLst>
          </p:cNvPr>
          <p:cNvSpPr/>
          <p:nvPr/>
        </p:nvSpPr>
        <p:spPr>
          <a:xfrm rot="11601150">
            <a:off x="1369674" y="4821002"/>
            <a:ext cx="6399727" cy="2219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1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5EBEC4C-0CF4-4F71-9C18-4270D43A1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167" y="2916323"/>
            <a:ext cx="8021782" cy="3843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DE05BF19-AA12-4F14-855C-82951168D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11" y="36880"/>
            <a:ext cx="5207091" cy="3392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202241-9D20-4A54-A02C-2B34D324605C}"/>
              </a:ext>
            </a:extLst>
          </p:cNvPr>
          <p:cNvSpPr/>
          <p:nvPr/>
        </p:nvSpPr>
        <p:spPr>
          <a:xfrm>
            <a:off x="2402379" y="756460"/>
            <a:ext cx="2003366" cy="1022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E2B39BCB-2410-426C-A002-050D28EA0BDF}"/>
              </a:ext>
            </a:extLst>
          </p:cNvPr>
          <p:cNvSpPr/>
          <p:nvPr/>
        </p:nvSpPr>
        <p:spPr>
          <a:xfrm>
            <a:off x="2576946" y="1986743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⑤選択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712B0D-001A-413C-B43A-E9B225DEA17E}"/>
              </a:ext>
            </a:extLst>
          </p:cNvPr>
          <p:cNvSpPr/>
          <p:nvPr/>
        </p:nvSpPr>
        <p:spPr>
          <a:xfrm>
            <a:off x="8362604" y="4233305"/>
            <a:ext cx="448887" cy="470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8DC781F3-FD49-4053-9A51-9889355D4755}"/>
              </a:ext>
            </a:extLst>
          </p:cNvPr>
          <p:cNvSpPr/>
          <p:nvPr/>
        </p:nvSpPr>
        <p:spPr>
          <a:xfrm>
            <a:off x="8146472" y="4895230"/>
            <a:ext cx="881150" cy="257696"/>
          </a:xfrm>
          <a:prstGeom prst="wedgeRectCallout">
            <a:avLst>
              <a:gd name="adj1" fmla="val -11399"/>
              <a:gd name="adj2" fmla="val -927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⑥選択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C146E56-5976-4056-9AFE-6A0801745D08}"/>
              </a:ext>
            </a:extLst>
          </p:cNvPr>
          <p:cNvSpPr/>
          <p:nvPr/>
        </p:nvSpPr>
        <p:spPr>
          <a:xfrm rot="1246593">
            <a:off x="3448435" y="3130579"/>
            <a:ext cx="5123333" cy="2219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26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E130423C-2534-4B43-AF72-1707065B97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0" b="12435"/>
          <a:stretch/>
        </p:blipFill>
        <p:spPr>
          <a:xfrm>
            <a:off x="4375023" y="3557848"/>
            <a:ext cx="7728441" cy="3300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C7B5DFEB-813F-4337-B8DA-B3E5D59E3D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3"/>
          <a:stretch/>
        </p:blipFill>
        <p:spPr>
          <a:xfrm>
            <a:off x="213363" y="116888"/>
            <a:ext cx="7664335" cy="3351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CD6F81A3-30D7-44A5-925D-773DB8A2FD00}"/>
              </a:ext>
            </a:extLst>
          </p:cNvPr>
          <p:cNvSpPr/>
          <p:nvPr/>
        </p:nvSpPr>
        <p:spPr>
          <a:xfrm>
            <a:off x="8030095" y="936643"/>
            <a:ext cx="1557251" cy="257696"/>
          </a:xfrm>
          <a:prstGeom prst="wedgeRectCallout">
            <a:avLst>
              <a:gd name="adj1" fmla="val -58643"/>
              <a:gd name="adj2" fmla="val 1137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⑧↓にスクロール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33E20EE1-3835-4D70-B881-8E5C86A95ABF}"/>
              </a:ext>
            </a:extLst>
          </p:cNvPr>
          <p:cNvSpPr/>
          <p:nvPr/>
        </p:nvSpPr>
        <p:spPr>
          <a:xfrm rot="5400000">
            <a:off x="6630610" y="2065591"/>
            <a:ext cx="1964497" cy="2219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C1B851A-4FC0-4288-94C2-F4D7712D1600}"/>
              </a:ext>
            </a:extLst>
          </p:cNvPr>
          <p:cNvSpPr/>
          <p:nvPr/>
        </p:nvSpPr>
        <p:spPr>
          <a:xfrm>
            <a:off x="6833062" y="4651925"/>
            <a:ext cx="3067395" cy="1022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9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AC27D7DE-55E2-4C68-B335-6DBEF3A62955}"/>
</file>

<file path=customXml/itemProps2.xml><?xml version="1.0" encoding="utf-8"?>
<ds:datastoreItem xmlns:ds="http://schemas.openxmlformats.org/officeDocument/2006/customXml" ds:itemID="{37F54142-DF46-4B8C-AD53-A7BFC221B40C}"/>
</file>

<file path=customXml/itemProps3.xml><?xml version="1.0" encoding="utf-8"?>
<ds:datastoreItem xmlns:ds="http://schemas.openxmlformats.org/officeDocument/2006/customXml" ds:itemID="{0335B5D8-CEFF-46EB-AFA0-E07F40F5F443}"/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</cp:revision>
  <cp:lastPrinted>2022-05-23T06:58:34Z</cp:lastPrinted>
  <dcterms:created xsi:type="dcterms:W3CDTF">2022-05-23T06:40:56Z</dcterms:created>
  <dcterms:modified xsi:type="dcterms:W3CDTF">2022-05-23T07:06:01Z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