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182" autoAdjust="0"/>
  </p:normalViewPr>
  <p:slideViewPr>
    <p:cSldViewPr snapToGrid="0">
      <p:cViewPr varScale="1">
        <p:scale>
          <a:sx n="104" d="100"/>
          <a:sy n="104" d="100"/>
        </p:scale>
        <p:origin x="6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BB85DA-09D5-DBCD-C8F7-3B58E864B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BB9A446-EE04-98B3-BEBD-82BB0A8D0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4F71F9-3355-8169-E449-375C6C85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9BD646-8631-4BB4-F921-457F6E76C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FFCD0E-B432-3D3E-3D89-1B871A81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929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E4D0AA-0CBF-A9A7-55A4-913B51F9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395F42-B7E0-F63A-783A-8A0F81153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2DD93E-B7BE-653E-F398-F69C909C7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F71DE0-4880-EB0A-1A24-C1ED3F524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1E4353-CFF0-BCD3-56BB-88086293E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77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E22346-CA2C-2EF6-8BFF-FEBE4CFCB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E530C5-1F49-9748-63DC-7E9409D72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EC0495-8AD1-F8B7-8216-6690A0ADF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633458-532F-4182-C01D-E8AE3E0C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0B5E59-2716-2DDB-8518-93DB07C0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5741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64086E-4DCA-56EA-EE37-43A550E1C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A4C48C-6660-9136-B181-986D34C38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F7C046D-B2BC-0440-89F4-8B41E04CA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DBBAED-75D8-EEFD-80A1-5BD515DF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FB2AC0-F025-573F-5C94-8F0B6E84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73F47C-15FF-AF21-8221-B5762399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8753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D33EF-EF3D-0CCC-FFCB-FC36F319F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0FF900-B416-5770-5DB0-28EBFC14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9E5BF6-5BB7-7C2C-48A0-87E7D226B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DECDA9A-5287-7245-4E5A-2B17FE0D78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5E796C-D9F1-2071-EBB6-7F5F252E8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3D51F3B-B67D-C834-681D-79004624B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A905861-62DC-25C3-C448-CAD49F599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6D62B15-AFF0-9DFE-7875-74E3CB85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042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846478-D3E8-10C9-0FEE-C5039925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45DF805-2674-0D6C-7E1C-4A556CA6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AE81E3-2BF6-2704-D77B-AC785294E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0AB073-CAA2-D476-4684-664E0340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01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40526F-8EC6-4DBE-E2B4-AE4278D1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A190FC-F005-1B9D-B8A6-D8E78B5E1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3CF9D3-510B-D5EB-BC80-8BBE8E4D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9902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5677B8-E651-B843-16DF-F442E418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2E80D4-1481-D50F-BED7-4E9485810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37A1EB-7B64-1202-C249-2FCF81342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D153D7-8926-8182-7237-113C9DFD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50AD02-DE16-087E-91DE-10CEF46C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74DEED-518E-4A86-E912-A0C8219EE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95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86B85F-FEFE-2FBA-11D2-ACB7111C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9D9B5FD-56DF-C2D5-DEC8-E1C50BECE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3B9EAE-CC7E-4658-9956-52FE87D2E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F3E4F7-D933-0117-ABC9-288DF88D0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C538F9-4E8E-1E5F-6BCD-770A1C72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427D1C-8897-A921-D21B-A7A773D0A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339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D1DBB6-4086-36DE-39B8-7D3AAADA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90C4BE-41BD-8C4B-2C67-6BED39313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06E8F2-9BFF-84C6-6519-20137C86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93B32F-E37C-C5ED-23D1-D17CFA86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D38E90-93D6-9CE0-7153-01D32DFA6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8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F293C58-5DCB-21DF-76A9-C81523836E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14E19A-9675-3E53-25CF-1543D536C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B9B1DC-E4B0-D6AE-1FE6-81242C51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5FAF5E-05EE-B2C3-C7CD-9455532A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8622B4-5E14-E275-8117-18CA7A73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3874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C96ED7D-5764-1D2F-2C07-E03344E9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FDBAA3-63D4-4D78-1A1B-F680488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58DE27-E851-31A4-8CCB-7E515934A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D5784-E35B-4F14-A4E2-791967D35215}" type="datetimeFigureOut">
              <a:rPr kumimoji="1" lang="ja-JP" altLang="en-US" smtClean="0"/>
              <a:t>2025/9/18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948F63-2131-0E9A-159C-F98BE4107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B646B6-D91A-92C3-CA52-1A355518E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6EB19-5507-4EF1-AF3B-78A881A32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1739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2F2D35-2378-E2FB-3121-8AE4DC60633A}"/>
              </a:ext>
            </a:extLst>
          </p:cNvPr>
          <p:cNvSpPr txBox="1"/>
          <p:nvPr/>
        </p:nvSpPr>
        <p:spPr>
          <a:xfrm>
            <a:off x="0" y="125008"/>
            <a:ext cx="2041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ZPP1031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8ED992-74BD-A81A-6CFC-9B04FE318167}"/>
              </a:ext>
            </a:extLst>
          </p:cNvPr>
          <p:cNvSpPr txBox="1"/>
          <p:nvPr/>
        </p:nvSpPr>
        <p:spPr>
          <a:xfrm>
            <a:off x="31314" y="575586"/>
            <a:ext cx="4020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全選択→基板図番</a:t>
            </a:r>
            <a:r>
              <a:rPr lang="ja-JP" altLang="en-US" dirty="0"/>
              <a:t>を選択外し→削除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59D47DA-5EA2-54CF-0EBD-924E5EB8F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001" y="1283078"/>
            <a:ext cx="9270272" cy="5248556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F6D3C8E-9F18-C485-4806-686884FE94E0}"/>
              </a:ext>
            </a:extLst>
          </p:cNvPr>
          <p:cNvSpPr/>
          <p:nvPr/>
        </p:nvSpPr>
        <p:spPr>
          <a:xfrm>
            <a:off x="1311564" y="5643419"/>
            <a:ext cx="295563" cy="2401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29CC698-3BAA-412F-B913-96C342530EE5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459346" y="3463249"/>
            <a:ext cx="0" cy="21801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B38E6C7-8706-8129-6AE4-F0B25DC3E0FF}"/>
              </a:ext>
            </a:extLst>
          </p:cNvPr>
          <p:cNvSpPr/>
          <p:nvPr/>
        </p:nvSpPr>
        <p:spPr>
          <a:xfrm>
            <a:off x="1311563" y="3223103"/>
            <a:ext cx="295563" cy="2401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21ED8C8-7717-A814-625F-F4A8B4E45EBA}"/>
              </a:ext>
            </a:extLst>
          </p:cNvPr>
          <p:cNvSpPr/>
          <p:nvPr/>
        </p:nvSpPr>
        <p:spPr>
          <a:xfrm>
            <a:off x="2041741" y="5643419"/>
            <a:ext cx="295563" cy="2401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3FFF5B2-5FAF-174C-9625-E58223FFE5D9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607126" y="3463249"/>
            <a:ext cx="582397" cy="21801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2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B105F-9A94-E01D-84C1-D194E904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8B88375-AFEE-17BE-2474-D66C18959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" y="944918"/>
            <a:ext cx="8609987" cy="584165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F083B5-6E22-5D09-1DB4-693D31C82B22}"/>
              </a:ext>
            </a:extLst>
          </p:cNvPr>
          <p:cNvSpPr txBox="1"/>
          <p:nvPr/>
        </p:nvSpPr>
        <p:spPr>
          <a:xfrm>
            <a:off x="0" y="125008"/>
            <a:ext cx="2041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ZPP1031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2D258F-1D89-C441-3CBE-397473A06A9F}"/>
              </a:ext>
            </a:extLst>
          </p:cNvPr>
          <p:cNvSpPr txBox="1"/>
          <p:nvPr/>
        </p:nvSpPr>
        <p:spPr>
          <a:xfrm>
            <a:off x="31314" y="575586"/>
            <a:ext cx="4020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全選択→ロット決定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913AC52-5FD0-CD73-EC6B-C332F7BEA705}"/>
              </a:ext>
            </a:extLst>
          </p:cNvPr>
          <p:cNvSpPr/>
          <p:nvPr/>
        </p:nvSpPr>
        <p:spPr>
          <a:xfrm>
            <a:off x="443346" y="6201168"/>
            <a:ext cx="295563" cy="2401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CB899E6-DDE0-4F0B-20F3-324A6FFDC794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738909" y="6321241"/>
            <a:ext cx="75738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A14AB9C-1543-5C8F-5953-9C9A15D732DD}"/>
              </a:ext>
            </a:extLst>
          </p:cNvPr>
          <p:cNvSpPr/>
          <p:nvPr/>
        </p:nvSpPr>
        <p:spPr>
          <a:xfrm>
            <a:off x="1496291" y="6201168"/>
            <a:ext cx="942110" cy="2401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D725A15-7709-F8E1-10A3-2F2770D4C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39" y="3004812"/>
            <a:ext cx="3598803" cy="2278959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76DDE01-8B63-CFE2-C2EA-60AA2F3095D9}"/>
              </a:ext>
            </a:extLst>
          </p:cNvPr>
          <p:cNvSpPr txBox="1"/>
          <p:nvPr/>
        </p:nvSpPr>
        <p:spPr>
          <a:xfrm>
            <a:off x="8988675" y="2122677"/>
            <a:ext cx="2926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ロット決定画面が出たら</a:t>
            </a:r>
            <a:endParaRPr kumimoji="1" lang="en-US" altLang="ja-JP" dirty="0"/>
          </a:p>
          <a:p>
            <a:r>
              <a:rPr lang="ja-JP" altLang="en-US" dirty="0"/>
              <a:t>コピー押す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99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28E4B-CF36-A834-8AFA-4CAAD5E8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0CD730D-6870-2634-62D0-506973A8E867}"/>
              </a:ext>
            </a:extLst>
          </p:cNvPr>
          <p:cNvSpPr txBox="1"/>
          <p:nvPr/>
        </p:nvSpPr>
        <p:spPr>
          <a:xfrm>
            <a:off x="0" y="125008"/>
            <a:ext cx="2041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ZPP1031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31B16C-7264-B00C-5FE1-AB2F4AFD10B1}"/>
              </a:ext>
            </a:extLst>
          </p:cNvPr>
          <p:cNvSpPr txBox="1"/>
          <p:nvPr/>
        </p:nvSpPr>
        <p:spPr>
          <a:xfrm>
            <a:off x="31314" y="575586"/>
            <a:ext cx="4020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基板図番をメモ</a:t>
            </a:r>
            <a:r>
              <a:rPr lang="ja-JP" altLang="en-US" dirty="0"/>
              <a:t>して保存</a:t>
            </a:r>
            <a:endParaRPr kumimoji="1" lang="ja-JP" altLang="en-US" dirty="0"/>
          </a:p>
        </p:txBody>
      </p:sp>
      <p:pic>
        <p:nvPicPr>
          <p:cNvPr id="6" name="図 5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49F2565A-72F9-3188-22BC-08DC4CFD9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970" b="19326"/>
          <a:stretch>
            <a:fillRect/>
          </a:stretch>
        </p:blipFill>
        <p:spPr>
          <a:xfrm>
            <a:off x="1020870" y="1099127"/>
            <a:ext cx="8294255" cy="553258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5274318-914D-6743-EFC6-763020C153A8}"/>
              </a:ext>
            </a:extLst>
          </p:cNvPr>
          <p:cNvSpPr/>
          <p:nvPr/>
        </p:nvSpPr>
        <p:spPr>
          <a:xfrm>
            <a:off x="2373746" y="1333605"/>
            <a:ext cx="230909" cy="2088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926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7B4ADF8-EDB1-0675-6FAB-6CA8C025D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37" y="856428"/>
            <a:ext cx="4578077" cy="566235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EB9794-7970-3496-EE65-C8F4510B04AF}"/>
              </a:ext>
            </a:extLst>
          </p:cNvPr>
          <p:cNvSpPr txBox="1"/>
          <p:nvPr/>
        </p:nvSpPr>
        <p:spPr>
          <a:xfrm>
            <a:off x="129637" y="260954"/>
            <a:ext cx="11600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出庫現品票</a:t>
            </a:r>
            <a:r>
              <a:rPr lang="ja-JP" altLang="en-US" dirty="0"/>
              <a:t>→プラント</a:t>
            </a:r>
            <a:r>
              <a:rPr lang="en-US" altLang="ja-JP" dirty="0"/>
              <a:t>B020</a:t>
            </a:r>
            <a:r>
              <a:rPr lang="ja-JP" altLang="en-US" dirty="0"/>
              <a:t>→出庫指図</a:t>
            </a:r>
            <a:r>
              <a:rPr lang="en-US" altLang="ja-JP" dirty="0"/>
              <a:t>/</a:t>
            </a:r>
            <a:r>
              <a:rPr lang="ja-JP" altLang="en-US" dirty="0"/>
              <a:t>ネットワーク番号→番号範囲に指図入力→品目コードに基板図番→実行</a:t>
            </a:r>
            <a:endParaRPr lang="en-US" altLang="ja-JP" dirty="0"/>
          </a:p>
          <a:p>
            <a:r>
              <a:rPr kumimoji="1" lang="ja-JP" altLang="en-US" dirty="0"/>
              <a:t>→全選択→出庫現品票印刷→</a:t>
            </a:r>
            <a:r>
              <a:rPr kumimoji="1" lang="en-US" altLang="ja-JP" dirty="0"/>
              <a:t>CMDI</a:t>
            </a:r>
            <a:r>
              <a:rPr kumimoji="1" lang="ja-JP" altLang="en-US" dirty="0"/>
              <a:t>開いて移動表印刷→配膳へ渡す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67C5C23-2E33-F149-3003-1E9841E28BE5}"/>
              </a:ext>
            </a:extLst>
          </p:cNvPr>
          <p:cNvSpPr/>
          <p:nvPr/>
        </p:nvSpPr>
        <p:spPr>
          <a:xfrm>
            <a:off x="476120" y="4470096"/>
            <a:ext cx="556267" cy="2002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D0E4315-4A61-201A-B5F3-684B1EE37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864" y="1186567"/>
            <a:ext cx="6084388" cy="272788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8AA8E42-26C7-D60D-1F21-1151F094F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460" y="3481141"/>
            <a:ext cx="6084388" cy="3280962"/>
          </a:xfrm>
          <a:prstGeom prst="rect">
            <a:avLst/>
          </a:prstGeom>
        </p:spPr>
      </p:pic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EE46190D-01FA-3C79-F3CF-BA292D6708E8}"/>
              </a:ext>
            </a:extLst>
          </p:cNvPr>
          <p:cNvCxnSpPr/>
          <p:nvPr/>
        </p:nvCxnSpPr>
        <p:spPr>
          <a:xfrm>
            <a:off x="6600825" y="1844675"/>
            <a:ext cx="374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CE021E9-EDA1-5FDF-4663-3D3B02F51568}"/>
              </a:ext>
            </a:extLst>
          </p:cNvPr>
          <p:cNvCxnSpPr/>
          <p:nvPr/>
        </p:nvCxnSpPr>
        <p:spPr>
          <a:xfrm>
            <a:off x="6600825" y="2317750"/>
            <a:ext cx="374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D771127C-3A4E-49F5-0A16-7DF50ED728C7}"/>
              </a:ext>
            </a:extLst>
          </p:cNvPr>
          <p:cNvCxnSpPr/>
          <p:nvPr/>
        </p:nvCxnSpPr>
        <p:spPr>
          <a:xfrm>
            <a:off x="6600825" y="2578100"/>
            <a:ext cx="374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7285F1FF-F789-6FCF-48FF-D94E1FD6DBC4}"/>
              </a:ext>
            </a:extLst>
          </p:cNvPr>
          <p:cNvCxnSpPr/>
          <p:nvPr/>
        </p:nvCxnSpPr>
        <p:spPr>
          <a:xfrm>
            <a:off x="6600825" y="2955925"/>
            <a:ext cx="374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93088AE-2D05-425A-3A22-5CF3F8DC782D}"/>
              </a:ext>
            </a:extLst>
          </p:cNvPr>
          <p:cNvSpPr/>
          <p:nvPr/>
        </p:nvSpPr>
        <p:spPr>
          <a:xfrm>
            <a:off x="8277520" y="3241387"/>
            <a:ext cx="950300" cy="2002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F96DC8A-078C-BB5B-581C-42B10CEA7848}"/>
              </a:ext>
            </a:extLst>
          </p:cNvPr>
          <p:cNvSpPr/>
          <p:nvPr/>
        </p:nvSpPr>
        <p:spPr>
          <a:xfrm>
            <a:off x="7652680" y="6403687"/>
            <a:ext cx="950300" cy="2002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0B5D052-4C35-8C48-3A3B-4F7CA60A3733}"/>
              </a:ext>
            </a:extLst>
          </p:cNvPr>
          <p:cNvSpPr/>
          <p:nvPr/>
        </p:nvSpPr>
        <p:spPr>
          <a:xfrm>
            <a:off x="9435760" y="6418927"/>
            <a:ext cx="950300" cy="2002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1A56D63-E4AF-BF00-4316-1294C35E7833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8127830" y="3429000"/>
            <a:ext cx="625391" cy="29746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D78ECB79-2FE3-EB70-1433-2DD7999181E0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8555654" y="6519041"/>
            <a:ext cx="88010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E8024A92-72AB-CFBC-5C67-498767DEFC70}"/>
              </a:ext>
            </a:extLst>
          </p:cNvPr>
          <p:cNvCxnSpPr>
            <a:cxnSpLocks/>
          </p:cNvCxnSpPr>
          <p:nvPr/>
        </p:nvCxnSpPr>
        <p:spPr>
          <a:xfrm flipV="1">
            <a:off x="10386060" y="5687877"/>
            <a:ext cx="731441" cy="7310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6EF5573-E98A-7BD8-4BAF-BBC6F7181A34}"/>
              </a:ext>
            </a:extLst>
          </p:cNvPr>
          <p:cNvSpPr txBox="1"/>
          <p:nvPr/>
        </p:nvSpPr>
        <p:spPr>
          <a:xfrm>
            <a:off x="10913773" y="5318545"/>
            <a:ext cx="1368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移動表印刷</a:t>
            </a:r>
          </a:p>
        </p:txBody>
      </p:sp>
    </p:spTree>
    <p:extLst>
      <p:ext uri="{BB962C8B-B14F-4D97-AF65-F5344CB8AC3E}">
        <p14:creationId xmlns:p14="http://schemas.microsoft.com/office/powerpoint/2010/main" val="210799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55265a53317f1f332e4b398a27662989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a880ce164c962cd68fc98d016f735ba6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Props1.xml><?xml version="1.0" encoding="utf-8"?>
<ds:datastoreItem xmlns:ds="http://schemas.openxmlformats.org/officeDocument/2006/customXml" ds:itemID="{65505560-3ACE-46F2-ABB3-B926B5E1CE27}"/>
</file>

<file path=customXml/itemProps2.xml><?xml version="1.0" encoding="utf-8"?>
<ds:datastoreItem xmlns:ds="http://schemas.openxmlformats.org/officeDocument/2006/customXml" ds:itemID="{C9A83BB6-0D26-45E3-96B2-DB3F991D769E}"/>
</file>

<file path=customXml/itemProps3.xml><?xml version="1.0" encoding="utf-8"?>
<ds:datastoreItem xmlns:ds="http://schemas.openxmlformats.org/officeDocument/2006/customXml" ds:itemID="{9E841C0D-BB59-4BE3-A36F-FC3C6445838B}"/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68</Words>
  <Application>Microsoft Office PowerPoint</Application>
  <PresentationFormat>ワイド画面</PresentationFormat>
  <Paragraphs>11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TOMIOKA Robottokyuu (富岡 ロボット9)</dc:creator>
  <cp:lastModifiedBy>TOMIOKA Robottokyuu (富岡 ロボット9)</cp:lastModifiedBy>
  <cp:revision>1</cp:revision>
  <dcterms:created xsi:type="dcterms:W3CDTF">2025-09-18T01:37:50Z</dcterms:created>
  <dcterms:modified xsi:type="dcterms:W3CDTF">2025-09-18T02:04:25Z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  <property fmtid="{D5CDD505-2E9C-101B-9397-08002B2CF9AE}" pid="3" name="MediaServiceImageTags">
    <vt:lpwstr/>
  </property>
</Properties>
</file>