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88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99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73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17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569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2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00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55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18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40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819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17997-3907-44AC-AA2B-075EDB0A7DBA}" type="datetimeFigureOut">
              <a:rPr kumimoji="1" lang="ja-JP" altLang="en-US" smtClean="0"/>
              <a:t>2018/9/18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EEC7E-A1AD-4D83-99F6-C4CD4D3E66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90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1457860"/>
            <a:ext cx="12192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8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カウント不可リール置場</a:t>
            </a:r>
            <a:endParaRPr lang="en-US" altLang="ja-JP" sz="88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endParaRPr lang="en-US" altLang="ja-JP" sz="5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lang="ja-JP" altLang="en-US" sz="5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＝＝対象リール＝＝</a:t>
            </a:r>
            <a:endParaRPr lang="en-US" altLang="ja-JP" sz="5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lang="ja-JP" altLang="en-US" sz="5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lang="ja-JP" altLang="en-US" sz="5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データ無し</a:t>
            </a:r>
            <a:endParaRPr lang="en-US" altLang="ja-JP" sz="5400" dirty="0" smtClean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lang="ja-JP" altLang="en-US" sz="5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</a:t>
            </a:r>
            <a:r>
              <a:rPr lang="ja-JP" altLang="en-US" sz="5400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エンボス破損</a:t>
            </a:r>
            <a:endParaRPr kumimoji="1" lang="ja-JP" altLang="en-US" sz="5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913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上</dc:creator>
  <cp:lastModifiedBy>岡野 上</cp:lastModifiedBy>
  <cp:revision>2</cp:revision>
  <cp:lastPrinted>2018-09-18T02:40:07Z</cp:lastPrinted>
  <dcterms:created xsi:type="dcterms:W3CDTF">2018-09-18T02:37:07Z</dcterms:created>
  <dcterms:modified xsi:type="dcterms:W3CDTF">2018-09-18T02:41:29Z</dcterms:modified>
</cp:coreProperties>
</file>