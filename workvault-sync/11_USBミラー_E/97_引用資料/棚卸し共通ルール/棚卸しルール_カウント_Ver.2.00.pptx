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60" r:id="rId3"/>
    <p:sldId id="258" r:id="rId4"/>
    <p:sldId id="263" r:id="rId5"/>
    <p:sldId id="261" r:id="rId6"/>
  </p:sldIdLst>
  <p:sldSz cx="6858000" cy="9906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968" y="108"/>
      </p:cViewPr>
      <p:guideLst>
        <p:guide orient="horz" pos="312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87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4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03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43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4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83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79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30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4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0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15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C1FA-3FFA-447A-A676-1CF95E4C9F3F}" type="datetimeFigureOut">
              <a:rPr kumimoji="1" lang="ja-JP" altLang="en-US" smtClean="0"/>
              <a:t>2019/3/25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31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647974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■棚卸しルール■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●新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旧リールカウンタ優先カウント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・新リールカウンタは、袋入り（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102/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・旧リールカウンタは、袋無し（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101/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理由：新リールカウンタは、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度目のバーコード読みが無いので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袋から出す手間を省く為に袋入りを優先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・その他のリールに関しては、空いていれば新リールカウンタを優先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●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棚戻し位置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・棚位置は、倉庫内の床に棚（**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-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**）を記入してあるので、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罫書き線に合わせて並べる事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●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102/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カウント方法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を一旦倉庫外に出す（ハズシエリア）新リールカウンタでカウントが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終わったものから、倉庫へ戻していく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●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101/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とその他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・棚を一旦倉庫内か倉庫外へ退避してから部品をカウントして、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カウントが終わったものから、倉庫の所定の位置に戻していく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旧リールカウンタで進めていくが、新リールカウンタが空いてきたら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新リールカウンタで優先的に進める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20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288901" cy="8463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■棚卸しルール■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●倉庫マップの更新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棚単位でカウントが終了した部分から下記手順でマップの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更新をして下さい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・新リールカウンタの場合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新リールカウンタで棚のカウントが完了したら倉庫マップの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カウントが完了した棚の棚アドレスとロケーション部分を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 smtClean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ブルーマーキング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で塗りつぶす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・旧リールカウンタ又は手カウントの場合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旧リールカウンタ又は手カウントで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棚のカウントが完了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したら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倉庫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マップ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のカウント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が完了した棚の棚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アドレス部分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</a:t>
            </a:r>
            <a:r>
              <a:rPr lang="ja-JP" altLang="en-US" sz="1400" dirty="0" smtClean="0">
                <a:solidFill>
                  <a:schemeClr val="accent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グリーンマーキング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塗りつぶす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カウント後に、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棚卸ハンディで登録が終わったら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倉庫マップの登録が完了した棚のロケーション部分を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 smtClean="0">
                <a:solidFill>
                  <a:srgbClr val="FF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ピンクマーキング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で塗りつぶす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・倉庫マップ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406" y="3491865"/>
            <a:ext cx="2643188" cy="47625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5402605"/>
            <a:ext cx="2628900" cy="47625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0" y="6931937"/>
            <a:ext cx="2643188" cy="48101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7966088"/>
            <a:ext cx="3038475" cy="17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1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647974" cy="7602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■棚卸しルール■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棚卸しカウント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新リールカウンタ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・新リールカウンタで数量カウント後に発行されたバーコードを、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カウントしたリールに貼り付ける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注意点：リールのバーコードにテープが掛からないように貼り付ける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・棚全てのカウントが終わったら、棚に貼られている用紙のチェック欄へ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サインを行って下さい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使ったカウンタで無い方には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を記入して下さい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511380" y="5091982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67292"/>
            <a:ext cx="1671429" cy="154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2231167" y="2801937"/>
            <a:ext cx="838913" cy="368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>
                <a:latin typeface="CODE39" panose="020B0600000000000000" pitchFamily="34" charset="0"/>
              </a:rPr>
              <a:t>12367</a:t>
            </a:r>
          </a:p>
          <a:p>
            <a:pPr algn="ctr"/>
            <a:r>
              <a:rPr kumimoji="1" lang="en-US" altLang="ja-JP" sz="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9000035645</a:t>
            </a:r>
            <a:endParaRPr kumimoji="1" lang="ja-JP" altLang="en-US" sz="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537067" y="2658012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295389" y="461985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棚列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1310828" y="4636427"/>
            <a:ext cx="2984562" cy="1651647"/>
            <a:chOff x="1394313" y="6185813"/>
            <a:chExt cx="4088155" cy="2262372"/>
          </a:xfrm>
        </p:grpSpPr>
        <p:grpSp>
          <p:nvGrpSpPr>
            <p:cNvPr id="17" name="グループ化 16"/>
            <p:cNvGrpSpPr/>
            <p:nvPr/>
          </p:nvGrpSpPr>
          <p:grpSpPr>
            <a:xfrm>
              <a:off x="1394313" y="6185813"/>
              <a:ext cx="3025298" cy="2262372"/>
              <a:chOff x="1353943" y="5599663"/>
              <a:chExt cx="1859748" cy="1390755"/>
            </a:xfrm>
          </p:grpSpPr>
          <p:sp>
            <p:nvSpPr>
              <p:cNvPr id="2" name="正方形/長方形 1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15" name="正方形/長方形 14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0" name="直線矢印コネクタ 19"/>
            <p:cNvCxnSpPr>
              <a:stCxn id="18" idx="1"/>
              <a:endCxn id="61" idx="3"/>
            </p:cNvCxnSpPr>
            <p:nvPr/>
          </p:nvCxnSpPr>
          <p:spPr>
            <a:xfrm flipH="1">
              <a:off x="4075253" y="6341791"/>
              <a:ext cx="1407214" cy="363217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正方形/長方形 20"/>
            <p:cNvSpPr/>
            <p:nvPr/>
          </p:nvSpPr>
          <p:spPr>
            <a:xfrm>
              <a:off x="191176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208574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225973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243372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60771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78170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5568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12967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30366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347765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365164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3825634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88969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06368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23767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241166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258565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75963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93362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10761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28160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345559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362957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3803572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8" name="直線矢印コネクタ 57"/>
            <p:cNvCxnSpPr/>
            <p:nvPr/>
          </p:nvCxnSpPr>
          <p:spPr>
            <a:xfrm>
              <a:off x="1979987" y="6899018"/>
              <a:ext cx="3502481" cy="4570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正方形/長方形 60"/>
            <p:cNvSpPr/>
            <p:nvPr/>
          </p:nvSpPr>
          <p:spPr>
            <a:xfrm>
              <a:off x="1806992" y="651000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2" name="テキスト ボックス 51"/>
          <p:cNvSpPr txBox="1"/>
          <p:nvPr/>
        </p:nvSpPr>
        <p:spPr>
          <a:xfrm>
            <a:off x="4359682" y="720157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53" name="グループ化 52"/>
          <p:cNvGrpSpPr/>
          <p:nvPr/>
        </p:nvGrpSpPr>
        <p:grpSpPr>
          <a:xfrm>
            <a:off x="1310829" y="7355460"/>
            <a:ext cx="3048853" cy="1687534"/>
            <a:chOff x="1394313" y="6136656"/>
            <a:chExt cx="4176217" cy="2311529"/>
          </a:xfrm>
        </p:grpSpPr>
        <p:grpSp>
          <p:nvGrpSpPr>
            <p:cNvPr id="54" name="グループ化 53"/>
            <p:cNvGrpSpPr/>
            <p:nvPr/>
          </p:nvGrpSpPr>
          <p:grpSpPr>
            <a:xfrm>
              <a:off x="1394313" y="6185813"/>
              <a:ext cx="3025298" cy="2262372"/>
              <a:chOff x="1353943" y="5599663"/>
              <a:chExt cx="1859748" cy="1390755"/>
            </a:xfrm>
          </p:grpSpPr>
          <p:sp>
            <p:nvSpPr>
              <p:cNvPr id="85" name="正方形/長方形 84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正方形/長方形 85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91" name="正方形/長方形 90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5" name="直線矢印コネクタ 54"/>
            <p:cNvCxnSpPr>
              <a:stCxn id="52" idx="1"/>
            </p:cNvCxnSpPr>
            <p:nvPr/>
          </p:nvCxnSpPr>
          <p:spPr>
            <a:xfrm flipH="1">
              <a:off x="4490183" y="6136656"/>
              <a:ext cx="1080347" cy="484767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正方形/長方形 55"/>
            <p:cNvSpPr/>
            <p:nvPr/>
          </p:nvSpPr>
          <p:spPr>
            <a:xfrm>
              <a:off x="191176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208574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225973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/>
            <p:cNvSpPr/>
            <p:nvPr/>
          </p:nvSpPr>
          <p:spPr>
            <a:xfrm>
              <a:off x="243372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260771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278170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295568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12967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330366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347765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/>
            <p:cNvSpPr/>
            <p:nvPr/>
          </p:nvSpPr>
          <p:spPr>
            <a:xfrm>
              <a:off x="365164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3825634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188969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206368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223767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241166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258565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/>
            <p:cNvSpPr/>
            <p:nvPr/>
          </p:nvSpPr>
          <p:spPr>
            <a:xfrm>
              <a:off x="275963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293362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310761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328160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345559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362957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3803572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3" name="直線矢印コネクタ 82"/>
            <p:cNvCxnSpPr>
              <a:stCxn id="67" idx="3"/>
              <a:endCxn id="95" idx="1"/>
            </p:cNvCxnSpPr>
            <p:nvPr/>
          </p:nvCxnSpPr>
          <p:spPr>
            <a:xfrm>
              <a:off x="3440119" y="6724735"/>
              <a:ext cx="1574384" cy="11131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正方形/長方形 83"/>
            <p:cNvSpPr/>
            <p:nvPr/>
          </p:nvSpPr>
          <p:spPr>
            <a:xfrm>
              <a:off x="1433451" y="6150068"/>
              <a:ext cx="3025295" cy="228507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2" name="正方形/長方形 91"/>
          <p:cNvSpPr/>
          <p:nvPr/>
        </p:nvSpPr>
        <p:spPr>
          <a:xfrm>
            <a:off x="1310827" y="8302860"/>
            <a:ext cx="377764" cy="28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5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sz="5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sz="5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1446003" y="8190920"/>
            <a:ext cx="105531" cy="15971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3953753" y="7617208"/>
            <a:ext cx="2656240" cy="19604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01-01</a:t>
            </a:r>
          </a:p>
          <a:p>
            <a:pPr algn="ctr"/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101</a:t>
            </a:r>
          </a:p>
          <a:p>
            <a:pPr algn="ctr"/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新リールカウンタ　　作業者　　岡野</a:t>
            </a:r>
            <a:endParaRPr lang="en-US" altLang="ja-JP" sz="11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11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　　作業者</a:t>
            </a:r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5461131" y="8632620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正方形/長方形 96"/>
          <p:cNvSpPr/>
          <p:nvPr/>
        </p:nvSpPr>
        <p:spPr>
          <a:xfrm>
            <a:off x="5461132" y="9007757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8" name="図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73" y="7457616"/>
            <a:ext cx="714540" cy="53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2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647974" cy="7602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■棚卸しルール■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棚卸しカウント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リールカウンタ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・旧リールカウンタ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で数量カウント後にカウントした数字を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白紙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に名前と数量を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書いて貼り付ける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注意点：リールのバーコードにテープが掛からないように貼り付ける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・棚全てのカウントが終わったら、棚に貼られている用紙のチェック欄へ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サインを行って下さい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使ったカウンタで無い方には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を記入して下さい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511380" y="5091982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67292"/>
            <a:ext cx="1671429" cy="154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4295389" y="461985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棚列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1310828" y="4636427"/>
            <a:ext cx="2984562" cy="1651647"/>
            <a:chOff x="1394313" y="6185813"/>
            <a:chExt cx="4088155" cy="2262372"/>
          </a:xfrm>
        </p:grpSpPr>
        <p:grpSp>
          <p:nvGrpSpPr>
            <p:cNvPr id="17" name="グループ化 16"/>
            <p:cNvGrpSpPr/>
            <p:nvPr/>
          </p:nvGrpSpPr>
          <p:grpSpPr>
            <a:xfrm>
              <a:off x="1394313" y="6185813"/>
              <a:ext cx="3025298" cy="2262372"/>
              <a:chOff x="1353943" y="5599663"/>
              <a:chExt cx="1859748" cy="1390755"/>
            </a:xfrm>
          </p:grpSpPr>
          <p:sp>
            <p:nvSpPr>
              <p:cNvPr id="2" name="正方形/長方形 1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15" name="正方形/長方形 14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0" name="直線矢印コネクタ 19"/>
            <p:cNvCxnSpPr>
              <a:stCxn id="18" idx="1"/>
              <a:endCxn id="61" idx="3"/>
            </p:cNvCxnSpPr>
            <p:nvPr/>
          </p:nvCxnSpPr>
          <p:spPr>
            <a:xfrm flipH="1">
              <a:off x="4075253" y="6341791"/>
              <a:ext cx="1407214" cy="363217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正方形/長方形 20"/>
            <p:cNvSpPr/>
            <p:nvPr/>
          </p:nvSpPr>
          <p:spPr>
            <a:xfrm>
              <a:off x="191176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208574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225973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243372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60771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78170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5568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12967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30366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347765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365164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3825634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88969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06368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23767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241166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258565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75963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93362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10761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28160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345559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362957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3803572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8" name="直線矢印コネクタ 57"/>
            <p:cNvCxnSpPr/>
            <p:nvPr/>
          </p:nvCxnSpPr>
          <p:spPr>
            <a:xfrm>
              <a:off x="1979987" y="6899018"/>
              <a:ext cx="3502481" cy="4570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正方形/長方形 60"/>
            <p:cNvSpPr/>
            <p:nvPr/>
          </p:nvSpPr>
          <p:spPr>
            <a:xfrm>
              <a:off x="1806992" y="651000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2" name="テキスト ボックス 51"/>
          <p:cNvSpPr txBox="1"/>
          <p:nvPr/>
        </p:nvSpPr>
        <p:spPr>
          <a:xfrm>
            <a:off x="4359682" y="720157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53" name="グループ化 52"/>
          <p:cNvGrpSpPr/>
          <p:nvPr/>
        </p:nvGrpSpPr>
        <p:grpSpPr>
          <a:xfrm>
            <a:off x="1310829" y="7355460"/>
            <a:ext cx="3048853" cy="1687534"/>
            <a:chOff x="1394313" y="6136656"/>
            <a:chExt cx="4176217" cy="2311529"/>
          </a:xfrm>
        </p:grpSpPr>
        <p:grpSp>
          <p:nvGrpSpPr>
            <p:cNvPr id="54" name="グループ化 53"/>
            <p:cNvGrpSpPr/>
            <p:nvPr/>
          </p:nvGrpSpPr>
          <p:grpSpPr>
            <a:xfrm>
              <a:off x="1394313" y="6185813"/>
              <a:ext cx="3025298" cy="2262372"/>
              <a:chOff x="1353943" y="5599663"/>
              <a:chExt cx="1859748" cy="1390755"/>
            </a:xfrm>
          </p:grpSpPr>
          <p:sp>
            <p:nvSpPr>
              <p:cNvPr id="85" name="正方形/長方形 84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正方形/長方形 85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91" name="正方形/長方形 90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5" name="直線矢印コネクタ 54"/>
            <p:cNvCxnSpPr>
              <a:stCxn id="52" idx="1"/>
            </p:cNvCxnSpPr>
            <p:nvPr/>
          </p:nvCxnSpPr>
          <p:spPr>
            <a:xfrm flipH="1">
              <a:off x="4490183" y="6136656"/>
              <a:ext cx="1080347" cy="484767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正方形/長方形 55"/>
            <p:cNvSpPr/>
            <p:nvPr/>
          </p:nvSpPr>
          <p:spPr>
            <a:xfrm>
              <a:off x="191176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208574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225973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/>
            <p:cNvSpPr/>
            <p:nvPr/>
          </p:nvSpPr>
          <p:spPr>
            <a:xfrm>
              <a:off x="243372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260771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278170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2955689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3129677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3303665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3477653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/>
            <p:cNvSpPr/>
            <p:nvPr/>
          </p:nvSpPr>
          <p:spPr>
            <a:xfrm>
              <a:off x="3651641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3825634" y="654894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188969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206368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223767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241166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258565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/>
            <p:cNvSpPr/>
            <p:nvPr/>
          </p:nvSpPr>
          <p:spPr>
            <a:xfrm>
              <a:off x="275963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2933627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3107615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3281603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3455591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3629579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3803572" y="726214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3" name="直線矢印コネクタ 82"/>
            <p:cNvCxnSpPr>
              <a:stCxn id="67" idx="3"/>
              <a:endCxn id="95" idx="1"/>
            </p:cNvCxnSpPr>
            <p:nvPr/>
          </p:nvCxnSpPr>
          <p:spPr>
            <a:xfrm>
              <a:off x="3440119" y="6724735"/>
              <a:ext cx="1574384" cy="11131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正方形/長方形 83"/>
            <p:cNvSpPr/>
            <p:nvPr/>
          </p:nvSpPr>
          <p:spPr>
            <a:xfrm>
              <a:off x="1433451" y="6150068"/>
              <a:ext cx="3025295" cy="228507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2" name="正方形/長方形 91"/>
          <p:cNvSpPr/>
          <p:nvPr/>
        </p:nvSpPr>
        <p:spPr>
          <a:xfrm>
            <a:off x="1310827" y="8302860"/>
            <a:ext cx="377764" cy="28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5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sz="5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sz="5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1446003" y="8190920"/>
            <a:ext cx="105531" cy="15971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3953753" y="7617208"/>
            <a:ext cx="2656240" cy="19604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01-01</a:t>
            </a:r>
          </a:p>
          <a:p>
            <a:pPr algn="ctr"/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101</a:t>
            </a:r>
          </a:p>
          <a:p>
            <a:pPr algn="ctr"/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新リールカウンタ　　作業者　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</a:t>
            </a:r>
          </a:p>
          <a:p>
            <a:pPr algn="ctr"/>
            <a:endParaRPr lang="en-US" altLang="ja-JP" sz="11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</a:t>
            </a:r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リールカウンタ　　作業者</a:t>
            </a:r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5461131" y="8632620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正方形/長方形 96"/>
          <p:cNvSpPr/>
          <p:nvPr/>
        </p:nvSpPr>
        <p:spPr>
          <a:xfrm>
            <a:off x="5461132" y="9007757"/>
            <a:ext cx="1113692" cy="32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8" name="図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73" y="7457616"/>
            <a:ext cx="714540" cy="532877"/>
          </a:xfrm>
          <a:prstGeom prst="rect">
            <a:avLst/>
          </a:prstGeom>
        </p:spPr>
      </p:pic>
      <p:sp>
        <p:nvSpPr>
          <p:cNvPr id="94" name="正方形/長方形 93"/>
          <p:cNvSpPr/>
          <p:nvPr/>
        </p:nvSpPr>
        <p:spPr>
          <a:xfrm>
            <a:off x="4030488" y="2356175"/>
            <a:ext cx="915591" cy="766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2262672" y="2769983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0" name="正方形/長方形 99"/>
          <p:cNvSpPr/>
          <p:nvPr/>
        </p:nvSpPr>
        <p:spPr>
          <a:xfrm>
            <a:off x="2462953" y="2626273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1" name="直線矢印コネクタ 100"/>
          <p:cNvCxnSpPr>
            <a:stCxn id="99" idx="3"/>
            <a:endCxn id="94" idx="1"/>
          </p:cNvCxnSpPr>
          <p:nvPr/>
        </p:nvCxnSpPr>
        <p:spPr>
          <a:xfrm flipV="1">
            <a:off x="2860580" y="2739495"/>
            <a:ext cx="1169908" cy="280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テキスト ボックス 101"/>
          <p:cNvSpPr txBox="1"/>
          <p:nvPr/>
        </p:nvSpPr>
        <p:spPr>
          <a:xfrm>
            <a:off x="4216413" y="311429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61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28890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ルール■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 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ハンディ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ハンディ読み込み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・旧リールカウンタ又は、手カウント、未使用リール、トレイは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ハンディの棚卸機能でシリアルを読み数量を登録する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注意点：旧リール、手カウントの場合は書かれている数字を入力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注意点：未使用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リールの場合は印刷されている数量を入力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395536"/>
            <a:ext cx="2785715" cy="25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正方形/長方形 45"/>
          <p:cNvSpPr/>
          <p:nvPr/>
        </p:nvSpPr>
        <p:spPr>
          <a:xfrm>
            <a:off x="4906995" y="2989606"/>
            <a:ext cx="915591" cy="766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3139179" y="3403414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339460" y="3259704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矢印コネクタ 48"/>
          <p:cNvCxnSpPr>
            <a:stCxn id="48" idx="3"/>
            <a:endCxn id="46" idx="1"/>
          </p:cNvCxnSpPr>
          <p:nvPr/>
        </p:nvCxnSpPr>
        <p:spPr>
          <a:xfrm flipV="1">
            <a:off x="3737087" y="3372926"/>
            <a:ext cx="1169908" cy="280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092920" y="374772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2164208" y="2817920"/>
            <a:ext cx="1134508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3246899" y="258168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759577" y="320555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4989131" y="3288303"/>
            <a:ext cx="749606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97" y="5663626"/>
            <a:ext cx="2076191" cy="204285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297" y="8028129"/>
            <a:ext cx="2909524" cy="1590476"/>
          </a:xfrm>
          <a:prstGeom prst="rect">
            <a:avLst/>
          </a:prstGeom>
        </p:spPr>
      </p:pic>
      <p:sp>
        <p:nvSpPr>
          <p:cNvPr id="62" name="正方形/長方形 61"/>
          <p:cNvSpPr/>
          <p:nvPr/>
        </p:nvSpPr>
        <p:spPr>
          <a:xfrm>
            <a:off x="1869199" y="5906835"/>
            <a:ext cx="862277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/>
          <p:cNvSpPr/>
          <p:nvPr/>
        </p:nvSpPr>
        <p:spPr>
          <a:xfrm>
            <a:off x="3282502" y="8212898"/>
            <a:ext cx="862277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362" y="6142749"/>
            <a:ext cx="2257143" cy="819048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674" y="8188249"/>
            <a:ext cx="1900000" cy="695238"/>
          </a:xfrm>
          <a:prstGeom prst="rect">
            <a:avLst/>
          </a:prstGeom>
        </p:spPr>
      </p:pic>
      <p:sp>
        <p:nvSpPr>
          <p:cNvPr id="64" name="正方形/長方形 63"/>
          <p:cNvSpPr/>
          <p:nvPr/>
        </p:nvSpPr>
        <p:spPr>
          <a:xfrm>
            <a:off x="4409556" y="6419218"/>
            <a:ext cx="1534044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/>
          <p:cNvSpPr/>
          <p:nvPr/>
        </p:nvSpPr>
        <p:spPr>
          <a:xfrm>
            <a:off x="6005184" y="6332128"/>
            <a:ext cx="389224" cy="209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/>
          <p:cNvSpPr/>
          <p:nvPr/>
        </p:nvSpPr>
        <p:spPr>
          <a:xfrm>
            <a:off x="4751766" y="8392147"/>
            <a:ext cx="1323756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/>
          <p:cNvSpPr/>
          <p:nvPr/>
        </p:nvSpPr>
        <p:spPr>
          <a:xfrm>
            <a:off x="6148103" y="8316781"/>
            <a:ext cx="328366" cy="2058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476492" y="615725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844603" y="808205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005184" y="654840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6130185" y="849732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73" name="直線矢印コネクタ 72"/>
          <p:cNvCxnSpPr>
            <a:stCxn id="62" idx="3"/>
            <a:endCxn id="6" idx="1"/>
          </p:cNvCxnSpPr>
          <p:nvPr/>
        </p:nvCxnSpPr>
        <p:spPr>
          <a:xfrm>
            <a:off x="2731476" y="6078521"/>
            <a:ext cx="1503886" cy="4737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矢印コネクタ 73"/>
          <p:cNvCxnSpPr>
            <a:stCxn id="63" idx="3"/>
            <a:endCxn id="7" idx="1"/>
          </p:cNvCxnSpPr>
          <p:nvPr/>
        </p:nvCxnSpPr>
        <p:spPr>
          <a:xfrm>
            <a:off x="4144779" y="8384584"/>
            <a:ext cx="482895" cy="1512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32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1859</TotalTime>
  <Words>109</Words>
  <Application>Microsoft Office PowerPoint</Application>
  <PresentationFormat>A4 210 x 297 mm</PresentationFormat>
  <Paragraphs>217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ＭＳ Ｐゴシック</vt:lpstr>
      <vt:lpstr>メイリオ</vt:lpstr>
      <vt:lpstr>Arial</vt:lpstr>
      <vt:lpstr>Calibri</vt:lpstr>
      <vt:lpstr>Calibri Light</vt:lpstr>
      <vt:lpstr>CODE39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37</cp:revision>
  <cp:lastPrinted>2019-03-25T04:40:20Z</cp:lastPrinted>
  <dcterms:created xsi:type="dcterms:W3CDTF">2017-09-22T08:48:40Z</dcterms:created>
  <dcterms:modified xsi:type="dcterms:W3CDTF">2019-03-25T04:50:01Z</dcterms:modified>
</cp:coreProperties>
</file>