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05F62A-9E73-986D-CC47-0CDCC080D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ECF334F-E7DF-CB64-D2BC-F9D870347D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7ED31F-21CC-B9E6-8BCF-34A7BD1E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3A2D-60A9-46FC-BF11-8823DBBF3833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66DC19-A945-CD8E-FD05-93944480D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753CEB-C20E-4573-9681-CF98DDE0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A59-224F-4693-B9F9-949AD037EF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5008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F353BE-2ABE-C560-100F-BECEDBB55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39C2D7-8EC2-CD7F-E4FC-EACBFE9A7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E80466-AE68-FE64-709F-A45152909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3A2D-60A9-46FC-BF11-8823DBBF3833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36C8F7-1D7F-3336-1E8D-D95CA0E04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366C51-F1A9-E3A3-1D8D-1A44EBFA7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A59-224F-4693-B9F9-949AD037EF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5814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60C9E5-06A0-9497-66B1-FF2BF8EF0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4CDDA95-95BF-D3AA-4583-EA596C31A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073418-1885-7E91-42C7-3DE89DBBD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3A2D-60A9-46FC-BF11-8823DBBF3833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9FFE69-15D7-3353-95B4-EAFB6560C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388B55-8446-21B7-4821-2B8616665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A59-224F-4693-B9F9-949AD037EF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5524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207752-0768-5748-F366-2A17336BF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A25F67-3BD6-55DC-A75C-705FB80D4A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8A0B019-D3E8-7BD8-6330-6E08C0711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DC1315B-4E72-938A-D91E-AA982A7EC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3A2D-60A9-46FC-BF11-8823DBBF3833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386E71-DA77-32DD-6D72-60CFE039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BD7685-27D7-1788-075C-A0D8306D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A59-224F-4693-B9F9-949AD037EF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8546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78B47D-1E1E-5649-A920-25E770489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EE57F0-C6B2-0D43-7259-8CE4725FB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89D412F-5BA4-787D-31AB-D59823A1E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FC62DB8-C865-6813-620E-B6870E00FC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88F8756-F4AC-243D-4633-70EB745CD1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DCD922A-D3D7-2881-D643-4CD5A021D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3A2D-60A9-46FC-BF11-8823DBBF3833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DAB737C-E87D-6EA3-FD3D-A0D646D39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638B1F1-3A25-FB5E-8322-7D52C664F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A59-224F-4693-B9F9-949AD037EF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491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79E5CE-D675-046E-9764-952ED06E4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3A9BD6F-4B73-9FD6-F4D8-84D1F0C04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3A2D-60A9-46FC-BF11-8823DBBF3833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98F3C98-8584-081F-DEDA-1D838ACA0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C2274AC-946E-BDEE-34B7-4CC00575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A59-224F-4693-B9F9-949AD037EF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6670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AD006E9-14D3-FCDE-547C-3D4FA9548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3A2D-60A9-46FC-BF11-8823DBBF3833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75E0B61-DABF-01B0-094B-B9ADAE891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0692689-DCB6-FF39-FB89-AA80536CB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A59-224F-4693-B9F9-949AD037EF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342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82BCF2-8AC0-7EE3-9ABB-EEC0BAF48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3363A6-6FAD-4625-1189-1F1E25482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710277A-7556-4E3C-C4D6-39DAFABD6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0457C68-C550-DC83-65DE-88000B27A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3A2D-60A9-46FC-BF11-8823DBBF3833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2F5B3F-6CEA-7B86-6D24-48A24220F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D9EECBE-A672-60F2-1C7C-6DB97EB15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A59-224F-4693-B9F9-949AD037EF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7120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B354FF-BD66-7811-407D-312B66140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8563236-708A-D574-D067-6C3230F013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F579651-40EC-CC1C-04FB-D94A25EE2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04447F-9B6A-248A-651B-17DF4C794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3A2D-60A9-46FC-BF11-8823DBBF3833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A7462FC-319C-8D6A-801B-5EF7FBAB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2103E7B-C438-6F23-1EB3-360ABAF55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A59-224F-4693-B9F9-949AD037EF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5255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F0ABB1-42E5-09CC-4862-89F985542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2C63773-63CC-1C8A-4348-A6E53717B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5BA20F-3EDC-9D80-640F-BB652D24D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3A2D-60A9-46FC-BF11-8823DBBF3833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8557E6-6890-5856-97CD-10FDF04A9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590571-6AD8-772C-3D96-A700072EF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A59-224F-4693-B9F9-949AD037EF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1621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0DD437E-7D5C-EDBC-77EA-3EBEEE493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699988E-F9DF-EE39-C73C-103A042FB6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BB0745-A0B1-9DCD-9272-7B160F422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3A2D-60A9-46FC-BF11-8823DBBF3833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E68BA3-8AF8-28A9-40EA-E918B8F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8D7106-A56E-7AF5-0A5F-F463909C3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A59-224F-4693-B9F9-949AD037EF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189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CF30CE0-2711-5185-3698-5CA0F0926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3E6A26-022A-5012-B31F-6F8FE973E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AB59BF-9AD2-85B7-28F5-516967A064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A3A2D-60A9-46FC-BF11-8823DBBF3833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5167B0-E392-96A6-C87A-73DE22765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5A1E8E-3FCC-4853-BAD2-C1B839024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CD6A59-224F-4693-B9F9-949AD037EF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0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91345E-A981-5628-CA7E-822D45FE4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6327"/>
            <a:ext cx="9144000" cy="4627418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鹿島データ移管</a:t>
            </a:r>
            <a:br>
              <a:rPr kumimoji="1" lang="en-US" altLang="ja-JP" dirty="0"/>
            </a:br>
            <a:r>
              <a:rPr lang="en-US" altLang="ja-JP" dirty="0"/>
              <a:t>or</a:t>
            </a:r>
            <a:br>
              <a:rPr lang="en-US" altLang="ja-JP" dirty="0"/>
            </a:br>
            <a:r>
              <a:rPr lang="ja-JP" altLang="en-US" dirty="0"/>
              <a:t>データ確認</a:t>
            </a:r>
            <a:br>
              <a:rPr lang="en-US" altLang="ja-JP" dirty="0"/>
            </a:br>
            <a:br>
              <a:rPr lang="en-US" altLang="ja-JP" dirty="0"/>
            </a:br>
            <a:r>
              <a:rPr lang="ja-JP" altLang="en-US" dirty="0"/>
              <a:t>部品表作成手順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00811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A59E878-8CB2-846B-E1E9-F0964573DE0E}"/>
              </a:ext>
            </a:extLst>
          </p:cNvPr>
          <p:cNvSpPr txBox="1"/>
          <p:nvPr/>
        </p:nvSpPr>
        <p:spPr>
          <a:xfrm>
            <a:off x="942109" y="517236"/>
            <a:ext cx="1055456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部品表を</a:t>
            </a:r>
            <a:r>
              <a:rPr kumimoji="1" lang="en-US" altLang="ja-JP" dirty="0"/>
              <a:t>PLM</a:t>
            </a:r>
            <a:r>
              <a:rPr kumimoji="1" lang="ja-JP" altLang="en-US" dirty="0"/>
              <a:t>からダウンロードする。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①ダウンロードしたい部品の品目を検索する。</a:t>
            </a:r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②検索で出てきた品目をドラックしながら、</a:t>
            </a:r>
            <a:r>
              <a:rPr lang="en-US" altLang="ja-JP" dirty="0"/>
              <a:t>BOM Report </a:t>
            </a:r>
            <a:r>
              <a:rPr lang="en-US" altLang="ja-JP" dirty="0" err="1"/>
              <a:t>Genetator</a:t>
            </a:r>
            <a:r>
              <a:rPr lang="ja-JP" altLang="en-US" dirty="0"/>
              <a:t>に置く。</a:t>
            </a:r>
            <a:endParaRPr kumimoji="1"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E8305C5-833B-D2A1-A512-2AED08A6A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0" y="1574184"/>
            <a:ext cx="5277453" cy="2255123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C58DCEEA-8461-9F56-74C2-A15D6A333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360" y="4764553"/>
            <a:ext cx="5277453" cy="177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728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6F41069-37B9-6A99-799D-01B328BDB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545754"/>
            <a:ext cx="4429125" cy="2134166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FA2F258-C949-8714-B53B-72009BC9BD0E}"/>
              </a:ext>
            </a:extLst>
          </p:cNvPr>
          <p:cNvSpPr txBox="1"/>
          <p:nvPr/>
        </p:nvSpPr>
        <p:spPr>
          <a:xfrm>
            <a:off x="846859" y="3166168"/>
            <a:ext cx="105545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③一括部品表をクリックする。しばらくすると、メールが届く。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B28A0582-41B7-A3C4-5307-110134BEE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3749996"/>
            <a:ext cx="3009467" cy="228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734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EE4BC4C-5F04-F619-EECA-E168B4C7E224}"/>
              </a:ext>
            </a:extLst>
          </p:cNvPr>
          <p:cNvSpPr txBox="1"/>
          <p:nvPr/>
        </p:nvSpPr>
        <p:spPr>
          <a:xfrm>
            <a:off x="942109" y="517236"/>
            <a:ext cx="1055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④メールの</a:t>
            </a:r>
            <a:r>
              <a:rPr lang="en-US" altLang="ja-JP" dirty="0"/>
              <a:t>URL</a:t>
            </a:r>
            <a:r>
              <a:rPr lang="ja-JP" altLang="en-US" dirty="0"/>
              <a:t>をクリックするとダウンロードされる。</a:t>
            </a:r>
            <a:endParaRPr kumimoji="1"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9B550EC-2E7C-1C2E-47B6-10786EBFC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09" y="1214589"/>
            <a:ext cx="6035502" cy="388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976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224FB7B-C996-BCB9-FC1F-22FCF2EF5D61}"/>
              </a:ext>
            </a:extLst>
          </p:cNvPr>
          <p:cNvSpPr txBox="1"/>
          <p:nvPr/>
        </p:nvSpPr>
        <p:spPr>
          <a:xfrm>
            <a:off x="942109" y="517236"/>
            <a:ext cx="10554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⑤ダウンロードしたファイルで右クリックし、「プログラムから開く」→「</a:t>
            </a:r>
            <a:r>
              <a:rPr lang="en-US" altLang="ja-JP" dirty="0" err="1"/>
              <a:t>NKExcelMacro</a:t>
            </a:r>
            <a:r>
              <a:rPr lang="ja-JP" altLang="en-US" dirty="0"/>
              <a:t>」を</a:t>
            </a:r>
            <a:endParaRPr lang="en-US" altLang="ja-JP" dirty="0"/>
          </a:p>
          <a:p>
            <a:r>
              <a:rPr kumimoji="1" lang="ja-JP" altLang="en-US" dirty="0"/>
              <a:t>　選択する。</a:t>
            </a:r>
            <a:endParaRPr kumimoji="1"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D5A809C-29DA-74E4-8AC9-65958EDA9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945" y="1520156"/>
            <a:ext cx="5569527" cy="449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072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AE88907-768B-53D7-6264-98D1CD21A0A5}"/>
              </a:ext>
            </a:extLst>
          </p:cNvPr>
          <p:cNvSpPr txBox="1"/>
          <p:nvPr/>
        </p:nvSpPr>
        <p:spPr>
          <a:xfrm>
            <a:off x="942109" y="517236"/>
            <a:ext cx="105545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⑥下記のファイルが開く。</a:t>
            </a:r>
            <a:endParaRPr lang="en-US" altLang="ja-JP" dirty="0"/>
          </a:p>
          <a:p>
            <a:r>
              <a:rPr kumimoji="1" lang="ja-JP" altLang="en-US" dirty="0"/>
              <a:t>　一覧形式を出力にチェックが入っていること。</a:t>
            </a:r>
            <a:endParaRPr kumimoji="1" lang="en-US" altLang="ja-JP" dirty="0"/>
          </a:p>
          <a:p>
            <a:r>
              <a:rPr lang="ja-JP" altLang="en-US" dirty="0"/>
              <a:t>　「設計部品表・全明細出力」をクリックする。</a:t>
            </a:r>
            <a:endParaRPr kumimoji="1"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81FC05D-018C-89C6-F572-3332AAADB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783" y="1471339"/>
            <a:ext cx="9202434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22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CFB4D2-9FD7-5B7F-F1E1-9A53A5015124}"/>
              </a:ext>
            </a:extLst>
          </p:cNvPr>
          <p:cNvSpPr txBox="1"/>
          <p:nvPr/>
        </p:nvSpPr>
        <p:spPr>
          <a:xfrm>
            <a:off x="942109" y="517236"/>
            <a:ext cx="1055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⑦新たに部品表が出力されるので、ファイルを保存する。</a:t>
            </a:r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38D0E7D-F3DB-16B1-00D1-765C5331F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010" y="1021015"/>
            <a:ext cx="7793570" cy="531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610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9951D5E-2A4F-C623-A138-B3F638750F64}"/>
              </a:ext>
            </a:extLst>
          </p:cNvPr>
          <p:cNvSpPr txBox="1"/>
          <p:nvPr/>
        </p:nvSpPr>
        <p:spPr>
          <a:xfrm>
            <a:off x="942109" y="517236"/>
            <a:ext cx="1055456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⑧土屋が作成した</a:t>
            </a:r>
            <a:r>
              <a:rPr lang="en-US" altLang="ja-JP" dirty="0"/>
              <a:t>【</a:t>
            </a:r>
            <a:r>
              <a:rPr lang="ja-JP" altLang="en-US" dirty="0"/>
              <a:t>部品表</a:t>
            </a:r>
            <a:r>
              <a:rPr lang="en-US" altLang="ja-JP" dirty="0"/>
              <a:t>_</a:t>
            </a:r>
            <a:r>
              <a:rPr lang="ja-JP" altLang="en-US" dirty="0"/>
              <a:t>鹿島作成</a:t>
            </a:r>
            <a:r>
              <a:rPr lang="en-US" altLang="ja-JP" dirty="0"/>
              <a:t>_</a:t>
            </a:r>
            <a:r>
              <a:rPr lang="ja-JP" altLang="en-US" dirty="0"/>
              <a:t>原紙</a:t>
            </a:r>
            <a:r>
              <a:rPr lang="en-US" altLang="ja-JP" dirty="0"/>
              <a:t>.xlsx】</a:t>
            </a:r>
            <a:r>
              <a:rPr lang="ja-JP" altLang="en-US" dirty="0"/>
              <a:t>を開く。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下記の所においてあります、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Teams</a:t>
            </a:r>
            <a:r>
              <a:rPr lang="ja-JP" altLang="en-US" dirty="0"/>
              <a:t>の</a:t>
            </a:r>
            <a:r>
              <a:rPr lang="en-US" altLang="ja-JP" dirty="0"/>
              <a:t>100_SMT</a:t>
            </a:r>
            <a:r>
              <a:rPr lang="ja-JP" altLang="en-US" dirty="0"/>
              <a:t>関連の中に置いてあります。</a:t>
            </a:r>
            <a:endParaRPr lang="en-US" altLang="ja-JP" dirty="0"/>
          </a:p>
          <a:p>
            <a:r>
              <a:rPr lang="ja-JP" altLang="en-US" dirty="0"/>
              <a:t>自分の</a:t>
            </a:r>
            <a:r>
              <a:rPr lang="en-US" altLang="ja-JP" dirty="0"/>
              <a:t>PC</a:t>
            </a:r>
            <a:r>
              <a:rPr lang="ja-JP" altLang="en-US" dirty="0"/>
              <a:t>にコピーして使用してください。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74365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7878D01-73ED-3293-400E-CE9C26F7D820}"/>
              </a:ext>
            </a:extLst>
          </p:cNvPr>
          <p:cNvSpPr txBox="1"/>
          <p:nvPr/>
        </p:nvSpPr>
        <p:spPr>
          <a:xfrm>
            <a:off x="942109" y="517236"/>
            <a:ext cx="1055456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⑨部品表</a:t>
            </a:r>
            <a:r>
              <a:rPr lang="en-US" altLang="ja-JP" dirty="0"/>
              <a:t>_</a:t>
            </a:r>
            <a:r>
              <a:rPr lang="ja-JP" altLang="en-US" dirty="0"/>
              <a:t>鹿島作成</a:t>
            </a:r>
            <a:r>
              <a:rPr lang="en-US" altLang="ja-JP" dirty="0"/>
              <a:t>_</a:t>
            </a:r>
            <a:r>
              <a:rPr lang="ja-JP" altLang="en-US" dirty="0"/>
              <a:t>原紙</a:t>
            </a:r>
            <a:r>
              <a:rPr lang="en-US" altLang="ja-JP" dirty="0"/>
              <a:t>.xlsx</a:t>
            </a:r>
            <a:r>
              <a:rPr lang="ja-JP" altLang="en-US" dirty="0"/>
              <a:t>の</a:t>
            </a:r>
            <a:r>
              <a:rPr lang="en-US" altLang="ja-JP" dirty="0"/>
              <a:t>【work】</a:t>
            </a:r>
            <a:r>
              <a:rPr lang="ja-JP" altLang="en-US" dirty="0"/>
              <a:t>シートに⑦のファイルの</a:t>
            </a:r>
            <a:r>
              <a:rPr lang="en-US" altLang="ja-JP" dirty="0"/>
              <a:t>【work】</a:t>
            </a:r>
            <a:r>
              <a:rPr lang="ja-JP" altLang="en-US" dirty="0"/>
              <a:t>をコピーし、張り付ける。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　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⑩部品表</a:t>
            </a:r>
            <a:r>
              <a:rPr lang="en-US" altLang="ja-JP" dirty="0"/>
              <a:t>_</a:t>
            </a:r>
            <a:r>
              <a:rPr lang="ja-JP" altLang="en-US" dirty="0"/>
              <a:t>鹿島作成</a:t>
            </a:r>
            <a:r>
              <a:rPr lang="en-US" altLang="ja-JP" dirty="0"/>
              <a:t>_</a:t>
            </a:r>
            <a:r>
              <a:rPr lang="ja-JP" altLang="en-US" dirty="0"/>
              <a:t>原紙</a:t>
            </a:r>
            <a:r>
              <a:rPr lang="en-US" altLang="ja-JP" dirty="0"/>
              <a:t>.xlsx</a:t>
            </a:r>
            <a:r>
              <a:rPr lang="ja-JP" altLang="en-US" dirty="0"/>
              <a:t>の</a:t>
            </a:r>
            <a:r>
              <a:rPr lang="en-US" altLang="ja-JP" dirty="0"/>
              <a:t>【work】</a:t>
            </a:r>
            <a:r>
              <a:rPr lang="ja-JP" altLang="en-US" dirty="0"/>
              <a:t>シート以外に、</a:t>
            </a:r>
            <a:r>
              <a:rPr lang="en-US" altLang="ja-JP" dirty="0"/>
              <a:t>【</a:t>
            </a:r>
            <a:r>
              <a:rPr lang="ja-JP" altLang="en-US" dirty="0"/>
              <a:t>鹿島データ確認用</a:t>
            </a:r>
            <a:r>
              <a:rPr lang="en-US" altLang="ja-JP" dirty="0"/>
              <a:t>】</a:t>
            </a:r>
            <a:r>
              <a:rPr lang="ja-JP" altLang="en-US" dirty="0"/>
              <a:t>と</a:t>
            </a:r>
            <a:endParaRPr lang="en-US" altLang="ja-JP" dirty="0"/>
          </a:p>
          <a:p>
            <a:r>
              <a:rPr lang="ja-JP" altLang="en-US" dirty="0"/>
              <a:t> </a:t>
            </a:r>
            <a:r>
              <a:rPr lang="en-US" altLang="ja-JP" dirty="0"/>
              <a:t>【</a:t>
            </a:r>
            <a:r>
              <a:rPr lang="ja-JP" altLang="en-US" dirty="0"/>
              <a:t>鹿島データ新規用</a:t>
            </a:r>
            <a:r>
              <a:rPr lang="en-US" altLang="ja-JP" dirty="0"/>
              <a:t>】</a:t>
            </a:r>
            <a:r>
              <a:rPr lang="ja-JP" altLang="en-US" dirty="0"/>
              <a:t>があるので、用途に合わせて使用する。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en-US" altLang="ja-JP" dirty="0">
                <a:solidFill>
                  <a:srgbClr val="FF0000"/>
                </a:solidFill>
              </a:rPr>
              <a:t>【</a:t>
            </a:r>
            <a:r>
              <a:rPr lang="ja-JP" altLang="en-US" dirty="0">
                <a:solidFill>
                  <a:srgbClr val="FF0000"/>
                </a:solidFill>
              </a:rPr>
              <a:t>注意</a:t>
            </a:r>
            <a:r>
              <a:rPr lang="en-US" altLang="ja-JP" dirty="0">
                <a:solidFill>
                  <a:srgbClr val="FF0000"/>
                </a:solidFill>
              </a:rPr>
              <a:t>】</a:t>
            </a:r>
            <a:r>
              <a:rPr lang="ja-JP" altLang="en-US" dirty="0">
                <a:solidFill>
                  <a:srgbClr val="FF0000"/>
                </a:solidFill>
              </a:rPr>
              <a:t>重要箇所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en-US" dirty="0">
                <a:solidFill>
                  <a:srgbClr val="FF0000"/>
                </a:solidFill>
              </a:rPr>
              <a:t>　　式で抽出しているので、</a:t>
            </a:r>
            <a:r>
              <a:rPr lang="en-US" altLang="ja-JP" dirty="0">
                <a:solidFill>
                  <a:srgbClr val="FF0000"/>
                </a:solidFill>
              </a:rPr>
              <a:t>work</a:t>
            </a:r>
            <a:r>
              <a:rPr lang="ja-JP" altLang="en-US" dirty="0">
                <a:solidFill>
                  <a:srgbClr val="FF0000"/>
                </a:solidFill>
              </a:rPr>
              <a:t>の行数に合わせて、式を伸ばしてください。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en-US" dirty="0">
                <a:solidFill>
                  <a:srgbClr val="FF0000"/>
                </a:solidFill>
              </a:rPr>
              <a:t>　　これを実施しないと、部品が足りない部品表になってしまいます。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en-US" dirty="0">
                <a:solidFill>
                  <a:srgbClr val="FF0000"/>
                </a:solidFill>
              </a:rPr>
              <a:t>　　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en-US" dirty="0">
                <a:solidFill>
                  <a:srgbClr val="FF0000"/>
                </a:solidFill>
              </a:rPr>
              <a:t>　　</a:t>
            </a:r>
            <a:endParaRPr lang="en-US" altLang="ja-JP" dirty="0">
              <a:solidFill>
                <a:srgbClr val="FF0000"/>
              </a:solidFill>
            </a:endParaRPr>
          </a:p>
          <a:p>
            <a:endParaRPr lang="en-US" altLang="ja-JP" dirty="0">
              <a:solidFill>
                <a:srgbClr val="FF0000"/>
              </a:solidFill>
            </a:endParaRPr>
          </a:p>
          <a:p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6684851-8D8E-0BB2-F22C-04E2482A6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596" y="2377386"/>
            <a:ext cx="5268703" cy="53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88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6816E22-BCB0-7679-EB00-2D9DAE6E0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736" y="2125512"/>
            <a:ext cx="3600953" cy="3629532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A3E8425-E209-4FD2-CE09-5A71EC7D17FF}"/>
              </a:ext>
            </a:extLst>
          </p:cNvPr>
          <p:cNvSpPr txBox="1"/>
          <p:nvPr/>
        </p:nvSpPr>
        <p:spPr>
          <a:xfrm>
            <a:off x="942109" y="517236"/>
            <a:ext cx="105545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ここからは</a:t>
            </a:r>
            <a:r>
              <a:rPr lang="en-US" altLang="ja-JP" dirty="0"/>
              <a:t>【</a:t>
            </a:r>
            <a:r>
              <a:rPr lang="ja-JP" altLang="en-US" dirty="0"/>
              <a:t>鹿島データ確認用</a:t>
            </a:r>
            <a:r>
              <a:rPr lang="en-US" altLang="ja-JP" dirty="0"/>
              <a:t>】</a:t>
            </a:r>
            <a:r>
              <a:rPr lang="ja-JP" altLang="en-US" dirty="0"/>
              <a:t>を使った方法で記載します</a:t>
            </a:r>
            <a:endParaRPr lang="en-US" altLang="ja-JP" dirty="0"/>
          </a:p>
          <a:p>
            <a:r>
              <a:rPr lang="ja-JP" altLang="en-US" dirty="0"/>
              <a:t>　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⑪</a:t>
            </a:r>
            <a:r>
              <a:rPr lang="en-US" altLang="ja-JP" dirty="0"/>
              <a:t> 【</a:t>
            </a:r>
            <a:r>
              <a:rPr lang="ja-JP" altLang="en-US" dirty="0"/>
              <a:t>鹿島データ確認用</a:t>
            </a:r>
            <a:r>
              <a:rPr lang="en-US" altLang="ja-JP" dirty="0"/>
              <a:t>】</a:t>
            </a:r>
            <a:r>
              <a:rPr lang="ja-JP" altLang="en-US" dirty="0"/>
              <a:t>シートの所で、右クリックし、</a:t>
            </a:r>
            <a:r>
              <a:rPr lang="en-US" altLang="ja-JP" dirty="0"/>
              <a:t>【</a:t>
            </a:r>
            <a:r>
              <a:rPr lang="ja-JP" altLang="en-US" dirty="0"/>
              <a:t>移動またはコピー</a:t>
            </a:r>
            <a:r>
              <a:rPr lang="en-US" altLang="ja-JP" dirty="0"/>
              <a:t>】</a:t>
            </a:r>
            <a:r>
              <a:rPr lang="ja-JP" altLang="en-US" dirty="0"/>
              <a:t>を選択する。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81893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2298E61-04E4-E3EE-8468-5516210219E5}"/>
              </a:ext>
            </a:extLst>
          </p:cNvPr>
          <p:cNvSpPr txBox="1"/>
          <p:nvPr/>
        </p:nvSpPr>
        <p:spPr>
          <a:xfrm>
            <a:off x="942109" y="517236"/>
            <a:ext cx="109745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⑫移動先ブック名を</a:t>
            </a:r>
            <a:r>
              <a:rPr lang="en-US" altLang="ja-JP" dirty="0"/>
              <a:t>【</a:t>
            </a:r>
            <a:r>
              <a:rPr lang="ja-JP" altLang="en-US" dirty="0"/>
              <a:t>新しいブック</a:t>
            </a:r>
            <a:r>
              <a:rPr lang="en-US" altLang="ja-JP" dirty="0"/>
              <a:t>】</a:t>
            </a:r>
            <a:r>
              <a:rPr lang="ja-JP" altLang="en-US" dirty="0"/>
              <a:t>にし、コピーを作成するにチェックを入れ、</a:t>
            </a:r>
            <a:endParaRPr lang="en-US" altLang="ja-JP" dirty="0"/>
          </a:p>
          <a:p>
            <a:r>
              <a:rPr lang="en-US" altLang="ja-JP" dirty="0"/>
              <a:t>【OK】</a:t>
            </a:r>
            <a:r>
              <a:rPr lang="ja-JP" altLang="en-US" dirty="0"/>
              <a:t>をクリックする。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⑬</a:t>
            </a:r>
            <a:r>
              <a:rPr lang="en-US" altLang="ja-JP" dirty="0"/>
              <a:t>B</a:t>
            </a:r>
            <a:r>
              <a:rPr lang="ja-JP" altLang="en-US" dirty="0"/>
              <a:t>列と</a:t>
            </a:r>
            <a:r>
              <a:rPr lang="en-US" altLang="ja-JP" dirty="0"/>
              <a:t>C</a:t>
            </a:r>
            <a:r>
              <a:rPr lang="ja-JP" altLang="en-US" dirty="0"/>
              <a:t>列を選択し、</a:t>
            </a:r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A8A5C1E-B8B3-6958-841A-B7A4E7D4E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317" y="1321293"/>
            <a:ext cx="2632942" cy="307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951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D876234-B4E9-CCBA-D36E-E5FBDF33E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037" y="1218760"/>
            <a:ext cx="3905795" cy="4105848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5F9457B-3C48-49AE-B8B1-D5A4050C8678}"/>
              </a:ext>
            </a:extLst>
          </p:cNvPr>
          <p:cNvSpPr txBox="1"/>
          <p:nvPr/>
        </p:nvSpPr>
        <p:spPr>
          <a:xfrm>
            <a:off x="942109" y="517236"/>
            <a:ext cx="10974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⑬</a:t>
            </a:r>
            <a:r>
              <a:rPr lang="en-US" altLang="ja-JP" dirty="0"/>
              <a:t>B</a:t>
            </a:r>
            <a:r>
              <a:rPr lang="ja-JP" altLang="en-US" dirty="0"/>
              <a:t>列と</a:t>
            </a:r>
            <a:r>
              <a:rPr lang="en-US" altLang="ja-JP" dirty="0"/>
              <a:t>C</a:t>
            </a:r>
            <a:r>
              <a:rPr lang="ja-JP" altLang="en-US" dirty="0"/>
              <a:t>列を選択し、右クリックしｍ「セルの書式設定」をクリックする。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77995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1C006-8F91-6307-CF1A-F265C1420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59BF5C4-65A8-C3CC-ACA2-142B1C6938EA}"/>
              </a:ext>
            </a:extLst>
          </p:cNvPr>
          <p:cNvSpPr txBox="1"/>
          <p:nvPr/>
        </p:nvSpPr>
        <p:spPr>
          <a:xfrm>
            <a:off x="942109" y="517236"/>
            <a:ext cx="1097458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⑭ファイルを名前を付けて、保存する。</a:t>
            </a:r>
            <a:endParaRPr lang="en-US" altLang="ja-JP" dirty="0"/>
          </a:p>
          <a:p>
            <a:r>
              <a:rPr lang="ja-JP" altLang="en-US" dirty="0"/>
              <a:t>　注意：ファイルの種類は</a:t>
            </a:r>
            <a:r>
              <a:rPr lang="en-US" altLang="ja-JP" dirty="0"/>
              <a:t>CSV</a:t>
            </a:r>
            <a:r>
              <a:rPr lang="ja-JP" altLang="en-US" dirty="0"/>
              <a:t>形式で保存する。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⑮</a:t>
            </a:r>
            <a:r>
              <a:rPr lang="en-US" altLang="ja-JP" dirty="0"/>
              <a:t>【</a:t>
            </a:r>
            <a:r>
              <a:rPr lang="ja-JP" altLang="en-US" dirty="0"/>
              <a:t>メモ帳</a:t>
            </a:r>
            <a:r>
              <a:rPr lang="en-US" altLang="ja-JP" dirty="0"/>
              <a:t>】</a:t>
            </a:r>
            <a:r>
              <a:rPr lang="ja-JP" altLang="en-US" dirty="0"/>
              <a:t>を開き、⑭のファイルをドラックする。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⑯ファイル→名前を付けて保存をクリックする。</a:t>
            </a:r>
            <a:endParaRPr lang="en-US" altLang="ja-JP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C085FD2-2A1E-6DE5-99D7-6AEE17B5A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962" y="2498344"/>
            <a:ext cx="6946769" cy="241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684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88678E1-7942-E578-49E3-072A5ACF243F}"/>
              </a:ext>
            </a:extLst>
          </p:cNvPr>
          <p:cNvSpPr txBox="1"/>
          <p:nvPr/>
        </p:nvSpPr>
        <p:spPr>
          <a:xfrm>
            <a:off x="942109" y="517236"/>
            <a:ext cx="109745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⑰エンコードは</a:t>
            </a:r>
            <a:r>
              <a:rPr lang="en-US" altLang="ja-JP" dirty="0"/>
              <a:t>【ANSI】</a:t>
            </a:r>
            <a:r>
              <a:rPr lang="ja-JP" altLang="en-US" dirty="0"/>
              <a:t>を選択し、保存をクリックする。</a:t>
            </a:r>
            <a:endParaRPr lang="en-US" altLang="ja-JP" dirty="0"/>
          </a:p>
          <a:p>
            <a:r>
              <a:rPr lang="ja-JP" altLang="en-US" dirty="0"/>
              <a:t>　上書きしますか？で</a:t>
            </a:r>
            <a:r>
              <a:rPr lang="en-US" altLang="ja-JP" dirty="0"/>
              <a:t>【</a:t>
            </a:r>
            <a:r>
              <a:rPr lang="ja-JP" altLang="en-US" dirty="0"/>
              <a:t>はい</a:t>
            </a:r>
            <a:r>
              <a:rPr lang="en-US" altLang="ja-JP" dirty="0"/>
              <a:t>】</a:t>
            </a:r>
            <a:r>
              <a:rPr lang="ja-JP" altLang="en-US" dirty="0"/>
              <a:t>をクリック。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これで、</a:t>
            </a:r>
            <a:r>
              <a:rPr lang="en-US" altLang="ja-JP" dirty="0"/>
              <a:t>PDM</a:t>
            </a:r>
            <a:r>
              <a:rPr lang="ja-JP" altLang="en-US" dirty="0"/>
              <a:t>時と同じ部品表の形になったので、差分確認用</a:t>
            </a:r>
            <a:r>
              <a:rPr lang="en-US" altLang="ja-JP" dirty="0"/>
              <a:t>Access</a:t>
            </a:r>
            <a:r>
              <a:rPr lang="ja-JP" altLang="en-US" dirty="0"/>
              <a:t>が使用できます。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19474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FC8BC07E3BBA34EB92D3ED2768D585A" ma:contentTypeVersion="18" ma:contentTypeDescription="新しいドキュメントを作成します。" ma:contentTypeScope="" ma:versionID="c195f3310394cb9b894710a9321e70df">
  <xsd:schema xmlns:xsd="http://www.w3.org/2001/XMLSchema" xmlns:xs="http://www.w3.org/2001/XMLSchema" xmlns:p="http://schemas.microsoft.com/office/2006/metadata/properties" xmlns:ns2="ea180fb7-6417-4417-bcc2-1a1988547c9d" xmlns:ns3="a7e61ba0-4c47-4710-ac4c-031e401f92bd" targetNamespace="http://schemas.microsoft.com/office/2006/metadata/properties" ma:root="true" ma:fieldsID="c3e7da538600a02657f189895887e4bd" ns2:_="" ns3:_="">
    <xsd:import namespace="ea180fb7-6417-4417-bcc2-1a1988547c9d"/>
    <xsd:import namespace="a7e61ba0-4c47-4710-ac4c-031e401f92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ServiceSearchPropertie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180fb7-6417-4417-bcc2-1a1988547c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053ac32-7e03-4b82-88d1-ba6959e72a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e61ba0-4c47-4710-ac4c-031e401f92b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b655bd8-43ec-4458-8694-0c5137fe8b12}" ma:internalName="TaxCatchAll" ma:showField="CatchAllData" ma:web="a7e61ba0-4c47-4710-ac4c-031e401f92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180fb7-6417-4417-bcc2-1a1988547c9d">
      <Terms xmlns="http://schemas.microsoft.com/office/infopath/2007/PartnerControls"/>
    </lcf76f155ced4ddcb4097134ff3c332f>
    <TaxCatchAll xmlns="a7e61ba0-4c47-4710-ac4c-031e401f92bd" xsi:nil="true"/>
  </documentManagement>
</p:properties>
</file>

<file path=customXml/itemProps1.xml><?xml version="1.0" encoding="utf-8"?>
<ds:datastoreItem xmlns:ds="http://schemas.openxmlformats.org/officeDocument/2006/customXml" ds:itemID="{30EBAEEE-9BC6-40F9-B7BE-41E2DB5BBDA5}"/>
</file>

<file path=customXml/itemProps2.xml><?xml version="1.0" encoding="utf-8"?>
<ds:datastoreItem xmlns:ds="http://schemas.openxmlformats.org/officeDocument/2006/customXml" ds:itemID="{539E1781-556C-48FD-A047-0594EB37EAC9}"/>
</file>

<file path=customXml/itemProps3.xml><?xml version="1.0" encoding="utf-8"?>
<ds:datastoreItem xmlns:ds="http://schemas.openxmlformats.org/officeDocument/2006/customXml" ds:itemID="{87513C12-59ED-4CEC-940E-56AF3D0E5094}"/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492</Words>
  <Application>Microsoft Office PowerPoint</Application>
  <PresentationFormat>ワイド画面</PresentationFormat>
  <Paragraphs>94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游ゴシック</vt:lpstr>
      <vt:lpstr>游ゴシック Light</vt:lpstr>
      <vt:lpstr>Arial</vt:lpstr>
      <vt:lpstr>Office テーマ</vt:lpstr>
      <vt:lpstr>鹿島データ移管 or データ確認  部品表作成手順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TSUCHIYA Makoto (土屋 誠)</dc:creator>
  <cp:lastModifiedBy>TSUCHIYA Makoto (土屋 誠)</cp:lastModifiedBy>
  <cp:revision>5</cp:revision>
  <dcterms:created xsi:type="dcterms:W3CDTF">2025-12-03T08:55:11Z</dcterms:created>
  <dcterms:modified xsi:type="dcterms:W3CDTF">2025-12-12T02:39:31Z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0x010100AFC8BC07E3BBA34EB92D3ED2768D585A</vt:lpwstr>
  </property>
</Properties>
</file>