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4F199405-1BA7-442E-AF03-341B8BFF8536}">
          <p14:sldIdLst>
            <p14:sldId id="257"/>
          </p14:sldIdLst>
        </p14:section>
        <p14:section name="タイトルなしのセクション" id="{D53BAD31-7702-428F-8778-D8CEB169CC05}">
          <p14:sldIdLst>
            <p14:sldId id="258"/>
            <p14:sldId id="259"/>
            <p14:sldId id="260"/>
            <p14:sldId id="261"/>
            <p14:sldId id="262"/>
            <p14:sldId id="264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1A2032"/>
    <a:srgbClr val="211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EE41E-14DF-419E-98F8-0120BE623C6F}" v="1" dt="2026-07-16T06:33:19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204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OHARA Soshi (篠原 想詩)" userId="309c0b21-8b61-4cd5-9d32-07652c56306e" providerId="ADAL" clId="{60D42A6B-AE32-4A06-B461-AA9486421C3B}"/>
    <pc:docChg chg="custSel addSld delSld modSld">
      <pc:chgData name="SHINOHARA Soshi (篠原 想詩)" userId="309c0b21-8b61-4cd5-9d32-07652c56306e" providerId="ADAL" clId="{60D42A6B-AE32-4A06-B461-AA9486421C3B}" dt="2026-07-16T08:46:17.648" v="50" actId="47"/>
      <pc:docMkLst>
        <pc:docMk/>
      </pc:docMkLst>
      <pc:sldChg chg="addSp delSp modSp del mod">
        <pc:chgData name="SHINOHARA Soshi (篠原 想詩)" userId="309c0b21-8b61-4cd5-9d32-07652c56306e" providerId="ADAL" clId="{60D42A6B-AE32-4A06-B461-AA9486421C3B}" dt="2026-07-16T08:45:48.690" v="47" actId="47"/>
        <pc:sldMkLst>
          <pc:docMk/>
          <pc:sldMk cId="1602801983" sldId="256"/>
        </pc:sldMkLst>
        <pc:spChg chg="add mod">
          <ac:chgData name="SHINOHARA Soshi (篠原 想詩)" userId="309c0b21-8b61-4cd5-9d32-07652c56306e" providerId="ADAL" clId="{60D42A6B-AE32-4A06-B461-AA9486421C3B}" dt="2026-07-16T06:32:56.985" v="5" actId="1076"/>
          <ac:spMkLst>
            <pc:docMk/>
            <pc:sldMk cId="1602801983" sldId="256"/>
            <ac:spMk id="4" creationId="{C8D3CFF5-BD60-9F12-2528-E0DDEB2BC016}"/>
          </ac:spMkLst>
        </pc:spChg>
        <pc:spChg chg="add mod">
          <ac:chgData name="SHINOHARA Soshi (篠原 想詩)" userId="309c0b21-8b61-4cd5-9d32-07652c56306e" providerId="ADAL" clId="{60D42A6B-AE32-4A06-B461-AA9486421C3B}" dt="2026-07-16T06:33:31.846" v="45" actId="1076"/>
          <ac:spMkLst>
            <pc:docMk/>
            <pc:sldMk cId="1602801983" sldId="256"/>
            <ac:spMk id="6" creationId="{2DD986C8-CC9E-A90C-2AAB-00E5C41DD5F2}"/>
          </ac:spMkLst>
        </pc:spChg>
        <pc:picChg chg="add mod">
          <ac:chgData name="SHINOHARA Soshi (篠原 想詩)" userId="309c0b21-8b61-4cd5-9d32-07652c56306e" providerId="ADAL" clId="{60D42A6B-AE32-4A06-B461-AA9486421C3B}" dt="2026-07-16T06:32:40.933" v="1" actId="1076"/>
          <ac:picMkLst>
            <pc:docMk/>
            <pc:sldMk cId="1602801983" sldId="256"/>
            <ac:picMk id="5" creationId="{1D50B6AB-0292-574D-3D0E-24717F7FB20A}"/>
          </ac:picMkLst>
        </pc:picChg>
        <pc:cxnChg chg="add del">
          <ac:chgData name="SHINOHARA Soshi (篠原 想詩)" userId="309c0b21-8b61-4cd5-9d32-07652c56306e" providerId="ADAL" clId="{60D42A6B-AE32-4A06-B461-AA9486421C3B}" dt="2026-07-16T06:32:58.551" v="6" actId="478"/>
          <ac:cxnSpMkLst>
            <pc:docMk/>
            <pc:sldMk cId="1602801983" sldId="256"/>
            <ac:cxnSpMk id="3" creationId="{AC6B0753-DBAD-273A-5FF5-7C0022103A87}"/>
          </ac:cxnSpMkLst>
        </pc:cxnChg>
      </pc:sldChg>
      <pc:sldChg chg="new">
        <pc:chgData name="SHINOHARA Soshi (篠原 想詩)" userId="309c0b21-8b61-4cd5-9d32-07652c56306e" providerId="ADAL" clId="{60D42A6B-AE32-4A06-B461-AA9486421C3B}" dt="2026-07-16T08:45:46.784" v="46" actId="680"/>
        <pc:sldMkLst>
          <pc:docMk/>
          <pc:sldMk cId="1441036951" sldId="257"/>
        </pc:sldMkLst>
      </pc:sldChg>
      <pc:sldChg chg="addSp delSp modSp new del mod setBg">
        <pc:chgData name="SHINOHARA Soshi (篠原 想詩)" userId="309c0b21-8b61-4cd5-9d32-07652c56306e" providerId="ADAL" clId="{60D42A6B-AE32-4A06-B461-AA9486421C3B}" dt="2026-07-16T08:46:17.648" v="50" actId="47"/>
        <pc:sldMkLst>
          <pc:docMk/>
          <pc:sldMk cId="2422358354" sldId="258"/>
        </pc:sldMkLst>
        <pc:spChg chg="mod">
          <ac:chgData name="SHINOHARA Soshi (篠原 想詩)" userId="309c0b21-8b61-4cd5-9d32-07652c56306e" providerId="ADAL" clId="{60D42A6B-AE32-4A06-B461-AA9486421C3B}" dt="2026-07-16T08:46:14.684" v="49" actId="26606"/>
          <ac:spMkLst>
            <pc:docMk/>
            <pc:sldMk cId="2422358354" sldId="258"/>
            <ac:spMk id="2" creationId="{5049493A-AF4A-5406-9EF6-E16925264C7C}"/>
          </ac:spMkLst>
        </pc:spChg>
        <pc:spChg chg="del">
          <ac:chgData name="SHINOHARA Soshi (篠原 想詩)" userId="309c0b21-8b61-4cd5-9d32-07652c56306e" providerId="ADAL" clId="{60D42A6B-AE32-4A06-B461-AA9486421C3B}" dt="2026-07-16T08:46:14.684" v="49" actId="26606"/>
          <ac:spMkLst>
            <pc:docMk/>
            <pc:sldMk cId="2422358354" sldId="258"/>
            <ac:spMk id="3" creationId="{40F34ACF-A752-E9F4-C0A8-8C8C36FF5E47}"/>
          </ac:spMkLst>
        </pc:spChg>
        <pc:spChg chg="add">
          <ac:chgData name="SHINOHARA Soshi (篠原 想詩)" userId="309c0b21-8b61-4cd5-9d32-07652c56306e" providerId="ADAL" clId="{60D42A6B-AE32-4A06-B461-AA9486421C3B}" dt="2026-07-16T08:46:14.684" v="49" actId="26606"/>
          <ac:spMkLst>
            <pc:docMk/>
            <pc:sldMk cId="2422358354" sldId="258"/>
            <ac:spMk id="10" creationId="{353CF00F-82D0-0DBA-75D5-1D01B4526C68}"/>
          </ac:spMkLst>
        </pc:spChg>
        <pc:graphicFrameChg chg="add">
          <ac:chgData name="SHINOHARA Soshi (篠原 想詩)" userId="309c0b21-8b61-4cd5-9d32-07652c56306e" providerId="ADAL" clId="{60D42A6B-AE32-4A06-B461-AA9486421C3B}" dt="2026-07-16T08:46:14.684" v="49" actId="26606"/>
          <ac:graphicFrameMkLst>
            <pc:docMk/>
            <pc:sldMk cId="2422358354" sldId="258"/>
            <ac:graphicFrameMk id="5" creationId="{40F34ACF-A752-E9F4-C0A8-8C8C36FF5E4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B28B8-0B4C-742E-79C3-91D314F4A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090172-A739-5683-E8DB-541C0E289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528194-CC15-876E-F90B-4F35F0E6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A88E48-DE4F-C8EE-794B-792F8DEA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82D3D5-5154-B49D-01E0-9FB0D368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06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A9C7F3-70BE-59CF-0B96-7DFF1EAD3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17D97-8018-F7FF-CBCF-D805B5D8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4159CC-254B-80AE-D5C1-DEC717C7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FA5949-0691-39B5-6DDD-DEBC458A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C7935B-D49A-E314-862B-6E1A167D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01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836B3-7844-3A63-9E33-B97A2257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105FA3-DA12-7BC1-D575-95E09D0D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2B12D-5A08-C107-4B09-D109E367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708EC9-7819-25B7-429E-B9C9BD5D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4120E5-08FB-73CD-C6F9-A23F3998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56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47769-7614-D088-D448-85C0C1E7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89ED3E-7AB9-2716-3D46-34A8264B8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7C820E-EC9E-7645-CBEF-82F8072A3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D1D77A-F902-3737-4349-EF1D3F57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F58375-6889-D605-F2B0-CD9D43DC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F41AC0-4D36-BE48-0A46-4A7097F2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91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173B80-2E47-F907-38BB-87B0147D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6075D9-62C3-55A3-29E8-8B17E0D78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244411-068A-C16D-702E-7B72120BA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2EF591-9BF4-FFBC-F662-44E492134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8DA0445-AC55-6ACC-0C79-19CF503E9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071D92-C11C-A5FB-3A2C-D1602DCB8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957709-3ADD-EB28-2AA1-CC8037D9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DB288D-BE54-3F05-01CC-33F5BE3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40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914008-4F55-047D-5FC0-3081A332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0F3185-EE6E-D0F8-5D0C-349C6681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82F69A-7542-0DAA-7893-58F9A237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E15B28-9E8D-00EE-79D5-975BB298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85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14249B-E5BE-DDC1-4CFF-92785901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E35C02-5FC3-7C61-32E5-08EBE897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31E627-B183-6DA4-A257-F568E378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18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C13CD-D36B-A276-715A-BF85A409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524D15-6369-F9AE-DF45-8884DC0E9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B33370-3E64-D3C0-EEA4-175E666F2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EC19D3-9A92-6033-DA3A-D5843FA5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E791FC-456E-0E5A-2467-50EE62F3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8D2EDC-05C4-7CC8-E0EB-D2938715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37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92DF3-2D8A-DBB9-7472-820255D5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E1346D-B96C-F80F-5BC2-39E2DF08F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98B767-8C0E-BAC1-6A1C-5E5C3E6F0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7DB0C6-28B9-BCB5-9F37-A7FF064E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A4CB03-07D8-7AE0-71D9-374DCBFC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650009-B35A-A486-DC78-2D49FA3A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77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BCE99A-11E6-E2B4-DC18-CFDEC098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02FFA0-6F50-5B8B-DE33-A45D9C44F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FF5602-89F8-480E-7BA9-9E177A49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63ABCB-2DD5-77E6-AC13-009223C9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6FCCFC-5AFD-5745-1128-044BC7CE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44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BB8E46-E3C6-F95E-EB9A-0A8536FE2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8D0124-357C-6E21-4C1F-18B697AA1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7F7830-45CB-D266-6456-436F398C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449335-0BC2-C87C-E7BB-EA4558FD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8A5C57-099B-A3EE-4167-378CC055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1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4BE722-C3F7-7146-39FF-151AE976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B7308E-FA6C-B46E-FA15-6384F54A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33102-37B6-1A3C-0D16-7FDDB3586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AFE9A-779A-4F84-B450-DF5855BA0C8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535188-D448-E0AD-6DAE-C8CA17490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F17271-7984-3AAE-EC0C-3D067DC95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AD56F-D457-47E8-9A99-EBB2FF8ED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35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file:///\\nksv569.ad.nkc.co.jp\Share\mnt\DGS-SV\&#9733;&#20491;&#20154;&#12501;&#12457;&#12523;&#12480;\&#31712;&#21407;\&#21360;&#21047;&#27231;&#12395;&#34920;&#31034;&#12373;&#12428;&#12427;&#21517;&#21069;&#12398;&#22793;&#26356;&#25163;&#38918;&#26360;\&#21360;&#21047;&#27231;&#12395;&#34920;&#31034;&#12373;&#12428;&#12427;&#21517;&#21069;&#12398;&#22793;&#26356;&#25163;&#38918;&#26360;_Image\7.p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603AD0-5C90-95CA-06BB-E5048E36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25800" cy="3600953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0E980F1-4552-9DF0-D29D-D2DF25299FF2}"/>
              </a:ext>
            </a:extLst>
          </p:cNvPr>
          <p:cNvSpPr/>
          <p:nvPr/>
        </p:nvSpPr>
        <p:spPr>
          <a:xfrm>
            <a:off x="1298864" y="2421082"/>
            <a:ext cx="1506682" cy="1179871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19A67AE-4B85-4178-62E6-95209AAB512C}"/>
              </a:ext>
            </a:extLst>
          </p:cNvPr>
          <p:cNvSpPr/>
          <p:nvPr/>
        </p:nvSpPr>
        <p:spPr>
          <a:xfrm>
            <a:off x="1789834" y="1800476"/>
            <a:ext cx="524741" cy="548372"/>
          </a:xfrm>
          <a:prstGeom prst="downArrow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3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D8AFF43-2773-ECBB-7103-6C447FD86D22}"/>
              </a:ext>
            </a:extLst>
          </p:cNvPr>
          <p:cNvGrpSpPr/>
          <p:nvPr/>
        </p:nvGrpSpPr>
        <p:grpSpPr>
          <a:xfrm>
            <a:off x="0" y="495023"/>
            <a:ext cx="12192000" cy="5867953"/>
            <a:chOff x="0" y="495023"/>
            <a:chExt cx="12192000" cy="586795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4A18EE8-33C1-6D78-296D-4B80658D2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95023"/>
              <a:ext cx="12192000" cy="5867953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3B6D754-9DE3-363D-873A-7D5767B7E699}"/>
                </a:ext>
              </a:extLst>
            </p:cNvPr>
            <p:cNvSpPr/>
            <p:nvPr/>
          </p:nvSpPr>
          <p:spPr>
            <a:xfrm>
              <a:off x="45720" y="2336800"/>
              <a:ext cx="2565400" cy="44196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29AB42C2-C7A4-53B1-A268-1C3DEBACBC8A}"/>
                </a:ext>
              </a:extLst>
            </p:cNvPr>
            <p:cNvSpPr/>
            <p:nvPr/>
          </p:nvSpPr>
          <p:spPr>
            <a:xfrm>
              <a:off x="662940" y="1021080"/>
              <a:ext cx="1440180" cy="381000"/>
            </a:xfrm>
            <a:prstGeom prst="rect">
              <a:avLst/>
            </a:prstGeom>
            <a:solidFill>
              <a:srgbClr val="1A203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B3C5A08-5A9A-9575-3B9E-3CCFE2ACD636}"/>
                </a:ext>
              </a:extLst>
            </p:cNvPr>
            <p:cNvSpPr/>
            <p:nvPr/>
          </p:nvSpPr>
          <p:spPr>
            <a:xfrm>
              <a:off x="3545840" y="5173980"/>
              <a:ext cx="8547100" cy="56388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コネクタ: カギ線 12">
              <a:extLst>
                <a:ext uri="{FF2B5EF4-FFF2-40B4-BE49-F238E27FC236}">
                  <a16:creationId xmlns:a16="http://schemas.microsoft.com/office/drawing/2014/main" id="{8A1182AE-B728-C228-04F5-E8038F3D8DA4}"/>
                </a:ext>
              </a:extLst>
            </p:cNvPr>
            <p:cNvCxnSpPr>
              <a:cxnSpLocks/>
              <a:stCxn id="4" idx="3"/>
              <a:endCxn id="8" idx="0"/>
            </p:cNvCxnSpPr>
            <p:nvPr/>
          </p:nvCxnSpPr>
          <p:spPr>
            <a:xfrm>
              <a:off x="2611120" y="2557780"/>
              <a:ext cx="5208270" cy="2616200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173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4B1C-EDC5-89FE-CF19-5E9F869D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D7F2480-8BCE-55D6-415F-ED6DC6EB49B0}"/>
              </a:ext>
            </a:extLst>
          </p:cNvPr>
          <p:cNvGrpSpPr/>
          <p:nvPr/>
        </p:nvGrpSpPr>
        <p:grpSpPr>
          <a:xfrm>
            <a:off x="0" y="584825"/>
            <a:ext cx="12192000" cy="5688350"/>
            <a:chOff x="0" y="584825"/>
            <a:chExt cx="12192000" cy="568835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9F124F65-98E2-F11A-BC40-07B154234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84825"/>
              <a:ext cx="12192000" cy="5688350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66C544A-A486-517A-063C-DF210AB46E22}"/>
                </a:ext>
              </a:extLst>
            </p:cNvPr>
            <p:cNvSpPr/>
            <p:nvPr/>
          </p:nvSpPr>
          <p:spPr>
            <a:xfrm>
              <a:off x="177800" y="5273040"/>
              <a:ext cx="11831320" cy="87376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939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03A6-8717-63A8-4591-6A1FCA1D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150021C-285B-E7BF-FA1B-B9FCADC4018C}"/>
              </a:ext>
            </a:extLst>
          </p:cNvPr>
          <p:cNvGrpSpPr/>
          <p:nvPr/>
        </p:nvGrpSpPr>
        <p:grpSpPr>
          <a:xfrm>
            <a:off x="655880" y="0"/>
            <a:ext cx="10880239" cy="6858000"/>
            <a:chOff x="655880" y="0"/>
            <a:chExt cx="10880239" cy="685800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607BC4BD-2F63-ADD1-BD25-1052375C5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880" y="0"/>
              <a:ext cx="10880239" cy="6858000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4115C3F-2444-20D1-1DE7-41D696BF7405}"/>
                </a:ext>
              </a:extLst>
            </p:cNvPr>
            <p:cNvSpPr/>
            <p:nvPr/>
          </p:nvSpPr>
          <p:spPr>
            <a:xfrm>
              <a:off x="802640" y="3789680"/>
              <a:ext cx="10535920" cy="87376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419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4F20-89F5-8CF2-A285-5D4AE99F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5647F01-1884-B914-A77C-4E7A6C971909}"/>
              </a:ext>
            </a:extLst>
          </p:cNvPr>
          <p:cNvGrpSpPr/>
          <p:nvPr/>
        </p:nvGrpSpPr>
        <p:grpSpPr>
          <a:xfrm>
            <a:off x="2314047" y="200439"/>
            <a:ext cx="7563906" cy="6477904"/>
            <a:chOff x="2314047" y="190048"/>
            <a:chExt cx="7563906" cy="647790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73EEB92-E6E3-5A4F-70BC-51C16A52A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4047" y="190048"/>
              <a:ext cx="7563906" cy="6477904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2173FCD-B538-E6AA-C6F3-23887B316D42}"/>
                </a:ext>
              </a:extLst>
            </p:cNvPr>
            <p:cNvSpPr/>
            <p:nvPr/>
          </p:nvSpPr>
          <p:spPr>
            <a:xfrm>
              <a:off x="2383536" y="646176"/>
              <a:ext cx="640080" cy="32308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2991C9D-9273-67BB-D4DA-1D70C868ADC0}"/>
                </a:ext>
              </a:extLst>
            </p:cNvPr>
            <p:cNvSpPr/>
            <p:nvPr/>
          </p:nvSpPr>
          <p:spPr>
            <a:xfrm>
              <a:off x="4033520" y="5567680"/>
              <a:ext cx="1371600" cy="457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コネクタ: カギ線 12">
              <a:extLst>
                <a:ext uri="{FF2B5EF4-FFF2-40B4-BE49-F238E27FC236}">
                  <a16:creationId xmlns:a16="http://schemas.microsoft.com/office/drawing/2014/main" id="{AF354AE3-716F-DBDB-7AAA-FCDD65568B30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rot="16200000" flipH="1">
              <a:off x="1412240" y="2260600"/>
              <a:ext cx="4598416" cy="2015744"/>
            </a:xfrm>
            <a:prstGeom prst="bentConnector3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13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49C2-4BDD-20D9-F12A-05EF4903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84B179C-DD2A-EC4E-9C4D-84439965249F}"/>
              </a:ext>
            </a:extLst>
          </p:cNvPr>
          <p:cNvGrpSpPr/>
          <p:nvPr/>
        </p:nvGrpSpPr>
        <p:grpSpPr>
          <a:xfrm>
            <a:off x="2055628" y="0"/>
            <a:ext cx="8080744" cy="6858000"/>
            <a:chOff x="2055628" y="0"/>
            <a:chExt cx="8080744" cy="685800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2784179-0C8A-188D-11BF-247F9FE3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5628" y="0"/>
              <a:ext cx="8080744" cy="6858000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82A8E92-0709-29BC-42CB-F86C2E4C29DD}"/>
                </a:ext>
              </a:extLst>
            </p:cNvPr>
            <p:cNvSpPr/>
            <p:nvPr/>
          </p:nvSpPr>
          <p:spPr>
            <a:xfrm>
              <a:off x="2728976" y="402336"/>
              <a:ext cx="640080" cy="32308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C605831-BA90-0363-13B2-643499B14D58}"/>
                </a:ext>
              </a:extLst>
            </p:cNvPr>
            <p:cNvSpPr/>
            <p:nvPr/>
          </p:nvSpPr>
          <p:spPr>
            <a:xfrm>
              <a:off x="8178800" y="1036320"/>
              <a:ext cx="1737360" cy="34544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コネクタ: カギ線 7">
              <a:extLst>
                <a:ext uri="{FF2B5EF4-FFF2-40B4-BE49-F238E27FC236}">
                  <a16:creationId xmlns:a16="http://schemas.microsoft.com/office/drawing/2014/main" id="{1CEC849F-BCA7-82B4-D530-B55148DF9060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rot="16200000" flipH="1">
              <a:off x="5892800" y="-2118360"/>
              <a:ext cx="310896" cy="5998464"/>
            </a:xfrm>
            <a:prstGeom prst="bentConnector3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462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833F-A708-ECA7-82CF-B944AC6F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5F975A7-CBC0-DF93-9538-875CC8C612E7}"/>
              </a:ext>
            </a:extLst>
          </p:cNvPr>
          <p:cNvGrpSpPr/>
          <p:nvPr/>
        </p:nvGrpSpPr>
        <p:grpSpPr>
          <a:xfrm>
            <a:off x="3417338" y="2198263"/>
            <a:ext cx="5357324" cy="2461473"/>
            <a:chOff x="3417338" y="2198263"/>
            <a:chExt cx="5357324" cy="2461473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9ECEA622-259C-0CEA-6A2D-D36427A9D373}"/>
                </a:ext>
              </a:extLst>
            </p:cNvPr>
            <p:cNvPicPr>
              <a:picLocks noChangeAspect="1"/>
            </p:cNvPicPr>
            <p:nvPr/>
          </p:nvPicPr>
          <p:blipFill>
            <a:blip r:link="rId2"/>
            <a:stretch>
              <a:fillRect/>
            </a:stretch>
          </p:blipFill>
          <p:spPr>
            <a:xfrm>
              <a:off x="3417338" y="2198263"/>
              <a:ext cx="5357324" cy="2461473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B95E800-A9F1-F3A3-F818-0D6D1D0BD9EC}"/>
                </a:ext>
              </a:extLst>
            </p:cNvPr>
            <p:cNvSpPr/>
            <p:nvPr/>
          </p:nvSpPr>
          <p:spPr>
            <a:xfrm>
              <a:off x="3561079" y="3021435"/>
              <a:ext cx="1596601" cy="17388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058E89C-7A46-24FE-6B5E-F63CD8BDDCE7}"/>
                </a:ext>
              </a:extLst>
            </p:cNvPr>
            <p:cNvSpPr/>
            <p:nvPr/>
          </p:nvSpPr>
          <p:spPr>
            <a:xfrm>
              <a:off x="3561078" y="3344649"/>
              <a:ext cx="1596602" cy="17388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" name="コネクタ: カギ線 1">
              <a:extLst>
                <a:ext uri="{FF2B5EF4-FFF2-40B4-BE49-F238E27FC236}">
                  <a16:creationId xmlns:a16="http://schemas.microsoft.com/office/drawing/2014/main" id="{D3590CAE-A59F-9367-FE6A-C707F3CE6ACC}"/>
                </a:ext>
              </a:extLst>
            </p:cNvPr>
            <p:cNvCxnSpPr>
              <a:cxnSpLocks/>
              <a:stCxn id="5" idx="3"/>
              <a:endCxn id="7" idx="3"/>
            </p:cNvCxnSpPr>
            <p:nvPr/>
          </p:nvCxnSpPr>
          <p:spPr>
            <a:xfrm>
              <a:off x="5157680" y="3108378"/>
              <a:ext cx="12700" cy="323214"/>
            </a:xfrm>
            <a:prstGeom prst="bentConnector3">
              <a:avLst>
                <a:gd name="adj1" fmla="val 1530000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EAA6EF2-0914-99E2-E2E8-135887A74DF1}"/>
                </a:ext>
              </a:extLst>
            </p:cNvPr>
            <p:cNvSpPr/>
            <p:nvPr/>
          </p:nvSpPr>
          <p:spPr>
            <a:xfrm>
              <a:off x="5372100" y="3064906"/>
              <a:ext cx="445770" cy="8694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9695B48-D6FA-0424-B12B-22B5C42D849D}"/>
                </a:ext>
              </a:extLst>
            </p:cNvPr>
            <p:cNvSpPr txBox="1"/>
            <p:nvPr/>
          </p:nvSpPr>
          <p:spPr>
            <a:xfrm>
              <a:off x="5752265" y="2992986"/>
              <a:ext cx="10278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&lt;</a:t>
              </a:r>
              <a:r>
                <a:rPr kumimoji="1" lang="ja-JP" altLang="en-US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入力不可</a:t>
              </a:r>
              <a:r>
                <a:rPr lang="en-US" altLang="ja-JP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&gt;</a:t>
              </a:r>
              <a:endParaRPr kumimoji="1" lang="ja-JP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B8B841AE-A281-D83C-BEB5-F9E0714D0AA0}"/>
                </a:ext>
              </a:extLst>
            </p:cNvPr>
            <p:cNvSpPr txBox="1"/>
            <p:nvPr/>
          </p:nvSpPr>
          <p:spPr>
            <a:xfrm>
              <a:off x="5337191" y="3031457"/>
              <a:ext cx="5886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/>
                <a:t>aa01234</a:t>
              </a:r>
              <a:endParaRPr kumimoji="1" lang="ja-JP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507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88A1-D20A-C87E-B0EC-1F2D12A2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644DA95-F2FA-D172-A56A-D574D5ADA7B5}"/>
              </a:ext>
            </a:extLst>
          </p:cNvPr>
          <p:cNvGrpSpPr/>
          <p:nvPr/>
        </p:nvGrpSpPr>
        <p:grpSpPr>
          <a:xfrm>
            <a:off x="3185706" y="2061971"/>
            <a:ext cx="5820587" cy="2734057"/>
            <a:chOff x="3185706" y="2061971"/>
            <a:chExt cx="5820587" cy="273405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57A38AEF-49BE-3CEE-B52D-D492673C5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06" y="2061971"/>
              <a:ext cx="5820587" cy="2734057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1201850-5CBA-721F-D473-E786A8AEB68F}"/>
                </a:ext>
              </a:extLst>
            </p:cNvPr>
            <p:cNvSpPr/>
            <p:nvPr/>
          </p:nvSpPr>
          <p:spPr>
            <a:xfrm>
              <a:off x="3379343" y="3005454"/>
              <a:ext cx="1924050" cy="1968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矢印: 右 8">
              <a:extLst>
                <a:ext uri="{FF2B5EF4-FFF2-40B4-BE49-F238E27FC236}">
                  <a16:creationId xmlns:a16="http://schemas.microsoft.com/office/drawing/2014/main" id="{D8FE1C96-AB1B-F1EF-08F9-388F1BF15039}"/>
                </a:ext>
              </a:extLst>
            </p:cNvPr>
            <p:cNvSpPr/>
            <p:nvPr/>
          </p:nvSpPr>
          <p:spPr>
            <a:xfrm rot="10800000">
              <a:off x="5347678" y="3045049"/>
              <a:ext cx="298704" cy="133536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392D6E-6946-CB5A-BF24-02E844AA0264}"/>
                </a:ext>
              </a:extLst>
            </p:cNvPr>
            <p:cNvSpPr/>
            <p:nvPr/>
          </p:nvSpPr>
          <p:spPr>
            <a:xfrm>
              <a:off x="5568620" y="2763520"/>
              <a:ext cx="3293440" cy="257810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コネクタ: カギ線 12">
              <a:extLst>
                <a:ext uri="{FF2B5EF4-FFF2-40B4-BE49-F238E27FC236}">
                  <a16:creationId xmlns:a16="http://schemas.microsoft.com/office/drawing/2014/main" id="{61E2FBC3-C05E-8A5E-8CC8-CDD6E2F7ED08}"/>
                </a:ext>
              </a:extLst>
            </p:cNvPr>
            <p:cNvCxnSpPr>
              <a:cxnSpLocks/>
              <a:stCxn id="4" idx="2"/>
              <a:endCxn id="11" idx="2"/>
            </p:cNvCxnSpPr>
            <p:nvPr/>
          </p:nvCxnSpPr>
          <p:spPr>
            <a:xfrm rot="5400000" flipH="1" flipV="1">
              <a:off x="5687867" y="1674831"/>
              <a:ext cx="180974" cy="2873972"/>
            </a:xfrm>
            <a:prstGeom prst="bentConnector3">
              <a:avLst>
                <a:gd name="adj1" fmla="val -126316"/>
              </a:avLst>
            </a:prstGeom>
            <a:ln w="12700">
              <a:solidFill>
                <a:schemeClr val="accent2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4609937-96B9-FBE9-1F69-5596CE08F764}"/>
                </a:ext>
              </a:extLst>
            </p:cNvPr>
            <p:cNvSpPr txBox="1"/>
            <p:nvPr/>
          </p:nvSpPr>
          <p:spPr>
            <a:xfrm>
              <a:off x="6310753" y="2721212"/>
              <a:ext cx="1953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accent2"/>
                  </a:solidFill>
                </a:rPr>
                <a:t>―</a:t>
              </a:r>
              <a:r>
                <a:rPr kumimoji="1" lang="ja-JP" altLang="en-US" b="1" dirty="0">
                  <a:solidFill>
                    <a:schemeClr val="accent2"/>
                  </a:solidFill>
                </a:rPr>
                <a:t>入力可能</a:t>
              </a:r>
              <a:r>
                <a:rPr lang="ja-JP" altLang="en-US" b="1" dirty="0">
                  <a:solidFill>
                    <a:schemeClr val="accent2"/>
                  </a:solidFill>
                </a:rPr>
                <a:t>に</a:t>
              </a:r>
              <a:r>
                <a:rPr lang="en-US" altLang="ja-JP" b="1" dirty="0">
                  <a:solidFill>
                    <a:schemeClr val="accent2"/>
                  </a:solidFill>
                </a:rPr>
                <a:t>―</a:t>
              </a:r>
              <a:endParaRPr kumimoji="1" lang="ja-JP" altLang="en-US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24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C24C-7CEB-A459-7467-82412E75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49399BD-E1F7-3776-52C9-992EB7BE37B0}"/>
              </a:ext>
            </a:extLst>
          </p:cNvPr>
          <p:cNvGrpSpPr/>
          <p:nvPr/>
        </p:nvGrpSpPr>
        <p:grpSpPr>
          <a:xfrm>
            <a:off x="3161890" y="2038156"/>
            <a:ext cx="5868219" cy="2781688"/>
            <a:chOff x="3161890" y="2038156"/>
            <a:chExt cx="5868219" cy="278168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AEE8768-226E-63CF-E061-AD76B6944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1890" y="2038156"/>
              <a:ext cx="5868219" cy="2781688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DFB6F53-2325-BA58-2F1A-3DD8A9AA40BA}"/>
                </a:ext>
              </a:extLst>
            </p:cNvPr>
            <p:cNvSpPr/>
            <p:nvPr/>
          </p:nvSpPr>
          <p:spPr>
            <a:xfrm>
              <a:off x="5539486" y="2740660"/>
              <a:ext cx="3318764" cy="30353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5BF907-9D52-5974-0711-A01D16F9FB02}"/>
              </a:ext>
            </a:extLst>
          </p:cNvPr>
          <p:cNvSpPr/>
          <p:nvPr/>
        </p:nvSpPr>
        <p:spPr>
          <a:xfrm>
            <a:off x="3347466" y="2740660"/>
            <a:ext cx="1989074" cy="30353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8B81F05F-0B4D-9B03-CE31-059998FE0C75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 rot="16200000" flipH="1">
            <a:off x="5770435" y="1615757"/>
            <a:ext cx="12700" cy="2856865"/>
          </a:xfrm>
          <a:prstGeom prst="bentConnector3">
            <a:avLst>
              <a:gd name="adj1" fmla="val 1896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6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c2885-f052-48d0-98f2-4ee2bfc5cc07}" enabled="0" method="" siteId="{ca9c2885-f052-48d0-98f2-4ee2bfc5cc0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9</Words>
  <Application>Microsoft Office PowerPoint</Application>
  <PresentationFormat>ワイド画面</PresentationFormat>
  <Paragraphs>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SHINOHARA Soshi (篠原 想詩)</dc:creator>
  <cp:lastModifiedBy>SHINOHARA Soshi (篠原 想詩)</cp:lastModifiedBy>
  <cp:revision>17</cp:revision>
  <dcterms:created xsi:type="dcterms:W3CDTF">2026-07-16T05:46:51Z</dcterms:created>
  <dcterms:modified xsi:type="dcterms:W3CDTF">2026-07-28T02:29:23Z</dcterms:modified>
</cp:coreProperties>
</file>