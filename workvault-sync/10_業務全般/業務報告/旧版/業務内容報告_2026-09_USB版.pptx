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9月の業務報告。棚卸し、0確認マクロ、サーバー引き継ぎの3本柱で話す。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3本柱。共通するのは属人化した手順の文書化。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数字で規模感を示す。リスクは実際に事故りうるものを3つ。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未検証であることを明確に伝える。特にEnter送信の影響。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バックアップ障害の共通点が本質。文書化だけでは解決しないと伝える。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判断待ちを明確に。特に0確認マクロは本番実行の可否に直結する。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業務内容報告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 ／ 第2生産部 生産1課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棚卸し業務の調査と標準化 ／ マクロの仕様化 ／ サーバー引き継ぎ調査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937760"/>
            <a:ext cx="292608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報告者: 篠原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今月やったこと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いずれも「人の頭の中にしかない手順」を、誰でも実行できる文書に落とす作業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固定テーブル棚卸し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手順書と仕様書を作成。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対象を5製品へ一般化し、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移動先コードを確定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0確認マクロ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03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コードから仕様を復元し、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仕様書兼実行手順書を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新規作成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サーバー引き継ぎ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03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佐藤さんの資料から資産を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復元。点検文書の様式を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いずれも未確定事項を「要確認」として残し、推測で埋めない方針で作成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固定テーブル棚卸し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現物とEG-Pro在庫の差異を解消する作業を、はじめての人が実行できる状態にした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対応製品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(AED/TEC1000/TEC5600/NKV/送信機)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手順ステップ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(設備操作〜部品取付)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ボタン早見表の行数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(当日印刷して持参)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64592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897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作業手順書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詳細設計・仕様書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関係性マップ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運用ルール(MOC)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解消した主なリスク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41788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移動先コードの取り違え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1148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資料により201/202/208が混在 → ライン別(201/202/203)で確定。誤ると全対象を誤った倉庫へ移す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7457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681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見出し1件でSQLが流れる不具合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46817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リスト再作成とD列の目視を手順に明記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3126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48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棚卸し中の判定列の誤読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524865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Tanaoroshi形式では在庫が全件0のため、新品/使いかけ判定を信用しない旨を追記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0確認マクロの仕様化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引き継ぎ資料がないため、VBAコードから入力・処理・出力を復元した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A列の番号を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上から順に読む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2724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リール消費画面へ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座標クリックと入力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前面ウィンドウの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タイトルで分岐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96528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B列へ○または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無しを書き込む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BEE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本番実行の前に必ず埋める1点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3B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Enter送信がアプリ側で「照会だけ」で終わるのか「消費の登録」まで進むのかがコードから読み取れない。ここで取り消し可否が変わるため、確認できるまで本番実行の判断はできない。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あわせて分かった弱点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画面座標(ウィンドウ左上から横180・縦69)に依存し、解像度や表示倍率が変わると動かない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ウィンドウタイトルの完全一致で判定するため、画面名が変われば待機したまま進まない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実行中に別ウィンドウが前面に出ると、そちらへ番号とEnterが入る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サーバー・システムの引き継ぎ調査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佐藤さんの引き継ぎ資料から、管理対象の資産と依存関係を復元した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復元できた管理対象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共有ファイルサーバー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039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バックアップ機能を停止し暫定運用中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42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生産系クラウドサーバー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6426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更新経路が異常。手動更新手順あり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21868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両ネットワーク接続端末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管理者権限が一時移譲されたまま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49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Pana-CIM 4コンポーネント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849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いずれも同一バージョン(2020年ビルド)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見つかった共通の弱点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BEE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B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バックアップ障害が2件、いずれも長期間気づかれずに放置されていた。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788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7A3B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1件は1年以上、再起動をきっかけに発覚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7A3B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もう1件はバックアップ元を壊す挙動で停止中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7A3B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共通点は「成否を確認する担当がいなかった」こと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手順書を作るだけでは再発する。誰がどこで結果を確認し、失敗時に何をするかまで決める必要がある。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63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点検文書は管理書とSOPの二層構造で作る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検証環境がなく本番でしか確認できないため、SOP側に「操作の種別(読み取りか状態変更か)」「取り消し可否」「中断条件」の3欄を足す。迷ったとき作業者が止まれる根拠を文書に置く。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10月に向けて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E3A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9/18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ゼロ確認の見積もり提出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週報で報告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E3A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0332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4種マクロの調査完了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リール消費・ラベル再発行ほか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E3A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10/23-26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棚卸しの実施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いずれかの日程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15544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E3A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726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10末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286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棚卸し本番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生産完了順に全ライン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31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D3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判断をお願いしたいこと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3891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0確認マクロのEnter送信が何を確定させるか。確認できる方を教えていただきたい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SQL一括移動の実行者と、バックアップの保存先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50円以下部品を数えるか、ラベル貼付と取り付け解除を省略してよいか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引き継ぎ資料に平文のパスワードが含まれる。点検文書へ転記する前に置き場所を決めたい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2026-09-16T10:39:26Z</dcterms:created>
  <dcterms:modified xsi:type="dcterms:W3CDTF">2026-09-16T10:39:26Z</dcterms:modified>
</cp:coreProperties>
</file>