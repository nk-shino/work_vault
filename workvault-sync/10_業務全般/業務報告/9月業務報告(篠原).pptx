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3" r:id="rId4"/>
    <p:sldId id="261" r:id="rId5"/>
    <p:sldId id="264" r:id="rId6"/>
    <p:sldId id="26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B977E-83BD-4364-9C7A-8EA8A549CE76}" v="67" dt="2026-09-18T06:10:57.3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OHARA Soshi (篠原 想詩)" userId="309c0b21-8b61-4cd5-9d32-07652c56306e" providerId="ADAL" clId="{60D42A6B-AE32-4A06-B461-AA9486421C3B}"/>
    <pc:docChg chg="undo custSel addSld delSld modSld sldOrd delMainMaster">
      <pc:chgData name="SHINOHARA Soshi (篠原 想詩)" userId="309c0b21-8b61-4cd5-9d32-07652c56306e" providerId="ADAL" clId="{60D42A6B-AE32-4A06-B461-AA9486421C3B}" dt="2026-09-18T07:27:41.343" v="2583" actId="20577"/>
      <pc:docMkLst>
        <pc:docMk/>
      </pc:docMkLst>
      <pc:sldChg chg="del">
        <pc:chgData name="SHINOHARA Soshi (篠原 想詩)" userId="309c0b21-8b61-4cd5-9d32-07652c56306e" providerId="ADAL" clId="{60D42A6B-AE32-4A06-B461-AA9486421C3B}" dt="2026-09-18T06:09:00.715" v="2395" actId="47"/>
        <pc:sldMkLst>
          <pc:docMk/>
          <pc:sldMk cId="2775494873" sldId="256"/>
        </pc:sldMkLst>
      </pc:sldChg>
      <pc:sldChg chg="addSp delSp modSp new del mod">
        <pc:chgData name="SHINOHARA Soshi (篠原 想詩)" userId="309c0b21-8b61-4cd5-9d32-07652c56306e" providerId="ADAL" clId="{60D42A6B-AE32-4A06-B461-AA9486421C3B}" dt="2026-09-18T06:09:01.320" v="2396" actId="47"/>
        <pc:sldMkLst>
          <pc:docMk/>
          <pc:sldMk cId="2238980019" sldId="257"/>
        </pc:sldMkLst>
        <pc:spChg chg="del">
          <ac:chgData name="SHINOHARA Soshi (篠原 想詩)" userId="309c0b21-8b61-4cd5-9d32-07652c56306e" providerId="ADAL" clId="{60D42A6B-AE32-4A06-B461-AA9486421C3B}" dt="2026-09-18T05:11:48.559" v="2" actId="478"/>
          <ac:spMkLst>
            <pc:docMk/>
            <pc:sldMk cId="2238980019" sldId="257"/>
            <ac:spMk id="2" creationId="{394D9B7B-7D5B-7DBA-ABDB-D47E65809127}"/>
          </ac:spMkLst>
        </pc:spChg>
        <pc:spChg chg="del">
          <ac:chgData name="SHINOHARA Soshi (篠原 想詩)" userId="309c0b21-8b61-4cd5-9d32-07652c56306e" providerId="ADAL" clId="{60D42A6B-AE32-4A06-B461-AA9486421C3B}" dt="2026-09-18T05:11:47.940" v="1" actId="478"/>
          <ac:spMkLst>
            <pc:docMk/>
            <pc:sldMk cId="2238980019" sldId="257"/>
            <ac:spMk id="3" creationId="{26DF8E07-B2DA-7105-C165-EE27C7BA2409}"/>
          </ac:spMkLst>
        </pc:spChg>
        <pc:graphicFrameChg chg="add del mod">
          <ac:chgData name="SHINOHARA Soshi (篠原 想詩)" userId="309c0b21-8b61-4cd5-9d32-07652c56306e" providerId="ADAL" clId="{60D42A6B-AE32-4A06-B461-AA9486421C3B}" dt="2026-09-18T05:12:05.751" v="5" actId="478"/>
          <ac:graphicFrameMkLst>
            <pc:docMk/>
            <pc:sldMk cId="2238980019" sldId="257"/>
            <ac:graphicFrameMk id="4" creationId="{492B0FED-8F60-8C69-B5F2-5450775EA0FF}"/>
          </ac:graphicFrameMkLst>
        </pc:graphicFrameChg>
      </pc:sldChg>
      <pc:sldChg chg="addSp delSp modSp add del mod">
        <pc:chgData name="SHINOHARA Soshi (篠原 想詩)" userId="309c0b21-8b61-4cd5-9d32-07652c56306e" providerId="ADAL" clId="{60D42A6B-AE32-4A06-B461-AA9486421C3B}" dt="2026-09-18T05:52:20.736" v="1612" actId="20577"/>
        <pc:sldMkLst>
          <pc:docMk/>
          <pc:sldMk cId="0" sldId="258"/>
        </pc:sldMkLst>
        <pc:spChg chg="add del mod">
          <ac:chgData name="SHINOHARA Soshi (篠原 想詩)" userId="309c0b21-8b61-4cd5-9d32-07652c56306e" providerId="ADAL" clId="{60D42A6B-AE32-4A06-B461-AA9486421C3B}" dt="2026-09-18T05:15:21.052" v="58" actId="21"/>
          <ac:spMkLst>
            <pc:docMk/>
            <pc:sldMk cId="0" sldId="258"/>
            <ac:spMk id="2" creationId="{94DD132E-067B-7378-CD64-23C9EC5B506B}"/>
          </ac:spMkLst>
        </pc:spChg>
        <pc:spChg chg="add mod">
          <ac:chgData name="SHINOHARA Soshi (篠原 想詩)" userId="309c0b21-8b61-4cd5-9d32-07652c56306e" providerId="ADAL" clId="{60D42A6B-AE32-4A06-B461-AA9486421C3B}" dt="2026-09-18T05:52:20.736" v="1612" actId="20577"/>
          <ac:spMkLst>
            <pc:docMk/>
            <pc:sldMk cId="0" sldId="258"/>
            <ac:spMk id="3" creationId="{D8611FDF-9B1D-9612-327D-9456F6143916}"/>
          </ac:spMkLst>
        </pc:spChg>
        <pc:spChg chg="add del mod">
          <ac:chgData name="SHINOHARA Soshi (篠原 想詩)" userId="309c0b21-8b61-4cd5-9d32-07652c56306e" providerId="ADAL" clId="{60D42A6B-AE32-4A06-B461-AA9486421C3B}" dt="2026-09-18T05:15:29.082" v="64" actId="478"/>
          <ac:spMkLst>
            <pc:docMk/>
            <pc:sldMk cId="0" sldId="258"/>
            <ac:spMk id="4" creationId="{EB812D85-C2CF-8FAD-F086-3119E0647715}"/>
          </ac:spMkLst>
        </pc:spChg>
        <pc:spChg chg="add del mod">
          <ac:chgData name="SHINOHARA Soshi (篠原 想詩)" userId="309c0b21-8b61-4cd5-9d32-07652c56306e" providerId="ADAL" clId="{60D42A6B-AE32-4A06-B461-AA9486421C3B}" dt="2026-09-18T05:15:27.457" v="63" actId="21"/>
          <ac:spMkLst>
            <pc:docMk/>
            <pc:sldMk cId="0" sldId="258"/>
            <ac:spMk id="6" creationId="{31E1ED1F-4204-68E6-245A-F1A17FB2943C}"/>
          </ac:spMkLst>
        </pc:spChg>
        <pc:spChg chg="add mod">
          <ac:chgData name="SHINOHARA Soshi (篠原 想詩)" userId="309c0b21-8b61-4cd5-9d32-07652c56306e" providerId="ADAL" clId="{60D42A6B-AE32-4A06-B461-AA9486421C3B}" dt="2026-09-18T05:21:48.287" v="207" actId="1076"/>
          <ac:spMkLst>
            <pc:docMk/>
            <pc:sldMk cId="0" sldId="258"/>
            <ac:spMk id="8" creationId="{D2FA8936-D68E-6874-8EB3-C9A079275CE7}"/>
          </ac:spMkLst>
        </pc:spChg>
        <pc:spChg chg="del mod">
          <ac:chgData name="SHINOHARA Soshi (篠原 想詩)" userId="309c0b21-8b61-4cd5-9d32-07652c56306e" providerId="ADAL" clId="{60D42A6B-AE32-4A06-B461-AA9486421C3B}" dt="2026-09-18T05:15:22.292" v="59" actId="478"/>
          <ac:spMkLst>
            <pc:docMk/>
            <pc:sldMk cId="0" sldId="258"/>
            <ac:spMk id="5125" creationId="{ED21CF95-DAEB-0ED1-2F64-90E9C5261A33}"/>
          </ac:spMkLst>
        </pc:spChg>
        <pc:spChg chg="del">
          <ac:chgData name="SHINOHARA Soshi (篠原 想詩)" userId="309c0b21-8b61-4cd5-9d32-07652c56306e" providerId="ADAL" clId="{60D42A6B-AE32-4A06-B461-AA9486421C3B}" dt="2026-09-18T05:15:34.042" v="66" actId="478"/>
          <ac:spMkLst>
            <pc:docMk/>
            <pc:sldMk cId="0" sldId="258"/>
            <ac:spMk id="5126" creationId="{7F2BCA0B-F299-74C5-96D3-C3D6EF19918A}"/>
          </ac:spMkLst>
        </pc:spChg>
      </pc:sldChg>
      <pc:sldChg chg="addSp delSp modSp add del mod">
        <pc:chgData name="SHINOHARA Soshi (篠原 想詩)" userId="309c0b21-8b61-4cd5-9d32-07652c56306e" providerId="ADAL" clId="{60D42A6B-AE32-4A06-B461-AA9486421C3B}" dt="2026-09-18T06:10:48.715" v="2475" actId="47"/>
        <pc:sldMkLst>
          <pc:docMk/>
          <pc:sldMk cId="0" sldId="259"/>
        </pc:sldMkLst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5" creationId="{16BEEDCE-E230-E6CC-9D69-9CE4C12B6E65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7" creationId="{794BAA89-82D5-064F-1037-F3EDA1FF681E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3" creationId="{DB6929EC-8CFE-8684-4905-C662CE9BE12D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5" creationId="{416E2D99-8C5A-832E-B72D-3136EB456A41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17" creationId="{2B21E95C-2D0A-5FC1-3149-E4B9CCFAD21E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3" creationId="{419E1F2C-F215-144D-EDD1-43FD3B28E70F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9" creationId="{6A6720B2-6AE5-C69A-25D4-DA3CC3F19CCD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31" creationId="{A0DD7059-571E-3CD1-FCA7-1BE1DCA6BE1C}"/>
          </ac:spMkLst>
        </pc:spChg>
        <pc:spChg chg="del">
          <ac:chgData name="SHINOHARA Soshi (篠原 想詩)" userId="309c0b21-8b61-4cd5-9d32-07652c56306e" providerId="ADAL" clId="{60D42A6B-AE32-4A06-B461-AA9486421C3B}" dt="2026-09-18T05:24:39.639" v="251" actId="478"/>
          <ac:spMkLst>
            <pc:docMk/>
            <pc:sldMk cId="0" sldId="259"/>
            <ac:spMk id="20482" creationId="{C2E6D61F-0D42-AF61-3931-B76E4F1180F0}"/>
          </ac:spMkLst>
        </pc:spChg>
        <pc:spChg chg="del">
          <ac:chgData name="SHINOHARA Soshi (篠原 想詩)" userId="309c0b21-8b61-4cd5-9d32-07652c56306e" providerId="ADAL" clId="{60D42A6B-AE32-4A06-B461-AA9486421C3B}" dt="2026-09-18T05:24:38.450" v="250" actId="478"/>
          <ac:spMkLst>
            <pc:docMk/>
            <pc:sldMk cId="0" sldId="259"/>
            <ac:spMk id="20483" creationId="{84BA23FB-9E78-A665-BF63-41765197AD3A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0485" creationId="{DF9AC646-2B61-3D6E-DFEB-A5150BDEB0C4}"/>
          </ac:spMkLst>
        </pc:spChg>
        <pc:spChg chg="add del">
          <ac:chgData name="SHINOHARA Soshi (篠原 想詩)" userId="309c0b21-8b61-4cd5-9d32-07652c56306e" providerId="ADAL" clId="{60D42A6B-AE32-4A06-B461-AA9486421C3B}" dt="2026-09-18T05:24:57.783" v="258" actId="21"/>
          <ac:spMkLst>
            <pc:docMk/>
            <pc:sldMk cId="0" sldId="259"/>
            <ac:spMk id="20487" creationId="{F7FC0BCA-043E-0E54-8C10-046E4FE3C7D0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5" creationId="{A4D9F973-0BFC-4A86-98E9-A2CEAA78CA76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7" creationId="{60E1E6C4-9748-E7D8-1558-58C343E33BE3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499" creationId="{EAA122E3-0D87-FCBF-BA03-998D81E61207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1" creationId="{CC951E02-3EED-A2A4-78BA-01B7677F5FE0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3" creationId="{8BD3BB66-8271-E186-77BC-128680E7F29E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5" creationId="{CD1701D2-1FA7-DA35-1AE9-70AF37EB9638}"/>
          </ac:spMkLst>
        </pc:spChg>
        <pc:spChg chg="add del">
          <ac:chgData name="SHINOHARA Soshi (篠原 想詩)" userId="309c0b21-8b61-4cd5-9d32-07652c56306e" providerId="ADAL" clId="{60D42A6B-AE32-4A06-B461-AA9486421C3B}" dt="2026-09-18T05:54:47.953" v="1670" actId="21"/>
          <ac:spMkLst>
            <pc:docMk/>
            <pc:sldMk cId="0" sldId="259"/>
            <ac:spMk id="20509" creationId="{F4B2CC77-088B-2831-4A36-A00BB8BF21FF}"/>
          </ac:spMkLst>
        </pc:spChg>
        <pc:spChg chg="add del mod">
          <ac:chgData name="SHINOHARA Soshi (篠原 想詩)" userId="309c0b21-8b61-4cd5-9d32-07652c56306e" providerId="ADAL" clId="{60D42A6B-AE32-4A06-B461-AA9486421C3B}" dt="2026-09-18T06:10:46.655" v="2473" actId="21"/>
          <ac:spMkLst>
            <pc:docMk/>
            <pc:sldMk cId="0" sldId="259"/>
            <ac:spMk id="20511" creationId="{EFF9C31E-7D98-E5C9-EF36-0A4482974082}"/>
          </ac:spMkLst>
        </pc:spChg>
        <pc:spChg chg="add del">
          <ac:chgData name="SHINOHARA Soshi (篠原 想詩)" userId="309c0b21-8b61-4cd5-9d32-07652c56306e" providerId="ADAL" clId="{60D42A6B-AE32-4A06-B461-AA9486421C3B}" dt="2026-09-18T06:10:46.655" v="2473" actId="21"/>
          <ac:spMkLst>
            <pc:docMk/>
            <pc:sldMk cId="0" sldId="259"/>
            <ac:spMk id="20513" creationId="{69CA037E-58DF-B94A-390E-DB0582B51D3E}"/>
          </ac:spMkLst>
        </pc:spChg>
        <pc:graphicFrameChg chg="add del">
          <ac:chgData name="SHINOHARA Soshi (篠原 想詩)" userId="309c0b21-8b61-4cd5-9d32-07652c56306e" providerId="ADAL" clId="{60D42A6B-AE32-4A06-B461-AA9486421C3B}" dt="2026-09-18T05:54:47.953" v="1670" actId="21"/>
          <ac:graphicFrameMkLst>
            <pc:docMk/>
            <pc:sldMk cId="0" sldId="259"/>
            <ac:graphicFrameMk id="20507" creationId="{8E7682B8-07FA-EC1B-AB2C-C18C0BCA5CD5}"/>
          </ac:graphicFrameMkLst>
        </pc:graphicFrameChg>
        <pc:graphicFrameChg chg="add del mod modGraphic">
          <ac:chgData name="SHINOHARA Soshi (篠原 想詩)" userId="309c0b21-8b61-4cd5-9d32-07652c56306e" providerId="ADAL" clId="{60D42A6B-AE32-4A06-B461-AA9486421C3B}" dt="2026-09-18T06:10:46.655" v="2473" actId="21"/>
          <ac:graphicFrameMkLst>
            <pc:docMk/>
            <pc:sldMk cId="0" sldId="259"/>
            <ac:graphicFrameMk id="20515" creationId="{BF03AD17-F94C-3F17-1164-5D87486DAD35}"/>
          </ac:graphicFrameMkLst>
        </pc:graphicFrameChg>
      </pc:sldChg>
      <pc:sldChg chg="addSp delSp modSp add del mod ord">
        <pc:chgData name="SHINOHARA Soshi (篠原 想詩)" userId="309c0b21-8b61-4cd5-9d32-07652c56306e" providerId="ADAL" clId="{60D42A6B-AE32-4A06-B461-AA9486421C3B}" dt="2026-09-18T06:11:40.624" v="2511" actId="20577"/>
        <pc:sldMkLst>
          <pc:docMk/>
          <pc:sldMk cId="0" sldId="260"/>
        </pc:sldMkLst>
        <pc:spChg chg="add del mod">
          <ac:chgData name="SHINOHARA Soshi (篠原 想詩)" userId="309c0b21-8b61-4cd5-9d32-07652c56306e" providerId="ADAL" clId="{60D42A6B-AE32-4A06-B461-AA9486421C3B}" dt="2026-09-18T05:20:53.246" v="189" actId="478"/>
          <ac:spMkLst>
            <pc:docMk/>
            <pc:sldMk cId="0" sldId="260"/>
            <ac:spMk id="3" creationId="{4F55B57D-F8B6-6C1D-4BEA-FDF1012D8018}"/>
          </ac:spMkLst>
        </pc:spChg>
        <pc:spChg chg="add del">
          <ac:chgData name="SHINOHARA Soshi (篠原 想詩)" userId="309c0b21-8b61-4cd5-9d32-07652c56306e" providerId="ADAL" clId="{60D42A6B-AE32-4A06-B461-AA9486421C3B}" dt="2026-09-18T06:08:16.468" v="2383" actId="478"/>
          <ac:spMkLst>
            <pc:docMk/>
            <pc:sldMk cId="0" sldId="260"/>
            <ac:spMk id="5" creationId="{431B13A8-3DD4-DFA4-DE7E-C5BF855B41E7}"/>
          </ac:spMkLst>
        </pc:spChg>
        <pc:spChg chg="add del">
          <ac:chgData name="SHINOHARA Soshi (篠原 想詩)" userId="309c0b21-8b61-4cd5-9d32-07652c56306e" providerId="ADAL" clId="{60D42A6B-AE32-4A06-B461-AA9486421C3B}" dt="2026-09-18T05:37:16.287" v="719" actId="478"/>
          <ac:spMkLst>
            <pc:docMk/>
            <pc:sldMk cId="0" sldId="260"/>
            <ac:spMk id="7" creationId="{ABD3EDD7-62E8-46C9-CEEB-FFED12304482}"/>
          </ac:spMkLst>
        </pc:spChg>
        <pc:spChg chg="add mod">
          <ac:chgData name="SHINOHARA Soshi (篠原 想詩)" userId="309c0b21-8b61-4cd5-9d32-07652c56306e" providerId="ADAL" clId="{60D42A6B-AE32-4A06-B461-AA9486421C3B}" dt="2026-09-18T05:53:03.442" v="1652" actId="20577"/>
          <ac:spMkLst>
            <pc:docMk/>
            <pc:sldMk cId="0" sldId="260"/>
            <ac:spMk id="9" creationId="{286AF094-EB23-DE59-C364-CE66702F5820}"/>
          </ac:spMkLst>
        </pc:spChg>
        <pc:spChg chg="add mod">
          <ac:chgData name="SHINOHARA Soshi (篠原 想詩)" userId="309c0b21-8b61-4cd5-9d32-07652c56306e" providerId="ADAL" clId="{60D42A6B-AE32-4A06-B461-AA9486421C3B}" dt="2026-09-18T06:11:40.624" v="2511" actId="20577"/>
          <ac:spMkLst>
            <pc:docMk/>
            <pc:sldMk cId="0" sldId="260"/>
            <ac:spMk id="11" creationId="{9062C9EA-A562-CB3D-30B1-0D2FE45C706F}"/>
          </ac:spMkLst>
        </pc:spChg>
        <pc:spChg chg="add 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13" creationId="{3932B18D-C369-43F3-4CDD-B87A63732FDB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15" creationId="{89E8F5CB-8474-8F3C-1087-5370B299E16C}"/>
          </ac:spMkLst>
        </pc:spChg>
        <pc:spChg chg="add 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17" creationId="{5F4B4C21-10CC-7BB4-8886-097CC3FBD6A2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19" creationId="{6566FDEC-E851-4FD8-440B-9AB7B75D8615}"/>
          </ac:spMkLst>
        </pc:spChg>
        <pc:spChg chg="del mod">
          <ac:chgData name="SHINOHARA Soshi (篠原 想詩)" userId="309c0b21-8b61-4cd5-9d32-07652c56306e" providerId="ADAL" clId="{60D42A6B-AE32-4A06-B461-AA9486421C3B}" dt="2026-09-18T05:26:57.954" v="316" actId="478"/>
          <ac:spMkLst>
            <pc:docMk/>
            <pc:sldMk cId="0" sldId="260"/>
            <ac:spMk id="21" creationId="{59F512A8-F464-D0D0-9A1A-D5A3570BFD77}"/>
          </ac:spMkLst>
        </pc:spChg>
        <pc:spChg chg="add del mod">
          <ac:chgData name="SHINOHARA Soshi (篠原 想詩)" userId="309c0b21-8b61-4cd5-9d32-07652c56306e" providerId="ADAL" clId="{60D42A6B-AE32-4A06-B461-AA9486421C3B}" dt="2026-09-18T05:27:00.072" v="317" actId="478"/>
          <ac:spMkLst>
            <pc:docMk/>
            <pc:sldMk cId="0" sldId="260"/>
            <ac:spMk id="23" creationId="{0790BCF8-C3A8-E5A4-D36A-2A9AED582F98}"/>
          </ac:spMkLst>
        </pc:spChg>
        <pc:spChg chg="add">
          <ac:chgData name="SHINOHARA Soshi (篠原 想詩)" userId="309c0b21-8b61-4cd5-9d32-07652c56306e" providerId="ADAL" clId="{60D42A6B-AE32-4A06-B461-AA9486421C3B}" dt="2026-09-18T06:08:16.898" v="2384" actId="22"/>
          <ac:spMkLst>
            <pc:docMk/>
            <pc:sldMk cId="0" sldId="260"/>
            <ac:spMk id="29" creationId="{99BBA5A8-AC1B-3C0B-F774-2765F922C93F}"/>
          </ac:spMkLst>
        </pc:spChg>
        <pc:spChg chg="add del">
          <ac:chgData name="SHINOHARA Soshi (篠原 想詩)" userId="309c0b21-8b61-4cd5-9d32-07652c56306e" providerId="ADAL" clId="{60D42A6B-AE32-4A06-B461-AA9486421C3B}" dt="2026-09-18T06:08:18.731" v="2385" actId="478"/>
          <ac:spMkLst>
            <pc:docMk/>
            <pc:sldMk cId="0" sldId="260"/>
            <ac:spMk id="31" creationId="{FA40E3C3-CB5B-5524-9202-BA4ECA6CB4A9}"/>
          </ac:spMkLst>
        </pc:spChg>
        <pc:spChg chg="mod">
          <ac:chgData name="SHINOHARA Soshi (篠原 想詩)" userId="309c0b21-8b61-4cd5-9d32-07652c56306e" providerId="ADAL" clId="{60D42A6B-AE32-4A06-B461-AA9486421C3B}" dt="2026-09-18T05:53:44.989" v="1660" actId="20577"/>
          <ac:spMkLst>
            <pc:docMk/>
            <pc:sldMk cId="0" sldId="260"/>
            <ac:spMk id="21506" creationId="{F73DBF07-353A-1DAE-881E-450898FCC584}"/>
          </ac:spMkLst>
        </pc:spChg>
        <pc:spChg chg="del">
          <ac:chgData name="SHINOHARA Soshi (篠原 想詩)" userId="309c0b21-8b61-4cd5-9d32-07652c56306e" providerId="ADAL" clId="{60D42A6B-AE32-4A06-B461-AA9486421C3B}" dt="2026-09-18T05:18:05.097" v="175" actId="478"/>
          <ac:spMkLst>
            <pc:docMk/>
            <pc:sldMk cId="0" sldId="260"/>
            <ac:spMk id="21507" creationId="{A317CE7C-B655-40C7-01E2-46D229D3A532}"/>
          </ac:spMkLst>
        </pc:spChg>
        <pc:picChg chg="add del mod">
          <ac:chgData name="SHINOHARA Soshi (篠原 想詩)" userId="309c0b21-8b61-4cd5-9d32-07652c56306e" providerId="ADAL" clId="{60D42A6B-AE32-4A06-B461-AA9486421C3B}" dt="2026-09-18T05:33:08.130" v="603" actId="478"/>
          <ac:picMkLst>
            <pc:docMk/>
            <pc:sldMk cId="0" sldId="260"/>
            <ac:picMk id="25" creationId="{FD94B394-67AA-AAF2-7110-7A9DA3C55AB5}"/>
          </ac:picMkLst>
        </pc:picChg>
        <pc:picChg chg="add mod">
          <ac:chgData name="SHINOHARA Soshi (篠原 想詩)" userId="309c0b21-8b61-4cd5-9d32-07652c56306e" providerId="ADAL" clId="{60D42A6B-AE32-4A06-B461-AA9486421C3B}" dt="2026-09-18T05:54:06.120" v="1663" actId="1076"/>
          <ac:picMkLst>
            <pc:docMk/>
            <pc:sldMk cId="0" sldId="260"/>
            <ac:picMk id="27" creationId="{9FFAB5E6-B58F-408D-66BD-F06FEFD51917}"/>
          </ac:picMkLst>
        </pc:picChg>
      </pc:sldChg>
      <pc:sldChg chg="addSp delSp modSp add mod">
        <pc:chgData name="SHINOHARA Soshi (篠原 想詩)" userId="309c0b21-8b61-4cd5-9d32-07652c56306e" providerId="ADAL" clId="{60D42A6B-AE32-4A06-B461-AA9486421C3B}" dt="2026-09-18T07:24:11.208" v="2544" actId="207"/>
        <pc:sldMkLst>
          <pc:docMk/>
          <pc:sldMk cId="2460916238" sldId="261"/>
        </pc:sldMkLst>
        <pc:spChg chg="add del mod">
          <ac:chgData name="SHINOHARA Soshi (篠原 想詩)" userId="309c0b21-8b61-4cd5-9d32-07652c56306e" providerId="ADAL" clId="{60D42A6B-AE32-4A06-B461-AA9486421C3B}" dt="2026-09-18T05:25:08.832" v="262" actId="478"/>
          <ac:spMkLst>
            <pc:docMk/>
            <pc:sldMk cId="2460916238" sldId="261"/>
            <ac:spMk id="3" creationId="{CA4D1F53-A14A-7162-186C-AA71923C274E}"/>
          </ac:spMkLst>
        </pc:spChg>
        <pc:spChg chg="add del mod">
          <ac:chgData name="SHINOHARA Soshi (篠原 想詩)" userId="309c0b21-8b61-4cd5-9d32-07652c56306e" providerId="ADAL" clId="{60D42A6B-AE32-4A06-B461-AA9486421C3B}" dt="2026-09-18T06:07:30.410" v="2336" actId="478"/>
          <ac:spMkLst>
            <pc:docMk/>
            <pc:sldMk cId="2460916238" sldId="261"/>
            <ac:spMk id="5" creationId="{BE7B8D1F-E32B-7814-B7DE-5AAAAD2D4181}"/>
          </ac:spMkLst>
        </pc:spChg>
        <pc:spChg chg="del">
          <ac:chgData name="SHINOHARA Soshi (篠原 想詩)" userId="309c0b21-8b61-4cd5-9d32-07652c56306e" providerId="ADAL" clId="{60D42A6B-AE32-4A06-B461-AA9486421C3B}" dt="2026-09-18T06:07:26.110" v="2333" actId="478"/>
          <ac:spMkLst>
            <pc:docMk/>
            <pc:sldMk cId="2460916238" sldId="261"/>
            <ac:spMk id="6" creationId="{7F4E5446-F46C-48CC-6E65-7B7B2E9503FE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7" creationId="{01CE3EA1-F0A8-7424-66A3-DBA858822732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9" creationId="{8D09A15F-04FF-CD0E-4017-A04FA5ABA722}"/>
          </ac:spMkLst>
        </pc:spChg>
        <pc:spChg chg="mod">
          <ac:chgData name="SHINOHARA Soshi (篠原 想詩)" userId="309c0b21-8b61-4cd5-9d32-07652c56306e" providerId="ADAL" clId="{60D42A6B-AE32-4A06-B461-AA9486421C3B}" dt="2026-09-18T06:10:12.703" v="2455" actId="20577"/>
          <ac:spMkLst>
            <pc:docMk/>
            <pc:sldMk cId="2460916238" sldId="261"/>
            <ac:spMk id="10" creationId="{3ED9BB57-B053-F70B-D524-9A419F78B21D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1" creationId="{21434601-AF06-911A-86DB-6D766E08ACF6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3" creationId="{0A844F94-308C-40E7-389C-C85C23048104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14" creationId="{5B0E15B8-93C6-B5DC-8BC8-AE4DFDADDF16}"/>
          </ac:spMkLst>
        </pc:spChg>
        <pc:spChg chg="add del mod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5" creationId="{95656763-70B1-A3A4-369F-7EF7B623D55F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7" creationId="{0F5239F4-8C8C-B0DF-B4B5-A862F57DEB1C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18" creationId="{497756DF-3408-5C63-2891-8CB7EF569B47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19" creationId="{7826C402-562F-4BD5-7C6B-D0FDFEAA603D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21" creationId="{6F4993EC-9588-F220-45D8-1A365416A0CA}"/>
          </ac:spMkLst>
        </pc:spChg>
        <pc:spChg chg="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2" creationId="{1ED71925-19F6-F7EB-DF01-3604792C541E}"/>
          </ac:spMkLst>
        </pc:spChg>
        <pc:spChg chg="add del">
          <ac:chgData name="SHINOHARA Soshi (篠原 想詩)" userId="309c0b21-8b61-4cd5-9d32-07652c56306e" providerId="ADAL" clId="{60D42A6B-AE32-4A06-B461-AA9486421C3B}" dt="2026-09-18T05:24:54.695" v="257" actId="478"/>
          <ac:spMkLst>
            <pc:docMk/>
            <pc:sldMk cId="2460916238" sldId="261"/>
            <ac:spMk id="23" creationId="{9958C36B-2683-47BF-00EE-254029DB53E4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5" creationId="{9AA1D80A-7EAB-E5E8-2EB1-FC55B36AF4FB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9" creationId="{A3A85E53-59E3-14F1-A43D-43A5D5555EB0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31" creationId="{4360A1D8-3337-5B5F-A527-4558554291F7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05" creationId="{927C2915-20BF-81E6-ADAB-0B263E213E91}"/>
          </ac:spMkLst>
        </pc:spChg>
        <pc:spChg chg="mod">
          <ac:chgData name="SHINOHARA Soshi (篠原 想詩)" userId="309c0b21-8b61-4cd5-9d32-07652c56306e" providerId="ADAL" clId="{60D42A6B-AE32-4A06-B461-AA9486421C3B}" dt="2026-09-18T05:46:55.708" v="1359" actId="403"/>
          <ac:spMkLst>
            <pc:docMk/>
            <pc:sldMk cId="2460916238" sldId="261"/>
            <ac:spMk id="21506" creationId="{8B5E1CCB-E003-0B0A-94DD-5D464AE71E1F}"/>
          </ac:spMkLst>
        </pc:spChg>
        <pc:spChg chg="add mod">
          <ac:chgData name="SHINOHARA Soshi (篠原 想詩)" userId="309c0b21-8b61-4cd5-9d32-07652c56306e" providerId="ADAL" clId="{60D42A6B-AE32-4A06-B461-AA9486421C3B}" dt="2026-09-18T06:10:16.367" v="2466" actId="20577"/>
          <ac:spMkLst>
            <pc:docMk/>
            <pc:sldMk cId="2460916238" sldId="261"/>
            <ac:spMk id="21508" creationId="{2292334C-0E0C-4611-CBB3-F1ED8685F0EE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21510" creationId="{43FF9372-D4F3-024E-F5FB-EEBCEE3D6C53}"/>
          </ac:spMkLst>
        </pc:spChg>
        <pc:spChg chg="mod">
          <ac:chgData name="SHINOHARA Soshi (篠原 想詩)" userId="309c0b21-8b61-4cd5-9d32-07652c56306e" providerId="ADAL" clId="{60D42A6B-AE32-4A06-B461-AA9486421C3B}" dt="2026-09-18T05:47:59.610" v="1393" actId="1076"/>
          <ac:spMkLst>
            <pc:docMk/>
            <pc:sldMk cId="2460916238" sldId="261"/>
            <ac:spMk id="21512" creationId="{89D92C62-0182-0465-1688-F4417EC2F72B}"/>
          </ac:spMkLst>
        </pc:spChg>
        <pc:spChg chg="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4" creationId="{D0A4DD7B-04A4-164A-EDDF-A00AC17F588E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6" creationId="{CE12C862-B8D7-8680-F5A6-9D5626C05174}"/>
          </ac:spMkLst>
        </pc:spChg>
        <pc:spChg chg="add mod">
          <ac:chgData name="SHINOHARA Soshi (篠原 想詩)" userId="309c0b21-8b61-4cd5-9d32-07652c56306e" providerId="ADAL" clId="{60D42A6B-AE32-4A06-B461-AA9486421C3B}" dt="2026-09-18T05:50:02.179" v="1414" actId="1076"/>
          <ac:spMkLst>
            <pc:docMk/>
            <pc:sldMk cId="2460916238" sldId="261"/>
            <ac:spMk id="21518" creationId="{0B1D0BFE-19E5-BEBB-29BF-6206205D297A}"/>
          </ac:spMkLst>
        </pc:spChg>
        <pc:spChg chg="add mod">
          <ac:chgData name="SHINOHARA Soshi (篠原 想詩)" userId="309c0b21-8b61-4cd5-9d32-07652c56306e" providerId="ADAL" clId="{60D42A6B-AE32-4A06-B461-AA9486421C3B}" dt="2026-09-18T07:24:11.208" v="2544" actId="207"/>
          <ac:spMkLst>
            <pc:docMk/>
            <pc:sldMk cId="2460916238" sldId="261"/>
            <ac:spMk id="21522" creationId="{23394E18-7729-EF9C-1A57-D32D35698E0B}"/>
          </ac:spMkLst>
        </pc:spChg>
        <pc:spChg chg="add del mod">
          <ac:chgData name="SHINOHARA Soshi (篠原 想詩)" userId="309c0b21-8b61-4cd5-9d32-07652c56306e" providerId="ADAL" clId="{60D42A6B-AE32-4A06-B461-AA9486421C3B}" dt="2026-09-18T05:47:51.381" v="1392" actId="478"/>
          <ac:spMkLst>
            <pc:docMk/>
            <pc:sldMk cId="2460916238" sldId="261"/>
            <ac:spMk id="21524" creationId="{B2F10FD7-6ED5-4E6F-4153-33B85EE2B03E}"/>
          </ac:spMkLst>
        </pc:spChg>
        <pc:spChg chg="del mod">
          <ac:chgData name="SHINOHARA Soshi (篠原 想詩)" userId="309c0b21-8b61-4cd5-9d32-07652c56306e" providerId="ADAL" clId="{60D42A6B-AE32-4A06-B461-AA9486421C3B}" dt="2026-09-18T05:47:49.117" v="1391" actId="478"/>
          <ac:spMkLst>
            <pc:docMk/>
            <pc:sldMk cId="2460916238" sldId="261"/>
            <ac:spMk id="21526" creationId="{720EA9A5-F780-985C-4940-3F9A5D2FEC2F}"/>
          </ac:spMkLst>
        </pc:spChg>
        <pc:spChg chg="add mod">
          <ac:chgData name="SHINOHARA Soshi (篠原 想詩)" userId="309c0b21-8b61-4cd5-9d32-07652c56306e" providerId="ADAL" clId="{60D42A6B-AE32-4A06-B461-AA9486421C3B}" dt="2026-09-18T06:03:14.359" v="2304" actId="1582"/>
          <ac:spMkLst>
            <pc:docMk/>
            <pc:sldMk cId="2460916238" sldId="261"/>
            <ac:spMk id="21527" creationId="{231EE372-2D83-A895-742F-441F2D69583B}"/>
          </ac:spMkLst>
        </pc:spChg>
        <pc:spChg chg="add mod">
          <ac:chgData name="SHINOHARA Soshi (篠原 想詩)" userId="309c0b21-8b61-4cd5-9d32-07652c56306e" providerId="ADAL" clId="{60D42A6B-AE32-4A06-B461-AA9486421C3B}" dt="2026-09-18T05:49:47.348" v="1412" actId="1076"/>
          <ac:spMkLst>
            <pc:docMk/>
            <pc:sldMk cId="2460916238" sldId="261"/>
            <ac:spMk id="21529" creationId="{08D3BE1E-A7CA-BEB2-ADB6-594EF66852D4}"/>
          </ac:spMkLst>
        </pc:spChg>
        <pc:spChg chg="add mod">
          <ac:chgData name="SHINOHARA Soshi (篠原 想詩)" userId="309c0b21-8b61-4cd5-9d32-07652c56306e" providerId="ADAL" clId="{60D42A6B-AE32-4A06-B461-AA9486421C3B}" dt="2026-09-18T06:09:45.821" v="2404" actId="20577"/>
          <ac:spMkLst>
            <pc:docMk/>
            <pc:sldMk cId="2460916238" sldId="261"/>
            <ac:spMk id="21531" creationId="{0E081BA2-CF81-69EE-3F51-8B71713AA293}"/>
          </ac:spMkLst>
        </pc:spChg>
        <pc:spChg chg="add mod">
          <ac:chgData name="SHINOHARA Soshi (篠原 想詩)" userId="309c0b21-8b61-4cd5-9d32-07652c56306e" providerId="ADAL" clId="{60D42A6B-AE32-4A06-B461-AA9486421C3B}" dt="2026-09-18T06:03:40.075" v="2308" actId="1076"/>
          <ac:spMkLst>
            <pc:docMk/>
            <pc:sldMk cId="2460916238" sldId="261"/>
            <ac:spMk id="21533" creationId="{B85F4D50-9C37-7186-F9DF-DF2611B8DAE4}"/>
          </ac:spMkLst>
        </pc:spChg>
        <pc:spChg chg="add">
          <ac:chgData name="SHINOHARA Soshi (篠原 想詩)" userId="309c0b21-8b61-4cd5-9d32-07652c56306e" providerId="ADAL" clId="{60D42A6B-AE32-4A06-B461-AA9486421C3B}" dt="2026-09-18T06:07:26.395" v="2334" actId="22"/>
          <ac:spMkLst>
            <pc:docMk/>
            <pc:sldMk cId="2460916238" sldId="261"/>
            <ac:spMk id="21535" creationId="{2E47C8EF-6705-D95C-B05D-E243520E31E0}"/>
          </ac:spMkLst>
        </pc:spChg>
        <pc:spChg chg="add del">
          <ac:chgData name="SHINOHARA Soshi (篠原 想詩)" userId="309c0b21-8b61-4cd5-9d32-07652c56306e" providerId="ADAL" clId="{60D42A6B-AE32-4A06-B461-AA9486421C3B}" dt="2026-09-18T06:07:28.184" v="2335" actId="478"/>
          <ac:spMkLst>
            <pc:docMk/>
            <pc:sldMk cId="2460916238" sldId="261"/>
            <ac:spMk id="21537" creationId="{24243219-7C45-AC1E-0C8D-E3B5C1DED6B2}"/>
          </ac:spMkLst>
        </pc:spChg>
      </pc:sldChg>
      <pc:sldChg chg="add del">
        <pc:chgData name="SHINOHARA Soshi (篠原 想詩)" userId="309c0b21-8b61-4cd5-9d32-07652c56306e" providerId="ADAL" clId="{60D42A6B-AE32-4A06-B461-AA9486421C3B}" dt="2026-09-18T05:26:41.898" v="310"/>
        <pc:sldMkLst>
          <pc:docMk/>
          <pc:sldMk cId="986264629" sldId="262"/>
        </pc:sldMkLst>
      </pc:sldChg>
      <pc:sldChg chg="add del">
        <pc:chgData name="SHINOHARA Soshi (篠原 想詩)" userId="309c0b21-8b61-4cd5-9d32-07652c56306e" providerId="ADAL" clId="{60D42A6B-AE32-4A06-B461-AA9486421C3B}" dt="2026-09-18T05:26:52.924" v="315" actId="47"/>
        <pc:sldMkLst>
          <pc:docMk/>
          <pc:sldMk cId="3842469057" sldId="262"/>
        </pc:sldMkLst>
      </pc:sldChg>
      <pc:sldChg chg="delSp modSp add mod">
        <pc:chgData name="SHINOHARA Soshi (篠原 想詩)" userId="309c0b21-8b61-4cd5-9d32-07652c56306e" providerId="ADAL" clId="{60D42A6B-AE32-4A06-B461-AA9486421C3B}" dt="2026-09-18T07:18:17.875" v="2543" actId="1076"/>
        <pc:sldMkLst>
          <pc:docMk/>
          <pc:sldMk cId="2416652295" sldId="263"/>
        </pc:sldMkLst>
        <pc:spChg chg="mod">
          <ac:chgData name="SHINOHARA Soshi (篠原 想詩)" userId="309c0b21-8b61-4cd5-9d32-07652c56306e" providerId="ADAL" clId="{60D42A6B-AE32-4A06-B461-AA9486421C3B}" dt="2026-09-18T06:06:58.138" v="2327" actId="14100"/>
          <ac:spMkLst>
            <pc:docMk/>
            <pc:sldMk cId="2416652295" sldId="263"/>
            <ac:spMk id="5" creationId="{03ADD616-96E1-C816-722E-D432D1B1434B}"/>
          </ac:spMkLst>
        </pc:spChg>
        <pc:spChg chg="mod">
          <ac:chgData name="SHINOHARA Soshi (篠原 想詩)" userId="309c0b21-8b61-4cd5-9d32-07652c56306e" providerId="ADAL" clId="{60D42A6B-AE32-4A06-B461-AA9486421C3B}" dt="2026-09-18T06:07:20.645" v="2332" actId="14100"/>
          <ac:spMkLst>
            <pc:docMk/>
            <pc:sldMk cId="2416652295" sldId="263"/>
            <ac:spMk id="7" creationId="{9D8E4493-09ED-D66D-BB69-F4E17FDDAAE5}"/>
          </ac:spMkLst>
        </pc:spChg>
        <pc:spChg chg="mod">
          <ac:chgData name="SHINOHARA Soshi (篠原 想詩)" userId="309c0b21-8b61-4cd5-9d32-07652c56306e" providerId="ADAL" clId="{60D42A6B-AE32-4A06-B461-AA9486421C3B}" dt="2026-09-18T05:50:15.383" v="1415" actId="1076"/>
          <ac:spMkLst>
            <pc:docMk/>
            <pc:sldMk cId="2416652295" sldId="263"/>
            <ac:spMk id="9" creationId="{A76CBF8E-780A-F613-552A-79DF92A79B34}"/>
          </ac:spMkLst>
        </pc:spChg>
        <pc:spChg chg="mod">
          <ac:chgData name="SHINOHARA Soshi (篠原 想詩)" userId="309c0b21-8b61-4cd5-9d32-07652c56306e" providerId="ADAL" clId="{60D42A6B-AE32-4A06-B461-AA9486421C3B}" dt="2026-09-18T07:18:08.613" v="2541" actId="14100"/>
          <ac:spMkLst>
            <pc:docMk/>
            <pc:sldMk cId="2416652295" sldId="263"/>
            <ac:spMk id="11" creationId="{334C37F2-BE3E-BFC0-CAB9-D3917FDC0606}"/>
          </ac:spMkLst>
        </pc:spChg>
        <pc:spChg chg="mod">
          <ac:chgData name="SHINOHARA Soshi (篠原 想詩)" userId="309c0b21-8b61-4cd5-9d32-07652c56306e" providerId="ADAL" clId="{60D42A6B-AE32-4A06-B461-AA9486421C3B}" dt="2026-09-18T06:09:13.314" v="2397" actId="1076"/>
          <ac:spMkLst>
            <pc:docMk/>
            <pc:sldMk cId="2416652295" sldId="263"/>
            <ac:spMk id="13" creationId="{CFA581EB-E5DD-E949-61AD-F14177A9CC17}"/>
          </ac:spMkLst>
        </pc:spChg>
        <pc:spChg chg="mod">
          <ac:chgData name="SHINOHARA Soshi (篠原 想詩)" userId="309c0b21-8b61-4cd5-9d32-07652c56306e" providerId="ADAL" clId="{60D42A6B-AE32-4A06-B461-AA9486421C3B}" dt="2026-09-18T06:09:13.314" v="2397" actId="1076"/>
          <ac:spMkLst>
            <pc:docMk/>
            <pc:sldMk cId="2416652295" sldId="263"/>
            <ac:spMk id="15" creationId="{CBB4D034-4453-9918-E427-6F3BF26F1E67}"/>
          </ac:spMkLst>
        </pc:spChg>
        <pc:spChg chg="mod">
          <ac:chgData name="SHINOHARA Soshi (篠原 想詩)" userId="309c0b21-8b61-4cd5-9d32-07652c56306e" providerId="ADAL" clId="{60D42A6B-AE32-4A06-B461-AA9486421C3B}" dt="2026-09-18T06:09:17.823" v="2398" actId="1076"/>
          <ac:spMkLst>
            <pc:docMk/>
            <pc:sldMk cId="2416652295" sldId="263"/>
            <ac:spMk id="17" creationId="{9EA7CA49-8438-F8C9-4C30-426972466047}"/>
          </ac:spMkLst>
        </pc:spChg>
        <pc:spChg chg="mod">
          <ac:chgData name="SHINOHARA Soshi (篠原 想詩)" userId="309c0b21-8b61-4cd5-9d32-07652c56306e" providerId="ADAL" clId="{60D42A6B-AE32-4A06-B461-AA9486421C3B}" dt="2026-09-18T07:18:17.875" v="2543" actId="1076"/>
          <ac:spMkLst>
            <pc:docMk/>
            <pc:sldMk cId="2416652295" sldId="263"/>
            <ac:spMk id="19" creationId="{0E391B8E-AB01-AC75-D1D9-4BA5617A534F}"/>
          </ac:spMkLst>
        </pc:spChg>
        <pc:spChg chg="del mod">
          <ac:chgData name="SHINOHARA Soshi (篠原 想詩)" userId="309c0b21-8b61-4cd5-9d32-07652c56306e" providerId="ADAL" clId="{60D42A6B-AE32-4A06-B461-AA9486421C3B}" dt="2026-09-18T05:49:37.448" v="1407" actId="21"/>
          <ac:spMkLst>
            <pc:docMk/>
            <pc:sldMk cId="2416652295" sldId="263"/>
            <ac:spMk id="21" creationId="{0A34CEB6-CCB9-988E-2DFF-1ECD24F42D9F}"/>
          </ac:spMkLst>
        </pc:spChg>
        <pc:spChg chg="del mod">
          <ac:chgData name="SHINOHARA Soshi (篠原 想詩)" userId="309c0b21-8b61-4cd5-9d32-07652c56306e" providerId="ADAL" clId="{60D42A6B-AE32-4A06-B461-AA9486421C3B}" dt="2026-09-18T05:49:37.448" v="1407" actId="21"/>
          <ac:spMkLst>
            <pc:docMk/>
            <pc:sldMk cId="2416652295" sldId="263"/>
            <ac:spMk id="23" creationId="{00857F23-C44E-A666-426E-21F27FF95978}"/>
          </ac:spMkLst>
        </pc:spChg>
        <pc:spChg chg="mod">
          <ac:chgData name="SHINOHARA Soshi (篠原 想詩)" userId="309c0b21-8b61-4cd5-9d32-07652c56306e" providerId="ADAL" clId="{60D42A6B-AE32-4A06-B461-AA9486421C3B}" dt="2026-09-18T05:46:41.920" v="1358" actId="1076"/>
          <ac:spMkLst>
            <pc:docMk/>
            <pc:sldMk cId="2416652295" sldId="263"/>
            <ac:spMk id="21506" creationId="{BBF3B7B6-7F4A-254F-EB33-2638E125F1E0}"/>
          </ac:spMkLst>
        </pc:spChg>
      </pc:sldChg>
      <pc:sldChg chg="addSp delSp modSp add mod ord">
        <pc:chgData name="SHINOHARA Soshi (篠原 想詩)" userId="309c0b21-8b61-4cd5-9d32-07652c56306e" providerId="ADAL" clId="{60D42A6B-AE32-4A06-B461-AA9486421C3B}" dt="2026-09-18T07:27:41.343" v="2583" actId="20577"/>
        <pc:sldMkLst>
          <pc:docMk/>
          <pc:sldMk cId="147431364" sldId="264"/>
        </pc:sldMkLst>
        <pc:spChg chg="add del mod">
          <ac:chgData name="SHINOHARA Soshi (篠原 想詩)" userId="309c0b21-8b61-4cd5-9d32-07652c56306e" providerId="ADAL" clId="{60D42A6B-AE32-4A06-B461-AA9486421C3B}" dt="2026-09-18T06:07:39.375" v="2340" actId="478"/>
          <ac:spMkLst>
            <pc:docMk/>
            <pc:sldMk cId="147431364" sldId="264"/>
            <ac:spMk id="3" creationId="{307B1FFF-4372-E844-97E8-30ADF086F187}"/>
          </ac:spMkLst>
        </pc:spChg>
        <pc:spChg chg="del">
          <ac:chgData name="SHINOHARA Soshi (篠原 想詩)" userId="309c0b21-8b61-4cd5-9d32-07652c56306e" providerId="ADAL" clId="{60D42A6B-AE32-4A06-B461-AA9486421C3B}" dt="2026-09-18T06:07:36.040" v="2337" actId="478"/>
          <ac:spMkLst>
            <pc:docMk/>
            <pc:sldMk cId="147431364" sldId="264"/>
            <ac:spMk id="5" creationId="{05EB874F-BED0-70CE-2524-0004B0E0A7AB}"/>
          </ac:spMkLst>
        </pc:spChg>
        <pc:spChg chg="add mod">
          <ac:chgData name="SHINOHARA Soshi (篠原 想詩)" userId="309c0b21-8b61-4cd5-9d32-07652c56306e" providerId="ADAL" clId="{60D42A6B-AE32-4A06-B461-AA9486421C3B}" dt="2026-09-18T05:55:29.688" v="1687" actId="1076"/>
          <ac:spMkLst>
            <pc:docMk/>
            <pc:sldMk cId="147431364" sldId="264"/>
            <ac:spMk id="6" creationId="{9F0FB3CC-52F3-1B56-A3C9-4771819CFED5}"/>
          </ac:spMkLst>
        </pc:spChg>
        <pc:spChg chg="del">
          <ac:chgData name="SHINOHARA Soshi (篠原 想詩)" userId="309c0b21-8b61-4cd5-9d32-07652c56306e" providerId="ADAL" clId="{60D42A6B-AE32-4A06-B461-AA9486421C3B}" dt="2026-09-18T05:54:43.421" v="1669" actId="478"/>
          <ac:spMkLst>
            <pc:docMk/>
            <pc:sldMk cId="147431364" sldId="264"/>
            <ac:spMk id="7" creationId="{32051751-D992-8D98-D7B3-5B3E77D972D0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9" creationId="{40DA71E2-5169-C226-9716-1D29245292DA}"/>
          </ac:spMkLst>
        </pc:spChg>
        <pc:spChg chg="add mod">
          <ac:chgData name="SHINOHARA Soshi (篠原 想詩)" userId="309c0b21-8b61-4cd5-9d32-07652c56306e" providerId="ADAL" clId="{60D42A6B-AE32-4A06-B461-AA9486421C3B}" dt="2026-09-18T05:57:01.641" v="1782" actId="20577"/>
          <ac:spMkLst>
            <pc:docMk/>
            <pc:sldMk cId="147431364" sldId="264"/>
            <ac:spMk id="10" creationId="{A99D0592-4AAB-EE9D-86AD-508AC56407B7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1" creationId="{5A0F1061-0D3B-DF52-4C20-A9727B3AD83E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3" creationId="{F83BA511-67DA-15B1-A537-77506D5113E2}"/>
          </ac:spMkLst>
        </pc:spChg>
        <pc:spChg chg="add mod">
          <ac:chgData name="SHINOHARA Soshi (篠原 想詩)" userId="309c0b21-8b61-4cd5-9d32-07652c56306e" providerId="ADAL" clId="{60D42A6B-AE32-4A06-B461-AA9486421C3B}" dt="2026-09-18T06:08:39.880" v="2390" actId="1076"/>
          <ac:spMkLst>
            <pc:docMk/>
            <pc:sldMk cId="147431364" sldId="264"/>
            <ac:spMk id="14" creationId="{E01BB2FC-B37F-D766-FE9D-4C8FAD15E35A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5" creationId="{17E3DE3F-0A9D-878D-5147-69C69CDCFAB7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7" creationId="{F414B563-D382-0346-6704-8887DDD4FEDF}"/>
          </ac:spMkLst>
        </pc:spChg>
        <pc:spChg chg="add mod">
          <ac:chgData name="SHINOHARA Soshi (篠原 想詩)" userId="309c0b21-8b61-4cd5-9d32-07652c56306e" providerId="ADAL" clId="{60D42A6B-AE32-4A06-B461-AA9486421C3B}" dt="2026-09-18T07:27:41.343" v="2583" actId="20577"/>
          <ac:spMkLst>
            <pc:docMk/>
            <pc:sldMk cId="147431364" sldId="264"/>
            <ac:spMk id="18" creationId="{65F3A6C4-9A81-1EF9-8F56-E2D36B994E0B}"/>
          </ac:spMkLst>
        </pc:spChg>
        <pc:spChg chg="del">
          <ac:chgData name="SHINOHARA Soshi (篠原 想詩)" userId="309c0b21-8b61-4cd5-9d32-07652c56306e" providerId="ADAL" clId="{60D42A6B-AE32-4A06-B461-AA9486421C3B}" dt="2026-09-18T05:54:42.710" v="1668" actId="478"/>
          <ac:spMkLst>
            <pc:docMk/>
            <pc:sldMk cId="147431364" sldId="264"/>
            <ac:spMk id="19" creationId="{3CA7ABDB-9CF4-7419-A3F0-372837F4CA68}"/>
          </ac:spMkLst>
        </pc:spChg>
        <pc:spChg chg="add mod">
          <ac:chgData name="SHINOHARA Soshi (篠原 想詩)" userId="309c0b21-8b61-4cd5-9d32-07652c56306e" providerId="ADAL" clId="{60D42A6B-AE32-4A06-B461-AA9486421C3B}" dt="2026-09-18T06:08:39.880" v="2390" actId="1076"/>
          <ac:spMkLst>
            <pc:docMk/>
            <pc:sldMk cId="147431364" sldId="264"/>
            <ac:spMk id="21" creationId="{51637B88-5226-9238-B14D-891D3D348264}"/>
          </ac:spMkLst>
        </pc:spChg>
        <pc:spChg chg="add mod">
          <ac:chgData name="SHINOHARA Soshi (篠原 想詩)" userId="309c0b21-8b61-4cd5-9d32-07652c56306e" providerId="ADAL" clId="{60D42A6B-AE32-4A06-B461-AA9486421C3B}" dt="2026-09-18T06:08:34.632" v="2389" actId="1076"/>
          <ac:spMkLst>
            <pc:docMk/>
            <pc:sldMk cId="147431364" sldId="264"/>
            <ac:spMk id="25" creationId="{90B734DB-F072-0773-4A91-F2D0428DC85B}"/>
          </ac:spMkLst>
        </pc:spChg>
        <pc:spChg chg="add">
          <ac:chgData name="SHINOHARA Soshi (篠原 想詩)" userId="309c0b21-8b61-4cd5-9d32-07652c56306e" providerId="ADAL" clId="{60D42A6B-AE32-4A06-B461-AA9486421C3B}" dt="2026-09-18T06:07:36.711" v="2338" actId="22"/>
          <ac:spMkLst>
            <pc:docMk/>
            <pc:sldMk cId="147431364" sldId="264"/>
            <ac:spMk id="27" creationId="{4196054C-6AD3-7A06-15DA-5D1815E3D737}"/>
          </ac:spMkLst>
        </pc:spChg>
        <pc:spChg chg="add mod">
          <ac:chgData name="SHINOHARA Soshi (篠原 想詩)" userId="309c0b21-8b61-4cd5-9d32-07652c56306e" providerId="ADAL" clId="{60D42A6B-AE32-4A06-B461-AA9486421C3B}" dt="2026-09-18T06:08:55.477" v="2393" actId="14100"/>
          <ac:spMkLst>
            <pc:docMk/>
            <pc:sldMk cId="147431364" sldId="264"/>
            <ac:spMk id="29" creationId="{0E469F14-DE54-B50C-65FD-4EF61E57F230}"/>
          </ac:spMkLst>
        </pc:spChg>
        <pc:spChg chg="mod">
          <ac:chgData name="SHINOHARA Soshi (篠原 想詩)" userId="309c0b21-8b61-4cd5-9d32-07652c56306e" providerId="ADAL" clId="{60D42A6B-AE32-4A06-B461-AA9486421C3B}" dt="2026-09-18T06:01:54.966" v="2261" actId="207"/>
          <ac:spMkLst>
            <pc:docMk/>
            <pc:sldMk cId="147431364" sldId="264"/>
            <ac:spMk id="21506" creationId="{64226943-6F0D-9B1F-EB98-B1CB9F46A659}"/>
          </ac:spMkLst>
        </pc:spChg>
        <pc:graphicFrameChg chg="add mod modGraphic">
          <ac:chgData name="SHINOHARA Soshi (篠原 想詩)" userId="309c0b21-8b61-4cd5-9d32-07652c56306e" providerId="ADAL" clId="{60D42A6B-AE32-4A06-B461-AA9486421C3B}" dt="2026-09-18T06:11:57.996" v="2515" actId="20577"/>
          <ac:graphicFrameMkLst>
            <pc:docMk/>
            <pc:sldMk cId="147431364" sldId="264"/>
            <ac:graphicFrameMk id="23" creationId="{A1CE0432-81FE-9A98-8528-48DD5FFDE362}"/>
          </ac:graphicFrameMkLst>
        </pc:graphicFrameChg>
      </pc:sldChg>
      <pc:sldChg chg="addSp delSp add del mod">
        <pc:chgData name="SHINOHARA Soshi (篠原 想詩)" userId="309c0b21-8b61-4cd5-9d32-07652c56306e" providerId="ADAL" clId="{60D42A6B-AE32-4A06-B461-AA9486421C3B}" dt="2026-09-18T06:08:57.444" v="2394" actId="47"/>
        <pc:sldMkLst>
          <pc:docMk/>
          <pc:sldMk cId="1314201938" sldId="265"/>
        </pc:sldMkLst>
        <pc:spChg chg="del">
          <ac:chgData name="SHINOHARA Soshi (篠原 想詩)" userId="309c0b21-8b61-4cd5-9d32-07652c56306e" providerId="ADAL" clId="{60D42A6B-AE32-4A06-B461-AA9486421C3B}" dt="2026-09-18T06:05:23.662" v="2314" actId="478"/>
          <ac:spMkLst>
            <pc:docMk/>
            <pc:sldMk cId="1314201938" sldId="265"/>
            <ac:spMk id="3" creationId="{E7EF5306-233C-D888-C4F9-869857861AC2}"/>
          </ac:spMkLst>
        </pc:spChg>
        <pc:spChg chg="add del">
          <ac:chgData name="SHINOHARA Soshi (篠原 想詩)" userId="309c0b21-8b61-4cd5-9d32-07652c56306e" providerId="ADAL" clId="{60D42A6B-AE32-4A06-B461-AA9486421C3B}" dt="2026-09-18T06:08:07.935" v="2381" actId="478"/>
          <ac:spMkLst>
            <pc:docMk/>
            <pc:sldMk cId="1314201938" sldId="265"/>
            <ac:spMk id="5" creationId="{2FA5BB3F-AB34-D2DF-4D36-1FCD30EAFEBF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6" creationId="{5A1063EE-9E6D-631E-F8F0-44B6D334FDDF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0" creationId="{36257D8E-473D-A3A2-03E5-7CA4F72923D1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4" creationId="{97ED53A4-D1E1-F356-C32D-C4DF01E9D78A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18" creationId="{C7C043CB-6ECC-E00B-D998-006A6A1A1EE3}"/>
          </ac:spMkLst>
        </pc:spChg>
        <pc:spChg chg="del">
          <ac:chgData name="SHINOHARA Soshi (篠原 想詩)" userId="309c0b21-8b61-4cd5-9d32-07652c56306e" providerId="ADAL" clId="{60D42A6B-AE32-4A06-B461-AA9486421C3B}" dt="2026-09-18T06:05:19.005" v="2313" actId="478"/>
          <ac:spMkLst>
            <pc:docMk/>
            <pc:sldMk cId="1314201938" sldId="265"/>
            <ac:spMk id="21" creationId="{01BC4F24-814E-B738-E9F9-62CD2ECE9CD4}"/>
          </ac:spMkLst>
        </pc:spChg>
        <pc:spChg chg="del">
          <ac:chgData name="SHINOHARA Soshi (篠原 想詩)" userId="309c0b21-8b61-4cd5-9d32-07652c56306e" providerId="ADAL" clId="{60D42A6B-AE32-4A06-B461-AA9486421C3B}" dt="2026-09-18T06:05:30.240" v="2316" actId="478"/>
          <ac:spMkLst>
            <pc:docMk/>
            <pc:sldMk cId="1314201938" sldId="265"/>
            <ac:spMk id="25" creationId="{5E0BD695-208B-8E25-EE99-545B14AAEDDD}"/>
          </ac:spMkLst>
        </pc:spChg>
        <pc:graphicFrameChg chg="del">
          <ac:chgData name="SHINOHARA Soshi (篠原 想詩)" userId="309c0b21-8b61-4cd5-9d32-07652c56306e" providerId="ADAL" clId="{60D42A6B-AE32-4A06-B461-AA9486421C3B}" dt="2026-09-18T06:05:27.563" v="2315" actId="478"/>
          <ac:graphicFrameMkLst>
            <pc:docMk/>
            <pc:sldMk cId="1314201938" sldId="265"/>
            <ac:graphicFrameMk id="23" creationId="{1EE2691D-2C68-50A1-72EA-5FC142209032}"/>
          </ac:graphicFrameMkLst>
        </pc:graphicFrameChg>
      </pc:sldChg>
      <pc:sldChg chg="addSp delSp modSp add mod">
        <pc:chgData name="SHINOHARA Soshi (篠原 想詩)" userId="309c0b21-8b61-4cd5-9d32-07652c56306e" providerId="ADAL" clId="{60D42A6B-AE32-4A06-B461-AA9486421C3B}" dt="2026-09-18T06:15:35.154" v="2535" actId="1076"/>
        <pc:sldMkLst>
          <pc:docMk/>
          <pc:sldMk cId="3249971736" sldId="265"/>
        </pc:sldMkLst>
        <pc:spChg chg="add del">
          <ac:chgData name="SHINOHARA Soshi (篠原 想詩)" userId="309c0b21-8b61-4cd5-9d32-07652c56306e" providerId="ADAL" clId="{60D42A6B-AE32-4A06-B461-AA9486421C3B}" dt="2026-09-18T06:10:53.489" v="2476" actId="478"/>
          <ac:spMkLst>
            <pc:docMk/>
            <pc:sldMk cId="3249971736" sldId="265"/>
            <ac:spMk id="3" creationId="{6455A74A-3145-43E9-0FEA-96984B6C3345}"/>
          </ac:spMkLst>
        </pc:spChg>
        <pc:spChg chg="add del">
          <ac:chgData name="SHINOHARA Soshi (篠原 想詩)" userId="309c0b21-8b61-4cd5-9d32-07652c56306e" providerId="ADAL" clId="{60D42A6B-AE32-4A06-B461-AA9486421C3B}" dt="2026-09-18T06:10:55.834" v="2477" actId="478"/>
          <ac:spMkLst>
            <pc:docMk/>
            <pc:sldMk cId="3249971736" sldId="265"/>
            <ac:spMk id="5" creationId="{A951B59B-374D-286A-33A5-2D7F49AA888B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6" creationId="{1CF1F0CB-11DA-7A96-97F4-CD39540D3032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0" creationId="{9D0F0D21-0F87-47E7-8D1D-9E026C31F900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4" creationId="{84292A5C-EF93-1D6D-D96F-63339C36B5DA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18" creationId="{000861EA-2373-894B-6A08-36763DE3141E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21" creationId="{70FA87B6-0C29-4AC4-3931-2C2B3D9862AC}"/>
          </ac:spMkLst>
        </pc:spChg>
        <pc:spChg chg="del">
          <ac:chgData name="SHINOHARA Soshi (篠原 想詩)" userId="309c0b21-8b61-4cd5-9d32-07652c56306e" providerId="ADAL" clId="{60D42A6B-AE32-4A06-B461-AA9486421C3B}" dt="2026-09-18T06:10:42.448" v="2472" actId="478"/>
          <ac:spMkLst>
            <pc:docMk/>
            <pc:sldMk cId="3249971736" sldId="265"/>
            <ac:spMk id="25" creationId="{892490C8-31AD-E3FF-0ABF-416A7E172DAD}"/>
          </ac:spMkLst>
        </pc:spChg>
        <pc:spChg chg="del mod">
          <ac:chgData name="SHINOHARA Soshi (篠原 想詩)" userId="309c0b21-8b61-4cd5-9d32-07652c56306e" providerId="ADAL" clId="{60D42A6B-AE32-4A06-B461-AA9486421C3B}" dt="2026-09-18T06:10:40.390" v="2471" actId="478"/>
          <ac:spMkLst>
            <pc:docMk/>
            <pc:sldMk cId="3249971736" sldId="265"/>
            <ac:spMk id="29" creationId="{B46D97C3-DBD4-B9B1-258F-034692CBEEA3}"/>
          </ac:spMkLst>
        </pc:spChg>
        <pc:spChg chg="mod">
          <ac:chgData name="SHINOHARA Soshi (篠原 想詩)" userId="309c0b21-8b61-4cd5-9d32-07652c56306e" providerId="ADAL" clId="{60D42A6B-AE32-4A06-B461-AA9486421C3B}" dt="2026-09-18T06:11:01.130" v="2507" actId="20577"/>
          <ac:spMkLst>
            <pc:docMk/>
            <pc:sldMk cId="3249971736" sldId="265"/>
            <ac:spMk id="21506" creationId="{EE83C36C-337B-3CAA-0B83-0A1517A40289}"/>
          </ac:spMkLst>
        </pc:spChg>
        <pc:graphicFrameChg chg="add mod modGraphic">
          <ac:chgData name="SHINOHARA Soshi (篠原 想詩)" userId="309c0b21-8b61-4cd5-9d32-07652c56306e" providerId="ADAL" clId="{60D42A6B-AE32-4A06-B461-AA9486421C3B}" dt="2026-09-18T06:15:35.154" v="2535" actId="1076"/>
          <ac:graphicFrameMkLst>
            <pc:docMk/>
            <pc:sldMk cId="3249971736" sldId="265"/>
            <ac:graphicFrameMk id="8" creationId="{58D35AA5-77A7-64BC-8911-FEFE11A99615}"/>
          </ac:graphicFrameMkLst>
        </pc:graphicFrameChg>
        <pc:graphicFrameChg chg="del">
          <ac:chgData name="SHINOHARA Soshi (篠原 想詩)" userId="309c0b21-8b61-4cd5-9d32-07652c56306e" providerId="ADAL" clId="{60D42A6B-AE32-4A06-B461-AA9486421C3B}" dt="2026-09-18T06:10:42.448" v="2472" actId="478"/>
          <ac:graphicFrameMkLst>
            <pc:docMk/>
            <pc:sldMk cId="3249971736" sldId="265"/>
            <ac:graphicFrameMk id="23" creationId="{CA1BBA50-64D8-27C8-734A-9DB62746C46C}"/>
          </ac:graphicFrameMkLst>
        </pc:graphicFrameChg>
      </pc:sldChg>
      <pc:sldMasterChg chg="del delSldLayout">
        <pc:chgData name="SHINOHARA Soshi (篠原 想詩)" userId="309c0b21-8b61-4cd5-9d32-07652c56306e" providerId="ADAL" clId="{60D42A6B-AE32-4A06-B461-AA9486421C3B}" dt="2026-09-18T06:09:01.320" v="2396" actId="47"/>
        <pc:sldMasterMkLst>
          <pc:docMk/>
          <pc:sldMasterMk cId="3019807980" sldId="2147483648"/>
        </pc:sldMasterMkLst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81740245" sldId="2147483649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262986352" sldId="2147483650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801365498" sldId="2147483651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707429675" sldId="2147483652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3447607662" sldId="2147483653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3774007086" sldId="2147483654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2525697723" sldId="2147483655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592917292" sldId="2147483656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2073493225" sldId="2147483657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468604226" sldId="2147483658"/>
          </pc:sldLayoutMkLst>
        </pc:sldLayoutChg>
        <pc:sldLayoutChg chg="del">
          <pc:chgData name="SHINOHARA Soshi (篠原 想詩)" userId="309c0b21-8b61-4cd5-9d32-07652c56306e" providerId="ADAL" clId="{60D42A6B-AE32-4A06-B461-AA9486421C3B}" dt="2026-09-18T06:09:01.320" v="2396" actId="47"/>
          <pc:sldLayoutMkLst>
            <pc:docMk/>
            <pc:sldMasterMk cId="3019807980" sldId="2147483648"/>
            <pc:sldLayoutMk cId="1426030442" sldId="2147483659"/>
          </pc:sldLayoutMkLst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40" name="Picture 4" descr="X:\Hirao\社外向けPPTテンプレート\作業\20110516\01_NKstandard.png">
            <a:extLst>
              <a:ext uri="{FF2B5EF4-FFF2-40B4-BE49-F238E27FC236}">
                <a16:creationId xmlns:a16="http://schemas.microsoft.com/office/drawing/2014/main" id="{0C14BA8A-B438-06C3-FE00-CEF6AB502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34">
            <a:extLst>
              <a:ext uri="{FF2B5EF4-FFF2-40B4-BE49-F238E27FC236}">
                <a16:creationId xmlns:a16="http://schemas.microsoft.com/office/drawing/2014/main" id="{6B0FC84E-BB3B-76F7-93E3-D1E2CBA5D2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1649414"/>
            <a:ext cx="10363200" cy="1131887"/>
          </a:xfrm>
        </p:spPr>
        <p:txBody>
          <a:bodyPr/>
          <a:lstStyle>
            <a:lvl1pPr algn="ctr">
              <a:defRPr smtClean="0">
                <a:solidFill>
                  <a:srgbClr val="3333CC"/>
                </a:solidFill>
              </a:defRPr>
            </a:lvl1pPr>
          </a:lstStyle>
          <a:p>
            <a:pPr lv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18436" name="Rectangle 35">
            <a:extLst>
              <a:ext uri="{FF2B5EF4-FFF2-40B4-BE49-F238E27FC236}">
                <a16:creationId xmlns:a16="http://schemas.microsoft.com/office/drawing/2014/main" id="{DB3DCA16-0580-FDA1-E39D-90FEF5F81B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068639"/>
            <a:ext cx="8534400" cy="1800225"/>
          </a:xfrm>
        </p:spPr>
        <p:txBody>
          <a:bodyPr/>
          <a:lstStyle>
            <a:lvl1pPr marL="0" indent="0" algn="ctr">
              <a:buFontTx/>
              <a:buNone/>
              <a:defRPr smtClean="0">
                <a:solidFill>
                  <a:schemeClr val="bg2"/>
                </a:solidFill>
              </a:defRPr>
            </a:lvl1pPr>
          </a:lstStyle>
          <a:p>
            <a:pPr lvl="0"/>
            <a:r>
              <a:rPr lang="ja-JP" altLang="en-US" noProof="0"/>
              <a:t>マスター サブタイトルの書式設定</a:t>
            </a:r>
          </a:p>
        </p:txBody>
      </p:sp>
      <p:sp>
        <p:nvSpPr>
          <p:cNvPr id="1060" name="Rectangle 36">
            <a:extLst>
              <a:ext uri="{FF2B5EF4-FFF2-40B4-BE49-F238E27FC236}">
                <a16:creationId xmlns:a16="http://schemas.microsoft.com/office/drawing/2014/main" id="{21EA4C22-869B-D24A-0D05-950D6BF510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 algn="l"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>
            <a:extLst>
              <a:ext uri="{FF2B5EF4-FFF2-40B4-BE49-F238E27FC236}">
                <a16:creationId xmlns:a16="http://schemas.microsoft.com/office/drawing/2014/main" id="{A1FF1166-8D8B-9946-8A67-ECCE715BEF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sz="1200">
                <a:solidFill>
                  <a:schemeClr val="bg1"/>
                </a:solidFill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>
            <a:extLst>
              <a:ext uri="{FF2B5EF4-FFF2-40B4-BE49-F238E27FC236}">
                <a16:creationId xmlns:a16="http://schemas.microsoft.com/office/drawing/2014/main" id="{DD108065-3E08-80D3-14B1-3AE4A9BEE1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58931EFE-4ACE-4B37-9E60-492B3B153ED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71010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404664"/>
            <a:ext cx="11523133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34434" y="1628627"/>
            <a:ext cx="11523133" cy="46085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398BF68E-D88B-2F4D-5280-6792B81ED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07ABD81-38F0-6FC5-6691-2F5B84631F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12E8582A-A0C5-05CF-5DB4-EDED19BCB3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AD4172-5909-45D2-B4AB-7D478CE70DD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50850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1EF0829B-40D8-0BCB-C00C-558D5031B9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C23B98A-016D-5485-14B7-93B021A00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29D4E479-875E-321F-EA33-5184F8AE2E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A96D77-31B9-4D47-ABA2-ACC8E627EAB3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110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404664"/>
            <a:ext cx="11523133" cy="108108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334434" y="1628627"/>
            <a:ext cx="565996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1" y="1628627"/>
            <a:ext cx="5659967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804E6841-7FC5-A8B5-7307-47F6CEAC74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2638F4E9-D9EF-3B5F-2C29-9BCB217C15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A379B939-7426-619C-A6C8-7F5C6FD7AF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DB38B0-9776-4C5A-B23D-D8EACE3058B1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69129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0" y="38578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46262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28602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646262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28602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51FB5BD7-9BFD-FA63-2732-8CB837712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37">
            <a:extLst>
              <a:ext uri="{FF2B5EF4-FFF2-40B4-BE49-F238E27FC236}">
                <a16:creationId xmlns:a16="http://schemas.microsoft.com/office/drawing/2014/main" id="{E05F4C1D-CCE9-ADAA-E574-6304B55181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38">
            <a:extLst>
              <a:ext uri="{FF2B5EF4-FFF2-40B4-BE49-F238E27FC236}">
                <a16:creationId xmlns:a16="http://schemas.microsoft.com/office/drawing/2014/main" id="{6A9428D8-CE54-C7D9-B0F7-EEB0022FEB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F208F0-7C0C-4EEA-BCA5-C5CBF907F15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8146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X:\Hirao\社外向けPPTテンプレート\作業\20110516\01_NKstandard.png">
            <a:extLst>
              <a:ext uri="{FF2B5EF4-FFF2-40B4-BE49-F238E27FC236}">
                <a16:creationId xmlns:a16="http://schemas.microsoft.com/office/drawing/2014/main" id="{B2943265-7CEE-F422-CE6F-E8236B8D8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34434" y="0"/>
            <a:ext cx="11523133" cy="9087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5269B2E4-5975-5509-5EDB-A48AED073E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E9960380-7963-0AF4-D089-BE4F405849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D147536D-C5C1-F152-EA2F-487B9BBD40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840710-8035-4C4E-AD8A-9A961CAE275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69212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AA6A9096-13B0-6DA4-AFE9-5D4CFAA4B9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37">
            <a:extLst>
              <a:ext uri="{FF2B5EF4-FFF2-40B4-BE49-F238E27FC236}">
                <a16:creationId xmlns:a16="http://schemas.microsoft.com/office/drawing/2014/main" id="{16EA6B18-3402-A35D-8873-ED70D2F42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38">
            <a:extLst>
              <a:ext uri="{FF2B5EF4-FFF2-40B4-BE49-F238E27FC236}">
                <a16:creationId xmlns:a16="http://schemas.microsoft.com/office/drawing/2014/main" id="{D8A3DA9E-F976-DDAD-9985-E62135A8D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B09AE0-1622-4770-ADFC-0F8BDB01B91C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34045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38419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38420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546249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971AF52C-9B68-47D9-99D2-D9656BE976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D8F6B586-883C-EE96-DF2D-8F732BBFB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53908F5E-2B2B-CD6D-EEA1-C20D50442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95169F-2DF5-4042-AB3F-95FD1414D079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1799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36">
            <a:extLst>
              <a:ext uri="{FF2B5EF4-FFF2-40B4-BE49-F238E27FC236}">
                <a16:creationId xmlns:a16="http://schemas.microsoft.com/office/drawing/2014/main" id="{DD8673C3-03C5-8DB1-35BB-E5D1F99642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7">
            <a:extLst>
              <a:ext uri="{FF2B5EF4-FFF2-40B4-BE49-F238E27FC236}">
                <a16:creationId xmlns:a16="http://schemas.microsoft.com/office/drawing/2014/main" id="{7C690EDB-55A0-DC8E-590F-EB43A85C9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38">
            <a:extLst>
              <a:ext uri="{FF2B5EF4-FFF2-40B4-BE49-F238E27FC236}">
                <a16:creationId xmlns:a16="http://schemas.microsoft.com/office/drawing/2014/main" id="{3CF38E8B-075C-5F0A-347C-FC079992E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0E599A-8B55-463A-AD15-8821CC1A853B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419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976785" y="404665"/>
            <a:ext cx="2880783" cy="583247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334434" y="404665"/>
            <a:ext cx="8439151" cy="58324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36">
            <a:extLst>
              <a:ext uri="{FF2B5EF4-FFF2-40B4-BE49-F238E27FC236}">
                <a16:creationId xmlns:a16="http://schemas.microsoft.com/office/drawing/2014/main" id="{42A302F8-0A91-6DC3-9B36-2EAE2299A9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37">
            <a:extLst>
              <a:ext uri="{FF2B5EF4-FFF2-40B4-BE49-F238E27FC236}">
                <a16:creationId xmlns:a16="http://schemas.microsoft.com/office/drawing/2014/main" id="{636DC084-1454-6C48-492D-CA2A680A72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38">
            <a:extLst>
              <a:ext uri="{FF2B5EF4-FFF2-40B4-BE49-F238E27FC236}">
                <a16:creationId xmlns:a16="http://schemas.microsoft.com/office/drawing/2014/main" id="{89D0FBA7-0BD2-1B47-93BB-765555FD6B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5991D6-7BBE-4AD1-A267-9F9F6A4DC4C7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92793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X:\Hirao\社外向けPPTテンプレート\作業\20110516\01_NKstandard_Contents.png">
            <a:extLst>
              <a:ext uri="{FF2B5EF4-FFF2-40B4-BE49-F238E27FC236}">
                <a16:creationId xmlns:a16="http://schemas.microsoft.com/office/drawing/2014/main" id="{308997B7-BE02-2346-F06D-1F3C049C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4">
            <a:extLst>
              <a:ext uri="{FF2B5EF4-FFF2-40B4-BE49-F238E27FC236}">
                <a16:creationId xmlns:a16="http://schemas.microsoft.com/office/drawing/2014/main" id="{BB8894EC-24F1-EB1A-27EF-11B8207BC0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4434" y="404814"/>
            <a:ext cx="11523133" cy="108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5">
            <a:extLst>
              <a:ext uri="{FF2B5EF4-FFF2-40B4-BE49-F238E27FC236}">
                <a16:creationId xmlns:a16="http://schemas.microsoft.com/office/drawing/2014/main" id="{BF7DD1D5-BC47-702A-71DF-F31991186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434" y="1628776"/>
            <a:ext cx="11523133" cy="460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60" name="Rectangle 36">
            <a:extLst>
              <a:ext uri="{FF2B5EF4-FFF2-40B4-BE49-F238E27FC236}">
                <a16:creationId xmlns:a16="http://schemas.microsoft.com/office/drawing/2014/main" id="{E9536C22-865F-878F-EC9A-05204D67806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208433" y="6524625"/>
            <a:ext cx="28448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1" name="Rectangle 37">
            <a:extLst>
              <a:ext uri="{FF2B5EF4-FFF2-40B4-BE49-F238E27FC236}">
                <a16:creationId xmlns:a16="http://schemas.microsoft.com/office/drawing/2014/main" id="{6F776330-9727-DE83-A950-31A9B1C0F7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3934" y="6524625"/>
            <a:ext cx="3934884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latin typeface="Arial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62" name="Rectangle 38">
            <a:extLst>
              <a:ext uri="{FF2B5EF4-FFF2-40B4-BE49-F238E27FC236}">
                <a16:creationId xmlns:a16="http://schemas.microsoft.com/office/drawing/2014/main" id="{9F56BB31-2214-4740-7089-F11C0D650CD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77085" y="6524625"/>
            <a:ext cx="637116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6C329E27-3137-4DEF-8CF2-7C9CC64C1AA6}" type="slidenum">
              <a:rPr lang="en-US" altLang="ja-JP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38624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Arial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D8611FDF-9B1D-9612-327D-9456F6143916}"/>
              </a:ext>
            </a:extLst>
          </p:cNvPr>
          <p:cNvSpPr txBox="1">
            <a:spLocks/>
          </p:cNvSpPr>
          <p:nvPr/>
        </p:nvSpPr>
        <p:spPr bwMode="auto">
          <a:xfrm>
            <a:off x="1827688" y="3492624"/>
            <a:ext cx="8536623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kumimoji="1" sz="3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第二生産部実装技術課</a:t>
            </a:r>
            <a:endParaRPr lang="en-US" altLang="ja-JP" sz="3600" kern="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実装技術係</a:t>
            </a:r>
            <a:r>
              <a:rPr lang="en-US" altLang="ja-JP" sz="3600" kern="0" dirty="0">
                <a:solidFill>
                  <a:schemeClr val="bg1">
                    <a:lumMod val="50000"/>
                  </a:schemeClr>
                </a:solidFill>
              </a:rPr>
              <a:t>_</a:t>
            </a:r>
            <a:r>
              <a:rPr lang="ja-JP" altLang="en-US" sz="3600" kern="0" dirty="0">
                <a:solidFill>
                  <a:schemeClr val="bg1">
                    <a:lumMod val="50000"/>
                  </a:schemeClr>
                </a:solidFill>
              </a:rPr>
              <a:t>篠原</a:t>
            </a:r>
            <a:endParaRPr lang="en-US" altLang="ja-JP" sz="3600" kern="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タイトル 1">
            <a:extLst>
              <a:ext uri="{FF2B5EF4-FFF2-40B4-BE49-F238E27FC236}">
                <a16:creationId xmlns:a16="http://schemas.microsoft.com/office/drawing/2014/main" id="{D2FA8936-D68E-6874-8EB3-C9A079275CE7}"/>
              </a:ext>
            </a:extLst>
          </p:cNvPr>
          <p:cNvSpPr txBox="1">
            <a:spLocks/>
          </p:cNvSpPr>
          <p:nvPr/>
        </p:nvSpPr>
        <p:spPr bwMode="auto">
          <a:xfrm>
            <a:off x="913049" y="1814661"/>
            <a:ext cx="10365899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sz="4400" smtClean="0">
                <a:solidFill>
                  <a:srgbClr val="3333CC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Arial" charset="0"/>
                <a:ea typeface="ＭＳ Ｐゴシック" pitchFamily="50" charset="-128"/>
              </a:defRPr>
            </a:lvl9pPr>
          </a:lstStyle>
          <a:p>
            <a:r>
              <a:rPr lang="en-US" altLang="ja-JP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76</a:t>
            </a:r>
            <a:r>
              <a:rPr lang="ja-JP" altLang="en-US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期　</a:t>
            </a:r>
            <a:r>
              <a:rPr lang="en-US" altLang="ja-JP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  <a:r>
              <a:rPr lang="ja-JP" altLang="en-US" sz="5400" kern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月業務報告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73DBF07-353A-1DAE-881E-450898FCC58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11628000" cy="836613"/>
          </a:xfrm>
        </p:spPr>
        <p:txBody>
          <a:bodyPr/>
          <a:lstStyle/>
          <a:p>
            <a:r>
              <a:rPr lang="en-US" altLang="ja-JP" sz="3600" b="1" dirty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rPr>
              <a:t>定型業務と報告期間の位置づけ</a:t>
            </a:r>
            <a:endParaRPr lang="ja-JP" altLang="en-US" sz="3600" dirty="0">
              <a:solidFill>
                <a:schemeClr val="bg1"/>
              </a:solidFill>
              <a:latin typeface="Amazon Ember" panose="020B0603020204020204" pitchFamily="34" charset="0"/>
              <a:cs typeface="Amazon Ember" panose="020B0603020204020204" pitchFamily="34" charset="0"/>
            </a:endParaRP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286AF094-EB23-DE59-C364-CE66702F5820}"/>
              </a:ext>
            </a:extLst>
          </p:cNvPr>
          <p:cNvSpPr txBox="1"/>
          <p:nvPr/>
        </p:nvSpPr>
        <p:spPr>
          <a:xfrm>
            <a:off x="540000" y="102098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800" b="1" dirty="0">
                <a:solidFill>
                  <a:srgbClr val="000000"/>
                </a:solidFill>
                <a:latin typeface="Meiryo"/>
                <a:ea typeface="Meiryo"/>
              </a:rPr>
              <a:t>結論</a:t>
            </a:r>
          </a:p>
        </p:txBody>
      </p:sp>
      <p:sp>
        <p:nvSpPr>
          <p:cNvPr id="11" name="TB23">
            <a:extLst>
              <a:ext uri="{FF2B5EF4-FFF2-40B4-BE49-F238E27FC236}">
                <a16:creationId xmlns:a16="http://schemas.microsoft.com/office/drawing/2014/main" id="{9062C9EA-A562-CB3D-30B1-0D2FE45C706F}"/>
              </a:ext>
            </a:extLst>
          </p:cNvPr>
          <p:cNvSpPr txBox="1"/>
          <p:nvPr/>
        </p:nvSpPr>
        <p:spPr>
          <a:xfrm>
            <a:off x="540000" y="1572621"/>
            <a:ext cx="1065600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引継ぎ3テーマを集中遂行：0確認マクロは運用確定、管理手順書は案2冊(未承認)、棚卸しマクロは実機検証待ち。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定型業務はB列差異修正1件(9/24・L2限定)。設計変更は0件で、記録・基盤の運用と整備に集中した(下表)。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29" name="R20">
            <a:extLst>
              <a:ext uri="{FF2B5EF4-FFF2-40B4-BE49-F238E27FC236}">
                <a16:creationId xmlns:a16="http://schemas.microsoft.com/office/drawing/2014/main" id="{99BBA5A8-AC1B-3C0B-F774-2765F922C93F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graphicFrame>
        <p:nvGraphicFramePr>
          <p:cNvPr id="23" name="T59">
            <a:extLst>
              <a:ext uri="{FF2B5EF4-FFF2-40B4-BE49-F238E27FC236}">
                <a16:creationId xmlns:a16="http://schemas.microsoft.com/office/drawing/2014/main" id="{A1CE0432-81FE-9A98-8528-48DD5FFDE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48714"/>
              </p:ext>
            </p:extLst>
          </p:nvPr>
        </p:nvGraphicFramePr>
        <p:xfrm>
          <a:off x="540000" y="2800000"/>
          <a:ext cx="10656000" cy="2060000"/>
        </p:xfrm>
        <a:graphic>
          <a:graphicData uri="http://schemas.openxmlformats.org/drawingml/2006/table">
            <a:tbl>
              <a:tblPr firstRow="1"/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業務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9/18以降の実績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備考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JOB作成・不足部品リスト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B列差異修正1件(9/24)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L2限定。恒久運用は11月以降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記録の運用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日報15本/週報3本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毎日作成。W42は完了済み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保管庫のGitHub移管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3,135ファイル・issue57件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同期は毎日17:30に自動実行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スナップショット容量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56.1GB→0.59GB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除外を許可リスト化(10/8)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9242-80D5-04D1-AA59-FD8FAB0F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BF3B7B6-7F4A-254F-EB33-2638E125F1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テーマ1　0確認マクロver.2の運用確定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5" name="R20">
            <a:extLst>
              <a:ext uri="{FF2B5EF4-FFF2-40B4-BE49-F238E27FC236}">
                <a16:creationId xmlns:a16="http://schemas.microsoft.com/office/drawing/2014/main" id="{03ADD616-96E1-C816-722E-D432D1B1434B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7" name="TB21">
            <a:extLst>
              <a:ext uri="{FF2B5EF4-FFF2-40B4-BE49-F238E27FC236}">
                <a16:creationId xmlns:a16="http://schemas.microsoft.com/office/drawing/2014/main" id="{9D8E4493-09ED-D66D-BB69-F4E17FDDAAE5}"/>
              </a:ext>
            </a:extLst>
          </p:cNvPr>
          <p:cNvSpPr txBox="1"/>
          <p:nvPr/>
        </p:nvSpPr>
        <p:spPr>
          <a:xfrm>
            <a:off x="36000" y="928195"/>
            <a:ext cx="2461667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400" b="0" dirty="0">
                <a:solidFill>
                  <a:srgbClr val="666666"/>
                </a:solidFill>
                <a:latin typeface="Meiryo"/>
                <a:ea typeface="Meiryo"/>
              </a:rPr>
              <a:t>実施時期：9〜10月</a:t>
            </a:r>
          </a:p>
        </p:txBody>
      </p:sp>
      <p:sp>
        <p:nvSpPr>
          <p:cNvPr id="9" name="TB22">
            <a:extLst>
              <a:ext uri="{FF2B5EF4-FFF2-40B4-BE49-F238E27FC236}">
                <a16:creationId xmlns:a16="http://schemas.microsoft.com/office/drawing/2014/main" id="{A76CBF8E-780A-F613-552A-79DF92A79B34}"/>
              </a:ext>
            </a:extLst>
          </p:cNvPr>
          <p:cNvSpPr txBox="1"/>
          <p:nvPr/>
        </p:nvSpPr>
        <p:spPr>
          <a:xfrm>
            <a:off x="540000" y="15128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目標と実績</a:t>
            </a:r>
          </a:p>
        </p:txBody>
      </p:sp>
      <p:sp>
        <p:nvSpPr>
          <p:cNvPr id="11" name="TB23">
            <a:extLst>
              <a:ext uri="{FF2B5EF4-FFF2-40B4-BE49-F238E27FC236}">
                <a16:creationId xmlns:a16="http://schemas.microsoft.com/office/drawing/2014/main" id="{334C37F2-BE3E-BFC0-CAB9-D3917FDC0606}"/>
              </a:ext>
            </a:extLst>
          </p:cNvPr>
          <p:cNvSpPr txBox="1"/>
          <p:nvPr/>
        </p:nvSpPr>
        <p:spPr>
          <a:xfrm>
            <a:off x="756000" y="1813174"/>
            <a:ext cx="10656000" cy="111958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・目標：質問票35問の回答を運用手順書へ反映し、本番準備を完了させる。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・実績：反映は完了(10/15)。本番は10月末(予定)で、日程は10/28会議で確定。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13" name="TB24">
            <a:extLst>
              <a:ext uri="{FF2B5EF4-FFF2-40B4-BE49-F238E27FC236}">
                <a16:creationId xmlns:a16="http://schemas.microsoft.com/office/drawing/2014/main" id="{CFA581EB-E5DD-E949-61AD-F14177A9CC17}"/>
              </a:ext>
            </a:extLst>
          </p:cNvPr>
          <p:cNvSpPr txBox="1"/>
          <p:nvPr/>
        </p:nvSpPr>
        <p:spPr>
          <a:xfrm>
            <a:off x="540000" y="3043668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やったこと</a:t>
            </a:r>
          </a:p>
        </p:txBody>
      </p:sp>
      <p:sp>
        <p:nvSpPr>
          <p:cNvPr id="15" name="TB25">
            <a:extLst>
              <a:ext uri="{FF2B5EF4-FFF2-40B4-BE49-F238E27FC236}">
                <a16:creationId xmlns:a16="http://schemas.microsoft.com/office/drawing/2014/main" id="{CBB4D034-4453-9918-E427-6F3BF26F1E67}"/>
              </a:ext>
            </a:extLst>
          </p:cNvPr>
          <p:cNvSpPr txBox="1"/>
          <p:nvPr/>
        </p:nvSpPr>
        <p:spPr>
          <a:xfrm>
            <a:off x="756000" y="3442581"/>
            <a:ext cx="10656000" cy="77156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・照合スクリプトで原因の切り分け(入力CSV起因/マクロ起因)を機械化した。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・10/2に無変更のまま実機で成功し、ver.2を運用として採用した。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17" name="TB26">
            <a:extLst>
              <a:ext uri="{FF2B5EF4-FFF2-40B4-BE49-F238E27FC236}">
                <a16:creationId xmlns:a16="http://schemas.microsoft.com/office/drawing/2014/main" id="{9EA7CA49-8438-F8C9-4C30-426972466047}"/>
              </a:ext>
            </a:extLst>
          </p:cNvPr>
          <p:cNvSpPr txBox="1"/>
          <p:nvPr/>
        </p:nvSpPr>
        <p:spPr>
          <a:xfrm>
            <a:off x="540000" y="4325063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数字</a:t>
            </a:r>
          </a:p>
        </p:txBody>
      </p:sp>
      <p:sp>
        <p:nvSpPr>
          <p:cNvPr id="19" name="TB27">
            <a:extLst>
              <a:ext uri="{FF2B5EF4-FFF2-40B4-BE49-F238E27FC236}">
                <a16:creationId xmlns:a16="http://schemas.microsoft.com/office/drawing/2014/main" id="{0E391B8E-AB01-AC75-D1D9-4BA5617A534F}"/>
              </a:ext>
            </a:extLst>
          </p:cNvPr>
          <p:cNvSpPr txBox="1"/>
          <p:nvPr/>
        </p:nvSpPr>
        <p:spPr>
          <a:xfrm>
            <a:off x="756000" y="4722706"/>
            <a:ext cx="10656000" cy="149556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・対象5,848件(入力CSV 29,246行)。10/2版は再計算で6,084件と一致。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・正本は共有サーバーの「0確認マクロ_ver2.xlsm」。反映は10/15。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・効果：原因の切り分けを機械化(推測→照合)。工数の前後比較は本番時に測定(未測定)。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→ 次の展開：未決4件とxlsmへの実装2件を消化し、本番で全件照合と消し込み結果を確認する。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2416652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7C30C-11A3-FE08-718A-0273393F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B5E1CCB-E003-0B0A-94DD-5D464AE71E1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テーマ2　PanaCIM・LNB管理手順書の整備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10" name="TB32">
            <a:extLst>
              <a:ext uri="{FF2B5EF4-FFF2-40B4-BE49-F238E27FC236}">
                <a16:creationId xmlns:a16="http://schemas.microsoft.com/office/drawing/2014/main" id="{3ED9BB57-B053-F70B-D524-9A419F78B21D}"/>
              </a:ext>
            </a:extLst>
          </p:cNvPr>
          <p:cNvSpPr txBox="1"/>
          <p:nvPr/>
        </p:nvSpPr>
        <p:spPr>
          <a:xfrm>
            <a:off x="540000" y="16871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000" b="1" dirty="0">
                <a:solidFill>
                  <a:srgbClr val="000000"/>
                </a:solidFill>
                <a:latin typeface="Meiryo"/>
                <a:ea typeface="Meiryo"/>
              </a:rPr>
              <a:t>背景（解決前）</a:t>
            </a:r>
          </a:p>
        </p:txBody>
      </p:sp>
      <p:sp>
        <p:nvSpPr>
          <p:cNvPr id="14" name="S33">
            <a:extLst>
              <a:ext uri="{FF2B5EF4-FFF2-40B4-BE49-F238E27FC236}">
                <a16:creationId xmlns:a16="http://schemas.microsoft.com/office/drawing/2014/main" id="{5B0E15B8-93C6-B5DC-8BC8-AE4DFDADDF16}"/>
              </a:ext>
            </a:extLst>
          </p:cNvPr>
          <p:cNvSpPr/>
          <p:nvPr/>
        </p:nvSpPr>
        <p:spPr>
          <a:xfrm>
            <a:off x="540000" y="2047100"/>
            <a:ext cx="2268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草案に引用元が無い</a:t>
            </a:r>
          </a:p>
        </p:txBody>
      </p:sp>
      <p:sp>
        <p:nvSpPr>
          <p:cNvPr id="18" name="S34">
            <a:extLst>
              <a:ext uri="{FF2B5EF4-FFF2-40B4-BE49-F238E27FC236}">
                <a16:creationId xmlns:a16="http://schemas.microsoft.com/office/drawing/2014/main" id="{497756DF-3408-5C63-2891-8CB7EF569B47}"/>
              </a:ext>
            </a:extLst>
          </p:cNvPr>
          <p:cNvSpPr/>
          <p:nvPr/>
        </p:nvSpPr>
        <p:spPr>
          <a:xfrm>
            <a:off x="2880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2" name="S35">
            <a:extLst>
              <a:ext uri="{FF2B5EF4-FFF2-40B4-BE49-F238E27FC236}">
                <a16:creationId xmlns:a16="http://schemas.microsoft.com/office/drawing/2014/main" id="{1ED71925-19F6-F7EB-DF01-3604792C541E}"/>
              </a:ext>
            </a:extLst>
          </p:cNvPr>
          <p:cNvSpPr/>
          <p:nvPr/>
        </p:nvSpPr>
        <p:spPr>
          <a:xfrm>
            <a:off x="3420000" y="2047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再起動手順が2種混在</a:t>
            </a:r>
          </a:p>
        </p:txBody>
      </p:sp>
      <p:sp>
        <p:nvSpPr>
          <p:cNvPr id="25" name="S36">
            <a:extLst>
              <a:ext uri="{FF2B5EF4-FFF2-40B4-BE49-F238E27FC236}">
                <a16:creationId xmlns:a16="http://schemas.microsoft.com/office/drawing/2014/main" id="{9AA1D80A-7EAB-E5E8-2EB1-FC55B36AF4FB}"/>
              </a:ext>
            </a:extLst>
          </p:cNvPr>
          <p:cNvSpPr/>
          <p:nvPr/>
        </p:nvSpPr>
        <p:spPr>
          <a:xfrm>
            <a:off x="5868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7" name="S37">
            <a:extLst>
              <a:ext uri="{FF2B5EF4-FFF2-40B4-BE49-F238E27FC236}">
                <a16:creationId xmlns:a16="http://schemas.microsoft.com/office/drawing/2014/main" id="{575B3615-02E5-2F13-6748-B3B281746601}"/>
              </a:ext>
            </a:extLst>
          </p:cNvPr>
          <p:cNvSpPr/>
          <p:nvPr/>
        </p:nvSpPr>
        <p:spPr>
          <a:xfrm>
            <a:off x="6408000" y="2047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停止と起動の区切りが無い</a:t>
            </a:r>
          </a:p>
        </p:txBody>
      </p:sp>
      <p:sp>
        <p:nvSpPr>
          <p:cNvPr id="29" name="S38">
            <a:extLst>
              <a:ext uri="{FF2B5EF4-FFF2-40B4-BE49-F238E27FC236}">
                <a16:creationId xmlns:a16="http://schemas.microsoft.com/office/drawing/2014/main" id="{A3A85E53-59E3-14F1-A43D-43A5D5555EB0}"/>
              </a:ext>
            </a:extLst>
          </p:cNvPr>
          <p:cNvSpPr/>
          <p:nvPr/>
        </p:nvSpPr>
        <p:spPr>
          <a:xfrm>
            <a:off x="8856000" y="2263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31" name="S39">
            <a:extLst>
              <a:ext uri="{FF2B5EF4-FFF2-40B4-BE49-F238E27FC236}">
                <a16:creationId xmlns:a16="http://schemas.microsoft.com/office/drawing/2014/main" id="{4360A1D8-3337-5B5F-A527-4558554291F7}"/>
              </a:ext>
            </a:extLst>
          </p:cNvPr>
          <p:cNvSpPr/>
          <p:nvPr/>
        </p:nvSpPr>
        <p:spPr>
          <a:xfrm>
            <a:off x="9396000" y="2047100"/>
            <a:ext cx="2232000" cy="720000"/>
          </a:xfrm>
          <a:prstGeom prst="roundRect">
            <a:avLst/>
          </a:prstGeom>
          <a:solidFill>
            <a:srgbClr val="E2E2E2"/>
          </a:solidFill>
          <a:ln w="9525">
            <a:solidFill>
              <a:srgbClr val="C00000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C00000"/>
                </a:solidFill>
                <a:latin typeface="Meiryo"/>
                <a:ea typeface="Meiryo"/>
              </a:rPr>
              <a:t>誤実行で生産停止</a:t>
            </a:r>
          </a:p>
        </p:txBody>
      </p:sp>
      <p:sp>
        <p:nvSpPr>
          <p:cNvPr id="21505" name="TB40">
            <a:extLst>
              <a:ext uri="{FF2B5EF4-FFF2-40B4-BE49-F238E27FC236}">
                <a16:creationId xmlns:a16="http://schemas.microsoft.com/office/drawing/2014/main" id="{927C2915-20BF-81E6-ADAB-0B263E213E91}"/>
              </a:ext>
            </a:extLst>
          </p:cNvPr>
          <p:cNvSpPr txBox="1"/>
          <p:nvPr/>
        </p:nvSpPr>
        <p:spPr>
          <a:xfrm>
            <a:off x="540000" y="2911100"/>
            <a:ext cx="11088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666666"/>
                </a:solidFill>
                <a:latin typeface="Meiryo"/>
                <a:ea typeface="Meiryo"/>
              </a:rPr>
              <a:t>→ 異常時の手順は冒頭が「全ラインの生産と作業を停止」</a:t>
            </a:r>
          </a:p>
        </p:txBody>
      </p:sp>
      <p:sp>
        <p:nvSpPr>
          <p:cNvPr id="21508" name="TB41">
            <a:extLst>
              <a:ext uri="{FF2B5EF4-FFF2-40B4-BE49-F238E27FC236}">
                <a16:creationId xmlns:a16="http://schemas.microsoft.com/office/drawing/2014/main" id="{2292334C-0E0C-4611-CBB3-F1ED8685F0EE}"/>
              </a:ext>
            </a:extLst>
          </p:cNvPr>
          <p:cNvSpPr txBox="1"/>
          <p:nvPr/>
        </p:nvSpPr>
        <p:spPr>
          <a:xfrm>
            <a:off x="540000" y="3523100"/>
            <a:ext cx="216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2000" b="1" dirty="0">
                <a:solidFill>
                  <a:srgbClr val="000000"/>
                </a:solidFill>
                <a:latin typeface="Meiryo"/>
                <a:ea typeface="Meiryo"/>
              </a:rPr>
              <a:t>やったこと（解決後）</a:t>
            </a:r>
          </a:p>
        </p:txBody>
      </p:sp>
      <p:sp>
        <p:nvSpPr>
          <p:cNvPr id="21510" name="S42">
            <a:extLst>
              <a:ext uri="{FF2B5EF4-FFF2-40B4-BE49-F238E27FC236}">
                <a16:creationId xmlns:a16="http://schemas.microsoft.com/office/drawing/2014/main" id="{43FF9372-D4F3-024E-F5FB-EEBCEE3D6C53}"/>
              </a:ext>
            </a:extLst>
          </p:cNvPr>
          <p:cNvSpPr/>
          <p:nvPr/>
        </p:nvSpPr>
        <p:spPr>
          <a:xfrm>
            <a:off x="540000" y="3883100"/>
            <a:ext cx="2268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公式資料の</a:t>
            </a:r>
          </a:p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本文を反映</a:t>
            </a:r>
          </a:p>
        </p:txBody>
      </p:sp>
      <p:sp>
        <p:nvSpPr>
          <p:cNvPr id="21512" name="S43">
            <a:extLst>
              <a:ext uri="{FF2B5EF4-FFF2-40B4-BE49-F238E27FC236}">
                <a16:creationId xmlns:a16="http://schemas.microsoft.com/office/drawing/2014/main" id="{89D92C62-0182-0465-1688-F4417EC2F72B}"/>
              </a:ext>
            </a:extLst>
          </p:cNvPr>
          <p:cNvSpPr/>
          <p:nvPr/>
        </p:nvSpPr>
        <p:spPr>
          <a:xfrm>
            <a:off x="2880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14" name="S44">
            <a:extLst>
              <a:ext uri="{FF2B5EF4-FFF2-40B4-BE49-F238E27FC236}">
                <a16:creationId xmlns:a16="http://schemas.microsoft.com/office/drawing/2014/main" id="{D0A4DD7B-04A4-164A-EDDF-A00AC17F588E}"/>
              </a:ext>
            </a:extLst>
          </p:cNvPr>
          <p:cNvSpPr/>
          <p:nvPr/>
        </p:nvSpPr>
        <p:spPr>
          <a:xfrm>
            <a:off x="3420000" y="3883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月次と異常時を分離</a:t>
            </a:r>
          </a:p>
        </p:txBody>
      </p:sp>
      <p:sp>
        <p:nvSpPr>
          <p:cNvPr id="21516" name="S45">
            <a:extLst>
              <a:ext uri="{FF2B5EF4-FFF2-40B4-BE49-F238E27FC236}">
                <a16:creationId xmlns:a16="http://schemas.microsoft.com/office/drawing/2014/main" id="{CE12C862-B8D7-8680-F5A6-9D5626C05174}"/>
              </a:ext>
            </a:extLst>
          </p:cNvPr>
          <p:cNvSpPr/>
          <p:nvPr/>
        </p:nvSpPr>
        <p:spPr>
          <a:xfrm>
            <a:off x="5868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18" name="S46">
            <a:extLst>
              <a:ext uri="{FF2B5EF4-FFF2-40B4-BE49-F238E27FC236}">
                <a16:creationId xmlns:a16="http://schemas.microsoft.com/office/drawing/2014/main" id="{0B1D0BFE-19E5-BEBB-29BF-6206205D297A}"/>
              </a:ext>
            </a:extLst>
          </p:cNvPr>
          <p:cNvSpPr/>
          <p:nvPr/>
        </p:nvSpPr>
        <p:spPr>
          <a:xfrm>
            <a:off x="6408000" y="3883100"/>
            <a:ext cx="2376000" cy="7200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停止1〜6／起動7〜14</a:t>
            </a:r>
          </a:p>
        </p:txBody>
      </p:sp>
      <p:sp>
        <p:nvSpPr>
          <p:cNvPr id="21520" name="S47">
            <a:extLst>
              <a:ext uri="{FF2B5EF4-FFF2-40B4-BE49-F238E27FC236}">
                <a16:creationId xmlns:a16="http://schemas.microsoft.com/office/drawing/2014/main" id="{07C8C824-0855-F504-5ED2-033E183E5AC7}"/>
              </a:ext>
            </a:extLst>
          </p:cNvPr>
          <p:cNvSpPr/>
          <p:nvPr/>
        </p:nvSpPr>
        <p:spPr>
          <a:xfrm>
            <a:off x="8856000" y="4099100"/>
            <a:ext cx="468000" cy="288000"/>
          </a:xfrm>
          <a:prstGeom prst="rightArrow">
            <a:avLst/>
          </a:prstGeom>
          <a:solidFill>
            <a:srgbClr val="C9C9C9"/>
          </a:solidFill>
          <a:ln>
            <a:noFill/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endParaRPr sz="2800"/>
          </a:p>
        </p:txBody>
      </p:sp>
      <p:sp>
        <p:nvSpPr>
          <p:cNvPr id="21522" name="S48">
            <a:extLst>
              <a:ext uri="{FF2B5EF4-FFF2-40B4-BE49-F238E27FC236}">
                <a16:creationId xmlns:a16="http://schemas.microsoft.com/office/drawing/2014/main" id="{23394E18-7729-EF9C-1A57-D32D35698E0B}"/>
              </a:ext>
            </a:extLst>
          </p:cNvPr>
          <p:cNvSpPr/>
          <p:nvPr/>
        </p:nvSpPr>
        <p:spPr>
          <a:xfrm>
            <a:off x="9396000" y="3883100"/>
            <a:ext cx="2232000" cy="720000"/>
          </a:xfrm>
          <a:prstGeom prst="roundRect">
            <a:avLst/>
          </a:prstGeom>
          <a:solidFill>
            <a:schemeClr val="accent1">
              <a:lumMod val="90000"/>
            </a:schemeClr>
          </a:solidFill>
          <a:ln w="9525">
            <a:solidFill>
              <a:srgbClr val="9B9B9B"/>
            </a:solidFill>
          </a:ln>
        </p:spPr>
        <p:txBody>
          <a:bodyPr wrap="square" lIns="72000" tIns="36000" rIns="72000" bIns="3600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b="1" dirty="0">
                <a:solidFill>
                  <a:srgbClr val="000000"/>
                </a:solidFill>
                <a:latin typeface="Meiryo"/>
                <a:ea typeface="Meiryo"/>
              </a:rPr>
              <a:t>管理手順書案2冊作成</a:t>
            </a:r>
          </a:p>
        </p:txBody>
      </p:sp>
      <p:sp>
        <p:nvSpPr>
          <p:cNvPr id="21527" name="右大かっこ 21526">
            <a:extLst>
              <a:ext uri="{FF2B5EF4-FFF2-40B4-BE49-F238E27FC236}">
                <a16:creationId xmlns:a16="http://schemas.microsoft.com/office/drawing/2014/main" id="{231EE372-2D83-A895-742F-441F2D69583B}"/>
              </a:ext>
            </a:extLst>
          </p:cNvPr>
          <p:cNvSpPr/>
          <p:nvPr/>
        </p:nvSpPr>
        <p:spPr>
          <a:xfrm rot="16200000">
            <a:off x="5873412" y="-2819756"/>
            <a:ext cx="445175" cy="9216537"/>
          </a:xfrm>
          <a:prstGeom prst="rightBracket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1529" name="TB28">
            <a:extLst>
              <a:ext uri="{FF2B5EF4-FFF2-40B4-BE49-F238E27FC236}">
                <a16:creationId xmlns:a16="http://schemas.microsoft.com/office/drawing/2014/main" id="{08D3BE1E-A7CA-BEB2-ADB6-594EF66852D4}"/>
              </a:ext>
            </a:extLst>
          </p:cNvPr>
          <p:cNvSpPr txBox="1"/>
          <p:nvPr/>
        </p:nvSpPr>
        <p:spPr>
          <a:xfrm>
            <a:off x="540000" y="4968559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数字</a:t>
            </a:r>
          </a:p>
        </p:txBody>
      </p:sp>
      <p:sp>
        <p:nvSpPr>
          <p:cNvPr id="21531" name="TB29">
            <a:extLst>
              <a:ext uri="{FF2B5EF4-FFF2-40B4-BE49-F238E27FC236}">
                <a16:creationId xmlns:a16="http://schemas.microsoft.com/office/drawing/2014/main" id="{0E081BA2-CF81-69EE-3F51-8B71713AA293}"/>
              </a:ext>
            </a:extLst>
          </p:cNvPr>
          <p:cNvSpPr txBox="1"/>
          <p:nvPr/>
        </p:nvSpPr>
        <p:spPr>
          <a:xfrm>
            <a:off x="391933" y="5251100"/>
            <a:ext cx="10656000" cy="93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・目標：案2冊の承認 → 実績：案2冊を作成(107頁/99頁、未承認)。管理書v0.12・LNB管理書v0.11に反映。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・会議で決定した方針に基づき、再起動手順の掲載を統合した。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→ 次の展開：相関図と画像の追加は10/28まで。LNB点検項目の登録は12/28。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21533" name="テキスト ボックス 21532">
            <a:extLst>
              <a:ext uri="{FF2B5EF4-FFF2-40B4-BE49-F238E27FC236}">
                <a16:creationId xmlns:a16="http://schemas.microsoft.com/office/drawing/2014/main" id="{B85F4D50-9C37-7186-F9DF-DF2611B8DAE4}"/>
              </a:ext>
            </a:extLst>
          </p:cNvPr>
          <p:cNvSpPr txBox="1"/>
          <p:nvPr/>
        </p:nvSpPr>
        <p:spPr>
          <a:xfrm>
            <a:off x="4068000" y="1137917"/>
            <a:ext cx="3600000" cy="35086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ja-JP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Meiryo"/>
                <a:ea typeface="Meiryo"/>
              </a:rPr>
              <a:t>10/14 会議で統合方針を決定</a:t>
            </a:r>
            <a:endParaRPr lang="ja-JP" altLang="en-US" sz="1600" b="0" dirty="0">
              <a:solidFill>
                <a:schemeClr val="tx1">
                  <a:lumMod val="95000"/>
                  <a:lumOff val="5000"/>
                </a:schemeClr>
              </a:solidFill>
              <a:latin typeface="Meiryo"/>
              <a:ea typeface="Meiryo"/>
            </a:endParaRPr>
          </a:p>
        </p:txBody>
      </p:sp>
      <p:sp>
        <p:nvSpPr>
          <p:cNvPr id="21535" name="R20">
            <a:extLst>
              <a:ext uri="{FF2B5EF4-FFF2-40B4-BE49-F238E27FC236}">
                <a16:creationId xmlns:a16="http://schemas.microsoft.com/office/drawing/2014/main" id="{2E47C8EF-6705-D95C-B05D-E243520E31E0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460916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447C5-4718-8CD9-96CE-75F71C72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4226943-6F0D-9B1F-EB98-B1CB9F46A65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テーマ3　固定テーブル棚卸しマクロver.2の改修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6" name="TB54">
            <a:extLst>
              <a:ext uri="{FF2B5EF4-FFF2-40B4-BE49-F238E27FC236}">
                <a16:creationId xmlns:a16="http://schemas.microsoft.com/office/drawing/2014/main" id="{9F0FB3CC-52F3-1B56-A3C9-4771819CFED5}"/>
              </a:ext>
            </a:extLst>
          </p:cNvPr>
          <p:cNvSpPr txBox="1"/>
          <p:nvPr/>
        </p:nvSpPr>
        <p:spPr>
          <a:xfrm>
            <a:off x="540000" y="1278000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背景</a:t>
            </a:r>
          </a:p>
        </p:txBody>
      </p:sp>
      <p:sp>
        <p:nvSpPr>
          <p:cNvPr id="10" name="TB55">
            <a:extLst>
              <a:ext uri="{FF2B5EF4-FFF2-40B4-BE49-F238E27FC236}">
                <a16:creationId xmlns:a16="http://schemas.microsoft.com/office/drawing/2014/main" id="{A99D0592-4AAB-EE9D-86AD-508AC56407B7}"/>
              </a:ext>
            </a:extLst>
          </p:cNvPr>
          <p:cNvSpPr txBox="1"/>
          <p:nvPr/>
        </p:nvSpPr>
        <p:spPr>
          <a:xfrm>
            <a:off x="667200" y="1620000"/>
            <a:ext cx="10656000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・旧版は現場で動く実績がある一方、空欄の扱い・送信漏れなど直すべき点が判明していた。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・実機での検証工程が無く、本番までに動作を確かめる方法が残されていなかった。</a:t>
            </a:r>
          </a:p>
        </p:txBody>
      </p:sp>
      <p:sp>
        <p:nvSpPr>
          <p:cNvPr id="14" name="TB56">
            <a:extLst>
              <a:ext uri="{FF2B5EF4-FFF2-40B4-BE49-F238E27FC236}">
                <a16:creationId xmlns:a16="http://schemas.microsoft.com/office/drawing/2014/main" id="{E01BB2FC-B37F-D766-FE9D-4C8FAD15E35A}"/>
              </a:ext>
            </a:extLst>
          </p:cNvPr>
          <p:cNvSpPr txBox="1"/>
          <p:nvPr/>
        </p:nvSpPr>
        <p:spPr>
          <a:xfrm>
            <a:off x="540000" y="236754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やったこと</a:t>
            </a:r>
          </a:p>
        </p:txBody>
      </p:sp>
      <p:sp>
        <p:nvSpPr>
          <p:cNvPr id="18" name="TB57">
            <a:extLst>
              <a:ext uri="{FF2B5EF4-FFF2-40B4-BE49-F238E27FC236}">
                <a16:creationId xmlns:a16="http://schemas.microsoft.com/office/drawing/2014/main" id="{65F3A6C4-9A81-1EF9-8F56-E2D36B994E0B}"/>
              </a:ext>
            </a:extLst>
          </p:cNvPr>
          <p:cNvSpPr txBox="1"/>
          <p:nvPr/>
        </p:nvSpPr>
        <p:spPr>
          <a:xfrm>
            <a:off x="756000" y="2709546"/>
            <a:ext cx="10656000" cy="86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・改良点だけをver.2本体へ統合(設定読み込み1回化・空欄スキップ・送信漏れで中断)。</a:t>
            </a:r>
            <a:endParaRPr lang="ja-JP" altLang="en-US" sz="1600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・旧版の実績を尊重し、勝手な書き換えはしない方針で改修。</a:t>
            </a:r>
            <a:endParaRPr lang="ja-JP" altLang="en-US" sz="1600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600" b="0" dirty="0">
                <a:solidFill>
                  <a:srgbClr val="000000"/>
                </a:solidFill>
                <a:latin typeface="Meiryo"/>
                <a:ea typeface="Meiryo"/>
              </a:rPr>
              <a:t>・テストケース47件を作成し、コンパイル→試し実行10件→本番1件→10件の段階で検証する。</a:t>
            </a:r>
            <a:endParaRPr lang="ja-JP" altLang="en-US" sz="1600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  <p:sp>
        <p:nvSpPr>
          <p:cNvPr id="21" name="TB58">
            <a:extLst>
              <a:ext uri="{FF2B5EF4-FFF2-40B4-BE49-F238E27FC236}">
                <a16:creationId xmlns:a16="http://schemas.microsoft.com/office/drawing/2014/main" id="{51637B88-5226-9238-B14D-891D3D348264}"/>
              </a:ext>
            </a:extLst>
          </p:cNvPr>
          <p:cNvSpPr txBox="1"/>
          <p:nvPr/>
        </p:nvSpPr>
        <p:spPr>
          <a:xfrm>
            <a:off x="540000" y="3663546"/>
            <a:ext cx="5040000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数字</a:t>
            </a:r>
          </a:p>
        </p:txBody>
      </p:sp>
      <p:graphicFrame>
        <p:nvGraphicFramePr>
          <p:cNvPr id="23" name="T59">
            <a:extLst>
              <a:ext uri="{FF2B5EF4-FFF2-40B4-BE49-F238E27FC236}">
                <a16:creationId xmlns:a16="http://schemas.microsoft.com/office/drawing/2014/main" id="{A1CE0432-81FE-9A98-8528-48DD5FFDE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48714"/>
              </p:ext>
            </p:extLst>
          </p:nvPr>
        </p:nvGraphicFramePr>
        <p:xfrm>
          <a:off x="756000" y="3996000"/>
          <a:ext cx="10656000" cy="1882284"/>
        </p:xfrm>
        <a:graphic>
          <a:graphicData uri="http://schemas.openxmlformats.org/drawingml/2006/table">
            <a:tbl>
              <a:tblPr firstRow="1"/>
              <a:tblGrid>
                <a:gridCol w="22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項目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状況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改修の統合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ver.2本体へ統合(3点)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完了(未検証)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テストケース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47件を作成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実機検証(4段階)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コンパイル→試し実行10件→本番1件→10件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0/4段階(未着手)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処理時間の効果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旧版との前後比較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未測定(実機検証時に測定)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714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本番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生産終了ラインから順に棚卸しを実施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4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10月末(予定)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B60">
            <a:extLst>
              <a:ext uri="{FF2B5EF4-FFF2-40B4-BE49-F238E27FC236}">
                <a16:creationId xmlns:a16="http://schemas.microsoft.com/office/drawing/2014/main" id="{90B734DB-F072-0773-4A91-F2D0428DC85B}"/>
              </a:ext>
            </a:extLst>
          </p:cNvPr>
          <p:cNvSpPr txBox="1"/>
          <p:nvPr/>
        </p:nvSpPr>
        <p:spPr>
          <a:xfrm>
            <a:off x="756000" y="6231929"/>
            <a:ext cx="6500000" cy="3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1" dirty="0">
                <a:solidFill>
                  <a:srgbClr val="000000"/>
                </a:solidFill>
                <a:latin typeface="Meiryo"/>
                <a:ea typeface="Meiryo"/>
              </a:rPr>
              <a:t>→ 次の展開：10月末の本番前に実機検証(4段階)を完了させる</a:t>
            </a:r>
          </a:p>
        </p:txBody>
      </p:sp>
      <p:sp>
        <p:nvSpPr>
          <p:cNvPr id="27" name="R20">
            <a:extLst>
              <a:ext uri="{FF2B5EF4-FFF2-40B4-BE49-F238E27FC236}">
                <a16:creationId xmlns:a16="http://schemas.microsoft.com/office/drawing/2014/main" id="{4196054C-6AD3-7A06-15DA-5D1815E3D737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9" name="TB21">
            <a:extLst>
              <a:ext uri="{FF2B5EF4-FFF2-40B4-BE49-F238E27FC236}">
                <a16:creationId xmlns:a16="http://schemas.microsoft.com/office/drawing/2014/main" id="{0E469F14-DE54-B50C-65FD-4EF61E57F230}"/>
              </a:ext>
            </a:extLst>
          </p:cNvPr>
          <p:cNvSpPr txBox="1"/>
          <p:nvPr/>
        </p:nvSpPr>
        <p:spPr>
          <a:xfrm>
            <a:off x="35999" y="928195"/>
            <a:ext cx="2461667" cy="28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sz="1400" b="0" dirty="0">
                <a:solidFill>
                  <a:srgbClr val="666666"/>
                </a:solidFill>
                <a:latin typeface="Meiryo"/>
                <a:ea typeface="Meiryo"/>
              </a:rPr>
              <a:t>実施時期：9〜10月(本番10月末)</a:t>
            </a:r>
            <a:endParaRPr lang="ja-JP" altLang="en-US" sz="1400" b="0" dirty="0">
              <a:solidFill>
                <a:srgbClr val="666666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4743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84C36-7EDB-A0A5-2342-3C34CBCE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83C36C-337B-3CAA-0B83-0A1517A402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8467"/>
            <a:ext cx="11628000" cy="836613"/>
          </a:xfrm>
        </p:spPr>
        <p:txBody>
          <a:bodyPr/>
          <a:lstStyle/>
          <a:p>
            <a:r>
              <a:rPr lang="ja-JP" altLang="en-US" sz="3600" b="1" dirty="0">
                <a:solidFill>
                  <a:schemeClr val="bg1"/>
                </a:solidFill>
                <a:latin typeface="Meiryo"/>
                <a:ea typeface="Meiryo"/>
              </a:rPr>
              <a:t>成果と翌月のアクション</a:t>
            </a:r>
            <a:endParaRPr lang="ja-JP" altLang="en-US" sz="3600" dirty="0">
              <a:solidFill>
                <a:schemeClr val="bg1"/>
              </a:solidFill>
            </a:endParaRPr>
          </a:p>
        </p:txBody>
      </p:sp>
      <p:sp>
        <p:nvSpPr>
          <p:cNvPr id="27" name="R20">
            <a:extLst>
              <a:ext uri="{FF2B5EF4-FFF2-40B4-BE49-F238E27FC236}">
                <a16:creationId xmlns:a16="http://schemas.microsoft.com/office/drawing/2014/main" id="{6633C88A-6AB1-478B-040B-00151FCAFBE3}"/>
              </a:ext>
            </a:extLst>
          </p:cNvPr>
          <p:cNvSpPr/>
          <p:nvPr/>
        </p:nvSpPr>
        <p:spPr>
          <a:xfrm>
            <a:off x="0" y="826881"/>
            <a:ext cx="12192000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</a:ln>
        </p:spPr>
        <p:txBody>
          <a:bodyPr/>
          <a:lstStyle/>
          <a:p>
            <a:endParaRPr lang="ja-JP"/>
          </a:p>
        </p:txBody>
      </p:sp>
      <p:graphicFrame>
        <p:nvGraphicFramePr>
          <p:cNvPr id="8" name="T63">
            <a:extLst>
              <a:ext uri="{FF2B5EF4-FFF2-40B4-BE49-F238E27FC236}">
                <a16:creationId xmlns:a16="http://schemas.microsoft.com/office/drawing/2014/main" id="{58D35AA5-77A7-64BC-8911-FEFE11A99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45471"/>
              </p:ext>
            </p:extLst>
          </p:nvPr>
        </p:nvGraphicFramePr>
        <p:xfrm>
          <a:off x="272980" y="2128477"/>
          <a:ext cx="11646040" cy="3600000"/>
        </p:xfrm>
        <a:graphic>
          <a:graphicData uri="http://schemas.openxmlformats.org/drawingml/2006/table">
            <a:tbl>
              <a:tblPr firstRow="1"/>
              <a:tblGrid>
                <a:gridCol w="27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79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区分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内容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1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時期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E9E9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成果✓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0確認マクロver.2を運用確定(質問票35問を運用手順書へ反映)</a:t>
                      </a:r>
                      <a:endParaRPr lang="en-US" altLang="ja-JP" sz="1600" b="0" dirty="0">
                        <a:solidFill>
                          <a:srgbClr val="000000"/>
                        </a:solidFill>
                        <a:latin typeface="Meiryo"/>
                        <a:ea typeface="Meiryo"/>
                      </a:endParaRP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成果✓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管理手順書案2冊を作成(107頁/99頁・未承認)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成果✓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棚卸しマクロver.2の改修完了(テストケース47件)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完了(未検証)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01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実機確認の日程と停止判断者を会議で確定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10/28(最優先)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02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管理手順書の承認・相関図と画像の追加・一括バックアップの報告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10/28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03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棚卸しマクロver.2の実機検証(4段階)→固定テーブル棚卸しの本番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10月末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04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0確認マクロの本番実行と確認工数の測定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10月末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05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LNB点検項目の聞き取りと登録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600" b="0" dirty="0">
                          <a:solidFill>
                            <a:srgbClr val="000000"/>
                          </a:solidFill>
                          <a:latin typeface="Meiryo"/>
                          <a:ea typeface="Meiryo"/>
                        </a:rPr>
                        <a:t>12/28まで</a:t>
                      </a:r>
                    </a:p>
                  </a:txBody>
                  <a:tcPr marL="72000" marR="72000" marT="36000" marB="36000" anchor="ctr">
                    <a:lnL w="9525" cap="flat">
                      <a:solidFill>
                        <a:srgbClr val="9B9B9B"/>
                      </a:solidFill>
                    </a:lnL>
                    <a:lnR w="9525" cap="flat">
                      <a:solidFill>
                        <a:srgbClr val="9B9B9B"/>
                      </a:solidFill>
                    </a:lnR>
                    <a:lnT w="9525" cap="flat">
                      <a:solidFill>
                        <a:srgbClr val="9B9B9B"/>
                      </a:solidFill>
                    </a:lnT>
                    <a:lnB w="9525" cap="flat">
                      <a:solidFill>
                        <a:srgbClr val="9B9B9B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B23">
            <a:extLst>
              <a:ext uri="{FF2B5EF4-FFF2-40B4-BE49-F238E27FC236}">
                <a16:creationId xmlns:a16="http://schemas.microsoft.com/office/drawing/2014/main" id="{9062C9EA-A562-CB3D-30B1-0D2FE45C706F}"/>
              </a:ext>
            </a:extLst>
          </p:cNvPr>
          <p:cNvSpPr txBox="1"/>
          <p:nvPr/>
        </p:nvSpPr>
        <p:spPr>
          <a:xfrm>
            <a:off x="272980" y="1080000"/>
            <a:ext cx="11646040" cy="10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前回(9/18)の進め方に沿い進捗。在庫確認の条件は手順書へ反映済み(10/15)。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検証と棚卸し本番は10月末(予定どおり)。手順書・仕様書は9月末に更新済み。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lang="ja-JP" altLang="en-US" b="0" dirty="0">
                <a:solidFill>
                  <a:srgbClr val="000000"/>
                </a:solidFill>
                <a:latin typeface="Meiryo"/>
                <a:ea typeface="Meiryo"/>
              </a:rPr>
              <a:t>管理手順書の整備は会議方針による追加対応。</a:t>
            </a:r>
            <a:endParaRPr lang="en-US" altLang="ja-JP" b="0" dirty="0">
              <a:solidFill>
                <a:srgbClr val="000000"/>
              </a:solidFill>
              <a:latin typeface="Meiryo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3249971736"/>
      </p:ext>
    </p:extLst>
  </p:cSld>
  <p:clrMapOvr>
    <a:masterClrMapping/>
  </p:clrMapOvr>
</p:sld>
</file>

<file path=ppt/theme/theme1.xml><?xml version="1.0" encoding="utf-8"?>
<a:theme xmlns:a="http://schemas.openxmlformats.org/drawingml/2006/main" name="PPT_01-01">
  <a:themeElements>
    <a:clrScheme name="01_NKstandard-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1_NKstandard-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1_NKstandard-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_NKstandard-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1_NKstandard-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Metadata/LabelInfo.xml><?xml version="1.0" encoding="utf-8"?>
<clbl:labelList xmlns:clbl="http://schemas.microsoft.com/office/2020/mipLabelMetadata">
  <clbl:label id="{ca9c2885-f052-48d0-98f2-4ee2bfc5cc07}" enabled="0" method="" siteId="{ca9c2885-f052-48d0-98f2-4ee2bfc5cc0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720</Words>
  <Application>Microsoft Office PowerPoint</Application>
  <PresentationFormat>ワイド画面</PresentationFormat>
  <Paragraphs>95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Meiryo</vt:lpstr>
      <vt:lpstr>Amazon Ember</vt:lpstr>
      <vt:lpstr>Arial</vt:lpstr>
      <vt:lpstr>PPT_01-01</vt:lpstr>
      <vt:lpstr>PowerPoint プレゼンテーション</vt:lpstr>
      <vt:lpstr>Summary　 業務テーマ</vt:lpstr>
      <vt:lpstr>Topics1　EGPro在庫状況を現場の在庫情報に反映</vt:lpstr>
      <vt:lpstr>Topics1-2　在庫反映による処理の変化</vt:lpstr>
      <vt:lpstr>Topics2　固定テーブル棚卸しの手順整備</vt:lpstr>
      <vt:lpstr>今後の進め方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SHINOHARA Soshi (篠原 想詩)</dc:creator>
  <cp:lastModifiedBy>SHINOHARA Soshi (篠原 想詩)</cp:lastModifiedBy>
  <cp:revision>1</cp:revision>
  <dcterms:created xsi:type="dcterms:W3CDTF">2026-09-18T05:11:17Z</dcterms:created>
  <dcterms:modified xsi:type="dcterms:W3CDTF">2026-09-18T07:27:43Z</dcterms:modified>
</cp:coreProperties>
</file>