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undo custSel addSld delSld modSld sldOrd delMainMaster">
      <pc:chgData name="SHINOHARA Soshi (篠原 想詩)" userId="309c0b21-8b61-4cd5-9d32-07652c56306e" providerId="ADAL" clId="{60D42A6B-AE32-4A06-B461-AA9486421C3B}" dt="2026-10-22T09:43:08.253" v="2636" actId="1076"/>
      <pc:docMkLst>
        <pc:docMk/>
      </pc:docMkLst>
      <pc:sldChg chg="modSp mod">
        <pc:chgData name="SHINOHARA Soshi (篠原 想詩)" userId="309c0b21-8b61-4cd5-9d32-07652c56306e" providerId="ADAL" clId="{60D42A6B-AE32-4A06-B461-AA9486421C3B}" dt="2026-10-22T09:43:08.253" v="2636" actId="1076"/>
        <pc:sldMkLst>
          <pc:docMk/>
          <pc:sldMk cId="0" sldId="260"/>
        </pc:sldMkLst>
        <pc:spChg chg="mod">
          <ac:chgData name="SHINOHARA Soshi (篠原 想詩)" userId="309c0b21-8b61-4cd5-9d32-07652c56306e" providerId="ADAL" clId="{60D42A6B-AE32-4A06-B461-AA9486421C3B}" dt="2026-10-22T09:42:48.204" v="2635" actId="20577"/>
          <ac:spMkLst>
            <pc:docMk/>
            <pc:sldMk cId="0" sldId="260"/>
            <ac:spMk id="11" creationId="{9062C9EA-A562-CB3D-30B1-0D2FE45C706F}"/>
          </ac:spMkLst>
        </pc:spChg>
        <pc:graphicFrameChg chg="mod">
          <ac:chgData name="SHINOHARA Soshi (篠原 想詩)" userId="309c0b21-8b61-4cd5-9d32-07652c56306e" providerId="ADAL" clId="{60D42A6B-AE32-4A06-B461-AA9486421C3B}" dt="2026-10-22T09:43:08.253" v="2636" actId="1076"/>
          <ac:graphicFrameMkLst>
            <pc:docMk/>
            <pc:sldMk cId="0" sldId="260"/>
            <ac:graphicFrameMk id="23" creationId="{A1CE0432-81FE-9A98-8528-48DD5FFDE362}"/>
          </ac:graphicFrameMkLst>
        </pc:graphicFrameChg>
      </pc:sldChg>
      <pc:sldChg chg="addSp delSp modSp add mod ord">
        <pc:chgData name="SHINOHARA Soshi (篠原 想詩)" userId="309c0b21-8b61-4cd5-9d32-07652c56306e" providerId="ADAL" clId="{60D42A6B-AE32-4A06-B461-AA9486421C3B}" dt="2026-10-22T09:39:10.204" v="2589" actId="20577"/>
        <pc:sldMkLst>
          <pc:docMk/>
          <pc:sldMk cId="147431364" sldId="264"/>
        </pc:sldMkLst>
        <pc:spChg chg="add mod">
          <ac:chgData name="SHINOHARA Soshi (篠原 想詩)" userId="309c0b21-8b61-4cd5-9d32-07652c56306e" providerId="ADAL" clId="{60D42A6B-AE32-4A06-B461-AA9486421C3B}" dt="2026-10-22T09:39:01.380" v="2584" actId="14100"/>
          <ac:spMkLst>
            <pc:docMk/>
            <pc:sldMk cId="147431364" sldId="264"/>
            <ac:spMk id="29" creationId="{0E469F14-DE54-B50C-65FD-4EF61E57F230}"/>
          </ac:spMkLst>
        </pc:spChg>
        <pc:spChg chg="mod">
          <ac:chgData name="SHINOHARA Soshi (篠原 想詩)" userId="309c0b21-8b61-4cd5-9d32-07652c56306e" providerId="ADAL" clId="{60D42A6B-AE32-4A06-B461-AA9486421C3B}" dt="2026-10-22T09:39:10.204" v="2589" actId="20577"/>
          <ac:spMkLst>
            <pc:docMk/>
            <pc:sldMk cId="147431364" sldId="264"/>
            <ac:spMk id="21506" creationId="{64226943-6F0D-9B1F-EB98-B1CB9F46A659}"/>
          </ac:spMkLst>
        </pc:spChg>
      </pc:sldChg>
      <pc:sldChg chg="modSp mod">
        <pc:chgData name="SHINOHARA Soshi (篠原 想詩)" userId="309c0b21-8b61-4cd5-9d32-07652c56306e" providerId="ADAL" clId="{60D42A6B-AE32-4A06-B461-AA9486421C3B}" dt="2026-10-22T09:42:21.533" v="2631" actId="20577"/>
        <pc:sldMkLst>
          <pc:docMk/>
          <pc:sldMk cId="3249971736" sldId="265"/>
        </pc:sldMkLst>
        <pc:graphicFrameChg chg="modGraphic">
          <ac:chgData name="SHINOHARA Soshi (篠原 想詩)" userId="309c0b21-8b61-4cd5-9d32-07652c56306e" providerId="ADAL" clId="{60D42A6B-AE32-4A06-B461-AA9486421C3B}" dt="2026-10-22T09:42:21.533" v="2631" actId="20577"/>
          <ac:graphicFrameMkLst>
            <pc:docMk/>
            <pc:sldMk cId="3249971736" sldId="265"/>
            <ac:graphicFrameMk id="8" creationId="{58D35AA5-77A7-64BC-8911-FEFE11A99615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期　</a:t>
            </a:r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9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報告の位置づけ　三つの業務テーマ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結論：下期は与えられた三つの業務テーマを中心に進捗。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棚卸(EGPro-MES差異確認)は上期からの継続テーマ。以降、管理表のテーマ順に報告する。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xmlns:a16="http://schemas.microsoft.com/office/drawing/2014/main"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9001" name="TB_theme_list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457200" y="2743200"/>
            <a:ext cx="35204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 sz="1200">
                <a:solidFill>
                  <a:srgbClr val="000000"/>
                </a:solidFill>
                <a:latin typeface="Meiryo"/>
                <a:ea typeface="Meiryo"/>
              </a:rPr>
              <a:t>・テーマ1 管理方法確立：12月末に初版登録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 sz="1200">
                <a:solidFill>
                  <a:srgbClr val="000000"/>
                </a:solidFill>
                <a:latin typeface="Meiryo"/>
                <a:ea typeface="Meiryo"/>
              </a:rPr>
              <a:t>・テーマ2 棚卸のツール改善：10月末に本番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 sz="1200">
                <a:solidFill>
                  <a:srgbClr val="000000"/>
                </a:solidFill>
                <a:latin typeface="Meiryo"/>
                <a:ea typeface="Meiryo"/>
              </a:rPr>
              <a:t>・テーマ3 鹿島引き込み改修：導入時までに整備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9002" name="TB_cap_ge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4160520" y="2587752"/>
            <a:ext cx="758952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▲活動テーマ進捗管理表(下期)：報告はこの3テーマの順</a:t>
            </a:r>
          </a:p>
        </p:txBody>
      </p:sp>
      <p:pic>
        <p:nvPicPr>
          <p:cNvPr id="21507" name="IMG_geki" descr="下期キャプチャ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907792"/>
            <a:ext cx="7406640" cy="3695808"/>
          </a:xfrm>
          <a:prstGeom prst="rect">
            <a:avLst/>
          </a:prstGeom>
        </p:spPr>
      </p:pic>
      <p:sp>
        <p:nvSpPr>
          <p:cNvPr id="9003" name="TB_cap_jo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457200" y="4224528"/>
            <a:ext cx="347472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▲同(上期)：棚卸は継続テーマ</a:t>
            </a:r>
          </a:p>
        </p:txBody>
      </p:sp>
      <p:pic>
        <p:nvPicPr>
          <p:cNvPr id="21508" name="IMG_joki" descr="上期キャプチャ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26280"/>
            <a:ext cx="3474720" cy="1936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テーマ1　Pana-CIM/LNBの管理方法確立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xmlns:a16="http://schemas.microsoft.com/office/drawing/2014/main"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実施時期：〜12月末</a:t>
            </a: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目標と実績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・目標：管理文書の初版登録を12月末までに完了させる。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・実績：管理手順書案2冊(107頁/99頁)を実物様式どおり作成。文書に載せる図7点も作成済み。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・10/19の三者レビューと10/21の作成チーム確認に向け、レビュー用の準備を進めた。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・残タスクは図の登録・再起動手順の原文突合・印刷範囲の再設定に絞った。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19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・案2冊：107頁/99頁(未承認)。図は相関図・データフロー図など7点。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・レビュー：10/19(三者)・10/21(作成チーム)。期限：初版登録12月末、LNB点検項目の登録12/28。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次の展開：10/28までに相関図と画像を追加し、同日の会議で承認をいただく。</a:t>
            </a:r>
          </a:p>
        </p:txBody>
      </p:sp>
    </p:spTree>
    <p:extLst>
      <p:ext uri="{BB962C8B-B14F-4D97-AF65-F5344CB8AC3E}">
        <p14:creationId xmlns:p14="http://schemas.microsoft.com/office/powerpoint/2010/main"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テーマ2　EGPro-MES差異確認(棚卸)のツール改善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1535" name="R20">
            <a:extLst>
              <a:ext uri="{FF2B5EF4-FFF2-40B4-BE49-F238E27FC236}">
                <a16:creationId xmlns:a16="http://schemas.microsoft.com/office/drawing/2014/main"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9101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871216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実施時期：9〜10月(本番10月末)</a:t>
            </a:r>
          </a:p>
        </p:txBody>
      </p:sp>
      <p:sp>
        <p:nvSpPr>
          <p:cNvPr id="9102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前提と0確認マクロとは</a:t>
            </a:r>
          </a:p>
        </p:txBody>
      </p:sp>
      <p:sp>
        <p:nvSpPr>
          <p:cNvPr id="9103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・棚卸の手順は既に確立しており、実装要件も充足。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・0確認マクロ＝EG-Pro倉庫在庫CSVから、「0確認」で始まり在庫数上限以下の品目を抽出しA列へ書き出すツール。抽出分が在庫ゼロ確認(消し込み)の対象。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9104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やったこと（改修の3ポイント）</a:t>
            </a:r>
          </a:p>
        </p:txBody>
      </p:sp>
      <p:sp>
        <p:nvSpPr>
          <p:cNvPr id="910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・0確認マクロが何かを、現場でも説明できる形に整理。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・「実行ログ」シートへ件数・内訳を自動記録。取り込みはボタンからだれでも実行可能(既定9)。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9106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9107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・実装(10/22)：正本へ実装しコンパイル通過。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・試験：写しに10/1版CSV(29,265行)を取込→6,024件が事前計算と全項目一致。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・計算機：本日(10/22)に機能改修の提案→実装中。予定通り実行できる見込み。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次の展開：全体の手順を整備し仕様書を完成。リール消費取消可否の現場確認が前提。本番10月末(合格判断の上)。</a:t>
            </a:r>
          </a:p>
        </p:txBody>
      </p:sp>
    </p:spTree>
    <p:extLst>
      <p:ext uri="{BB962C8B-B14F-4D97-AF65-F5344CB8AC3E}">
        <p14:creationId xmlns:p14="http://schemas.microsoft.com/office/powerpoint/2010/main"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テーマ3　鹿島引き込みに伴うツール改修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xmlns:a16="http://schemas.microsoft.com/office/drawing/2014/main"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</a:t>
            </a:r>
          </a:p>
        </p:txBody>
      </p:sp>
      <p:sp>
        <p:nvSpPr>
          <p:cNvPr id="10" name="TB55">
            <a:extLst>
              <a:ext uri="{FF2B5EF4-FFF2-40B4-BE49-F238E27FC236}">
                <a16:creationId xmlns:a16="http://schemas.microsoft.com/office/drawing/2014/main"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・ジョブ作成時の容量・負荷率の計算ツールを改修し、鹿島品目の導入時も通常通りの運用を可能にする。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・このテーマの進捗報告は生産一課へ行う運用。</a:t>
            </a:r>
          </a:p>
        </p:txBody>
      </p:sp>
      <p:sp>
        <p:nvSpPr>
          <p:cNvPr id="14" name="TB56">
            <a:extLst>
              <a:ext uri="{FF2B5EF4-FFF2-40B4-BE49-F238E27FC236}">
                <a16:creationId xmlns:a16="http://schemas.microsoft.com/office/drawing/2014/main"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8" name="TB57">
            <a:extLst>
              <a:ext uri="{FF2B5EF4-FFF2-40B4-BE49-F238E27FC236}">
                <a16:creationId xmlns:a16="http://schemas.microsoft.com/office/drawing/2014/main"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・先週〜今週、茂木さんのBOSS計画の負荷率計算を支援。品目合計数別の負荷率比較グラフを作成。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・BOSSデータの品目別・月別の集計(ピボット)も実施。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・不足部品計算リストのB列差異は9/24に1件対応済み。</a:t>
            </a:r>
          </a:p>
        </p:txBody>
      </p:sp>
      <p:sp>
        <p:nvSpPr>
          <p:cNvPr id="21" name="TB58">
            <a:extLst>
              <a:ext uri="{FF2B5EF4-FFF2-40B4-BE49-F238E27FC236}">
                <a16:creationId xmlns:a16="http://schemas.microsoft.com/office/drawing/2014/main"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756000" y="3996000"/>
          <a:ext cx="10656000" cy="1882284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負荷率計算の支援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BOSS計画(鹿島4品目+NKV)を7版作成・比較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負荷率比較グラフ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品目合計数別で1点作成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BOSSデータの集計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1,382行抽出→品目別227種・月別6か月のピボット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完了(検証済み)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B列差異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不足部品計算リストの修正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1件対応済み(9/24)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残課題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経緯資料化と品目選定システム改修の検討着手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導入時までに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65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次の展開：経緯資料化と品目選定システム改修の検討着手</a:t>
            </a: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xmlns:a16="http://schemas.microsoft.com/office/drawing/2014/main"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873456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実施時期：10〜3月</a:t>
            </a:r>
          </a:p>
        </p:txBody>
      </p:sp>
    </p:spTree>
    <p:extLst>
      <p:ext uri="{BB962C8B-B14F-4D97-AF65-F5344CB8AC3E}">
        <p14:creationId xmlns:p14="http://schemas.microsoft.com/office/powerpoint/2010/main"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成果と翌月のアクション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xmlns:a16="http://schemas.microsoft.com/office/drawing/2014/main"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388436"/>
              </p:ext>
            </p:extLst>
          </p:nvPr>
        </p:nvGraphicFramePr>
        <p:xfrm>
          <a:off x="272980" y="2128477"/>
          <a:ext cx="11646040" cy="3954271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管理手順書案2冊を作成しレビュー段階まで(107頁/99頁・未承認)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0確認マクロの改修と正本への実装(実行ログ自動記録・だれでも実行可能)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鹿島引き込みの計算支援(負荷率計算・集計)とB列差異の対応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271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01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実機確認の日程と停止判断者の確定、管理手順書の承認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10/28(最優先)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02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相関図と画像の追加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9800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03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セットアップレポート計算機の改修→棚卸しの本番と工数測定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0963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04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管理手順書の初版登録・LNB点検項目の登録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12月末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26150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05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鹿島：B列修正の経緯資料化と品目選定システム改修の検討着手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導入時まで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008710"/>
                  </a:ext>
                </a:extLst>
              </a:tr>
            </a:tbl>
          </a:graphicData>
        </a:graphic>
      </p:graphicFrame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272980" y="1080000"/>
            <a:ext cx="1164604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前回(9/18)の進め方に沿い進捗。0確認マクロの正本実装は完了(10/22)。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棚卸し本番は10月末(予定どおり)。管理手順書の承認を10/28の会議でお願いする。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1004</Words>
  <Application>Microsoft Office PowerPoint</Application>
  <PresentationFormat>ワイド画面</PresentationFormat>
  <Paragraphs>113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定型業務と報告期間の位置づけ</vt:lpstr>
      <vt:lpstr>テーマ1　0確認マクロver.2の運用確定</vt:lpstr>
      <vt:lpstr>テーマ2　PanaCIM・LNB管理手順書の整備</vt:lpstr>
      <vt:lpstr>テーマ3　固定テーブル棚卸しマクロの改修</vt:lpstr>
      <vt:lpstr>成果と翌月のアクション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SHINOHARA Soshi (篠原 想詩)</dc:creator>
  <cp:lastModifiedBy>SHINOHARA Soshi (篠原 想詩)</cp:lastModifiedBy>
  <cp:revision>1</cp:revision>
  <dcterms:created xsi:type="dcterms:W3CDTF">2026-09-18T05:11:17Z</dcterms:created>
  <dcterms:modified xsi:type="dcterms:W3CDTF">2026-10-22T09:43:17Z</dcterms:modified>
</cp:coreProperties>
</file>