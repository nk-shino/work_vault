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0" r:id="rId3"/>
    <p:sldId id="263" r:id="rId4"/>
    <p:sldId id="261" r:id="rId5"/>
    <p:sldId id="264" r:id="rId6"/>
    <p:sldId id="265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3B977E-83BD-4364-9C7A-8EA8A549CE76}" v="67" dt="2026-09-18T06:10:57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NOHARA Soshi (篠原 想詩)" userId="309c0b21-8b61-4cd5-9d32-07652c56306e" providerId="ADAL" clId="{60D42A6B-AE32-4A06-B461-AA9486421C3B}"/>
    <pc:docChg chg="undo custSel addSld delSld modSld sldOrd delMainMaster">
      <pc:chgData name="SHINOHARA Soshi (篠原 想詩)" userId="309c0b21-8b61-4cd5-9d32-07652c56306e" providerId="ADAL" clId="{60D42A6B-AE32-4A06-B461-AA9486421C3B}" dt="2026-09-18T07:27:41.343" v="2583" actId="20577"/>
      <pc:docMkLst>
        <pc:docMk/>
      </pc:docMkLst>
      <pc:sldChg chg="del">
        <pc:chgData name="SHINOHARA Soshi (篠原 想詩)" userId="309c0b21-8b61-4cd5-9d32-07652c56306e" providerId="ADAL" clId="{60D42A6B-AE32-4A06-B461-AA9486421C3B}" dt="2026-09-18T06:09:00.715" v="2395" actId="47"/>
        <pc:sldMkLst>
          <pc:docMk/>
          <pc:sldMk cId="2775494873" sldId="256"/>
        </pc:sldMkLst>
      </pc:sldChg>
      <pc:sldChg chg="addSp delSp modSp new del mod">
        <pc:chgData name="SHINOHARA Soshi (篠原 想詩)" userId="309c0b21-8b61-4cd5-9d32-07652c56306e" providerId="ADAL" clId="{60D42A6B-AE32-4A06-B461-AA9486421C3B}" dt="2026-09-18T06:09:01.320" v="2396" actId="47"/>
        <pc:sldMkLst>
          <pc:docMk/>
          <pc:sldMk cId="2238980019" sldId="257"/>
        </pc:sldMkLst>
        <pc:spChg chg="del">
          <ac:chgData name="SHINOHARA Soshi (篠原 想詩)" userId="309c0b21-8b61-4cd5-9d32-07652c56306e" providerId="ADAL" clId="{60D42A6B-AE32-4A06-B461-AA9486421C3B}" dt="2026-09-18T05:11:48.559" v="2" actId="478"/>
          <ac:spMkLst>
            <pc:docMk/>
            <pc:sldMk cId="2238980019" sldId="257"/>
            <ac:spMk id="2" creationId="{394D9B7B-7D5B-7DBA-ABDB-D47E65809127}"/>
          </ac:spMkLst>
        </pc:spChg>
        <pc:spChg chg="del">
          <ac:chgData name="SHINOHARA Soshi (篠原 想詩)" userId="309c0b21-8b61-4cd5-9d32-07652c56306e" providerId="ADAL" clId="{60D42A6B-AE32-4A06-B461-AA9486421C3B}" dt="2026-09-18T05:11:47.940" v="1" actId="478"/>
          <ac:spMkLst>
            <pc:docMk/>
            <pc:sldMk cId="2238980019" sldId="257"/>
            <ac:spMk id="3" creationId="{26DF8E07-B2DA-7105-C165-EE27C7BA2409}"/>
          </ac:spMkLst>
        </pc:spChg>
        <pc:graphicFrameChg chg="add del mod">
          <ac:chgData name="SHINOHARA Soshi (篠原 想詩)" userId="309c0b21-8b61-4cd5-9d32-07652c56306e" providerId="ADAL" clId="{60D42A6B-AE32-4A06-B461-AA9486421C3B}" dt="2026-09-18T05:12:05.751" v="5" actId="478"/>
          <ac:graphicFrameMkLst>
            <pc:docMk/>
            <pc:sldMk cId="2238980019" sldId="257"/>
            <ac:graphicFrameMk id="4" creationId="{492B0FED-8F60-8C69-B5F2-5450775EA0FF}"/>
          </ac:graphicFrameMkLst>
        </pc:graphicFrameChg>
      </pc:sldChg>
      <pc:sldChg chg="addSp delSp modSp add del mod">
        <pc:chgData name="SHINOHARA Soshi (篠原 想詩)" userId="309c0b21-8b61-4cd5-9d32-07652c56306e" providerId="ADAL" clId="{60D42A6B-AE32-4A06-B461-AA9486421C3B}" dt="2026-09-18T05:52:20.736" v="1612" actId="20577"/>
        <pc:sldMkLst>
          <pc:docMk/>
          <pc:sldMk cId="0" sldId="258"/>
        </pc:sldMkLst>
        <pc:spChg chg="add del mod">
          <ac:chgData name="SHINOHARA Soshi (篠原 想詩)" userId="309c0b21-8b61-4cd5-9d32-07652c56306e" providerId="ADAL" clId="{60D42A6B-AE32-4A06-B461-AA9486421C3B}" dt="2026-09-18T05:15:21.052" v="58" actId="21"/>
          <ac:spMkLst>
            <pc:docMk/>
            <pc:sldMk cId="0" sldId="258"/>
            <ac:spMk id="2" creationId="{94DD132E-067B-7378-CD64-23C9EC5B506B}"/>
          </ac:spMkLst>
        </pc:spChg>
        <pc:spChg chg="add mod">
          <ac:chgData name="SHINOHARA Soshi (篠原 想詩)" userId="309c0b21-8b61-4cd5-9d32-07652c56306e" providerId="ADAL" clId="{60D42A6B-AE32-4A06-B461-AA9486421C3B}" dt="2026-09-18T05:52:20.736" v="1612" actId="20577"/>
          <ac:spMkLst>
            <pc:docMk/>
            <pc:sldMk cId="0" sldId="258"/>
            <ac:spMk id="3" creationId="{D8611FDF-9B1D-9612-327D-9456F6143916}"/>
          </ac:spMkLst>
        </pc:spChg>
        <pc:spChg chg="add del mod">
          <ac:chgData name="SHINOHARA Soshi (篠原 想詩)" userId="309c0b21-8b61-4cd5-9d32-07652c56306e" providerId="ADAL" clId="{60D42A6B-AE32-4A06-B461-AA9486421C3B}" dt="2026-09-18T05:15:29.082" v="64" actId="478"/>
          <ac:spMkLst>
            <pc:docMk/>
            <pc:sldMk cId="0" sldId="258"/>
            <ac:spMk id="4" creationId="{EB812D85-C2CF-8FAD-F086-3119E0647715}"/>
          </ac:spMkLst>
        </pc:spChg>
        <pc:spChg chg="add del mod">
          <ac:chgData name="SHINOHARA Soshi (篠原 想詩)" userId="309c0b21-8b61-4cd5-9d32-07652c56306e" providerId="ADAL" clId="{60D42A6B-AE32-4A06-B461-AA9486421C3B}" dt="2026-09-18T05:15:27.457" v="63" actId="21"/>
          <ac:spMkLst>
            <pc:docMk/>
            <pc:sldMk cId="0" sldId="258"/>
            <ac:spMk id="6" creationId="{31E1ED1F-4204-68E6-245A-F1A17FB2943C}"/>
          </ac:spMkLst>
        </pc:spChg>
        <pc:spChg chg="add mod">
          <ac:chgData name="SHINOHARA Soshi (篠原 想詩)" userId="309c0b21-8b61-4cd5-9d32-07652c56306e" providerId="ADAL" clId="{60D42A6B-AE32-4A06-B461-AA9486421C3B}" dt="2026-09-18T05:21:48.287" v="207" actId="1076"/>
          <ac:spMkLst>
            <pc:docMk/>
            <pc:sldMk cId="0" sldId="258"/>
            <ac:spMk id="8" creationId="{D2FA8936-D68E-6874-8EB3-C9A079275CE7}"/>
          </ac:spMkLst>
        </pc:spChg>
        <pc:spChg chg="del mod">
          <ac:chgData name="SHINOHARA Soshi (篠原 想詩)" userId="309c0b21-8b61-4cd5-9d32-07652c56306e" providerId="ADAL" clId="{60D42A6B-AE32-4A06-B461-AA9486421C3B}" dt="2026-09-18T05:15:22.292" v="59" actId="478"/>
          <ac:spMkLst>
            <pc:docMk/>
            <pc:sldMk cId="0" sldId="258"/>
            <ac:spMk id="5125" creationId="{ED21CF95-DAEB-0ED1-2F64-90E9C5261A33}"/>
          </ac:spMkLst>
        </pc:spChg>
        <pc:spChg chg="del">
          <ac:chgData name="SHINOHARA Soshi (篠原 想詩)" userId="309c0b21-8b61-4cd5-9d32-07652c56306e" providerId="ADAL" clId="{60D42A6B-AE32-4A06-B461-AA9486421C3B}" dt="2026-09-18T05:15:34.042" v="66" actId="478"/>
          <ac:spMkLst>
            <pc:docMk/>
            <pc:sldMk cId="0" sldId="258"/>
            <ac:spMk id="5126" creationId="{7F2BCA0B-F299-74C5-96D3-C3D6EF19918A}"/>
          </ac:spMkLst>
        </pc:spChg>
      </pc:sldChg>
      <pc:sldChg chg="addSp delSp modSp add del mod">
        <pc:chgData name="SHINOHARA Soshi (篠原 想詩)" userId="309c0b21-8b61-4cd5-9d32-07652c56306e" providerId="ADAL" clId="{60D42A6B-AE32-4A06-B461-AA9486421C3B}" dt="2026-09-18T06:10:48.715" v="2475" actId="47"/>
        <pc:sldMkLst>
          <pc:docMk/>
          <pc:sldMk cId="0" sldId="259"/>
        </pc:sldMkLst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5" creationId="{16BEEDCE-E230-E6CC-9D69-9CE4C12B6E65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7" creationId="{794BAA89-82D5-064F-1037-F3EDA1FF681E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13" creationId="{DB6929EC-8CFE-8684-4905-C662CE9BE12D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15" creationId="{416E2D99-8C5A-832E-B72D-3136EB456A41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17" creationId="{2B21E95C-2D0A-5FC1-3149-E4B9CCFAD21E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23" creationId="{419E1F2C-F215-144D-EDD1-43FD3B28E70F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29" creationId="{6A6720B2-6AE5-C69A-25D4-DA3CC3F19CCD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31" creationId="{A0DD7059-571E-3CD1-FCA7-1BE1DCA6BE1C}"/>
          </ac:spMkLst>
        </pc:spChg>
        <pc:spChg chg="del">
          <ac:chgData name="SHINOHARA Soshi (篠原 想詩)" userId="309c0b21-8b61-4cd5-9d32-07652c56306e" providerId="ADAL" clId="{60D42A6B-AE32-4A06-B461-AA9486421C3B}" dt="2026-09-18T05:24:39.639" v="251" actId="478"/>
          <ac:spMkLst>
            <pc:docMk/>
            <pc:sldMk cId="0" sldId="259"/>
            <ac:spMk id="20482" creationId="{C2E6D61F-0D42-AF61-3931-B76E4F1180F0}"/>
          </ac:spMkLst>
        </pc:spChg>
        <pc:spChg chg="del">
          <ac:chgData name="SHINOHARA Soshi (篠原 想詩)" userId="309c0b21-8b61-4cd5-9d32-07652c56306e" providerId="ADAL" clId="{60D42A6B-AE32-4A06-B461-AA9486421C3B}" dt="2026-09-18T05:24:38.450" v="250" actId="478"/>
          <ac:spMkLst>
            <pc:docMk/>
            <pc:sldMk cId="0" sldId="259"/>
            <ac:spMk id="20483" creationId="{84BA23FB-9E78-A665-BF63-41765197AD3A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20485" creationId="{DF9AC646-2B61-3D6E-DFEB-A5150BDEB0C4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20487" creationId="{F7FC0BCA-043E-0E54-8C10-046E4FE3C7D0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495" creationId="{A4D9F973-0BFC-4A86-98E9-A2CEAA78CA76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497" creationId="{60E1E6C4-9748-E7D8-1558-58C343E33BE3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499" creationId="{EAA122E3-0D87-FCBF-BA03-998D81E61207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501" creationId="{CC951E02-3EED-A2A4-78BA-01B7677F5FE0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503" creationId="{8BD3BB66-8271-E186-77BC-128680E7F29E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505" creationId="{CD1701D2-1FA7-DA35-1AE9-70AF37EB9638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509" creationId="{F4B2CC77-088B-2831-4A36-A00BB8BF21FF}"/>
          </ac:spMkLst>
        </pc:spChg>
        <pc:spChg chg="add del mod">
          <ac:chgData name="SHINOHARA Soshi (篠原 想詩)" userId="309c0b21-8b61-4cd5-9d32-07652c56306e" providerId="ADAL" clId="{60D42A6B-AE32-4A06-B461-AA9486421C3B}" dt="2026-09-18T06:10:46.655" v="2473" actId="21"/>
          <ac:spMkLst>
            <pc:docMk/>
            <pc:sldMk cId="0" sldId="259"/>
            <ac:spMk id="20511" creationId="{EFF9C31E-7D98-E5C9-EF36-0A4482974082}"/>
          </ac:spMkLst>
        </pc:spChg>
        <pc:spChg chg="add del">
          <ac:chgData name="SHINOHARA Soshi (篠原 想詩)" userId="309c0b21-8b61-4cd5-9d32-07652c56306e" providerId="ADAL" clId="{60D42A6B-AE32-4A06-B461-AA9486421C3B}" dt="2026-09-18T06:10:46.655" v="2473" actId="21"/>
          <ac:spMkLst>
            <pc:docMk/>
            <pc:sldMk cId="0" sldId="259"/>
            <ac:spMk id="20513" creationId="{69CA037E-58DF-B94A-390E-DB0582B51D3E}"/>
          </ac:spMkLst>
        </pc:spChg>
        <pc:graphicFrameChg chg="add del">
          <ac:chgData name="SHINOHARA Soshi (篠原 想詩)" userId="309c0b21-8b61-4cd5-9d32-07652c56306e" providerId="ADAL" clId="{60D42A6B-AE32-4A06-B461-AA9486421C3B}" dt="2026-09-18T05:54:47.953" v="1670" actId="21"/>
          <ac:graphicFrameMkLst>
            <pc:docMk/>
            <pc:sldMk cId="0" sldId="259"/>
            <ac:graphicFrameMk id="20507" creationId="{8E7682B8-07FA-EC1B-AB2C-C18C0BCA5CD5}"/>
          </ac:graphicFrameMkLst>
        </pc:graphicFrameChg>
        <pc:graphicFrameChg chg="add del mod modGraphic">
          <ac:chgData name="SHINOHARA Soshi (篠原 想詩)" userId="309c0b21-8b61-4cd5-9d32-07652c56306e" providerId="ADAL" clId="{60D42A6B-AE32-4A06-B461-AA9486421C3B}" dt="2026-09-18T06:10:46.655" v="2473" actId="21"/>
          <ac:graphicFrameMkLst>
            <pc:docMk/>
            <pc:sldMk cId="0" sldId="259"/>
            <ac:graphicFrameMk id="20515" creationId="{BF03AD17-F94C-3F17-1164-5D87486DAD35}"/>
          </ac:graphicFrameMkLst>
        </pc:graphicFrameChg>
      </pc:sldChg>
      <pc:sldChg chg="addSp delSp modSp add del mod ord">
        <pc:chgData name="SHINOHARA Soshi (篠原 想詩)" userId="309c0b21-8b61-4cd5-9d32-07652c56306e" providerId="ADAL" clId="{60D42A6B-AE32-4A06-B461-AA9486421C3B}" dt="2026-09-18T06:11:40.624" v="2511" actId="20577"/>
        <pc:sldMkLst>
          <pc:docMk/>
          <pc:sldMk cId="0" sldId="260"/>
        </pc:sldMkLst>
        <pc:spChg chg="add del mod">
          <ac:chgData name="SHINOHARA Soshi (篠原 想詩)" userId="309c0b21-8b61-4cd5-9d32-07652c56306e" providerId="ADAL" clId="{60D42A6B-AE32-4A06-B461-AA9486421C3B}" dt="2026-09-18T05:20:53.246" v="189" actId="478"/>
          <ac:spMkLst>
            <pc:docMk/>
            <pc:sldMk cId="0" sldId="260"/>
            <ac:spMk id="3" creationId="{4F55B57D-F8B6-6C1D-4BEA-FDF1012D8018}"/>
          </ac:spMkLst>
        </pc:spChg>
        <pc:spChg chg="add del">
          <ac:chgData name="SHINOHARA Soshi (篠原 想詩)" userId="309c0b21-8b61-4cd5-9d32-07652c56306e" providerId="ADAL" clId="{60D42A6B-AE32-4A06-B461-AA9486421C3B}" dt="2026-09-18T06:08:16.468" v="2383" actId="478"/>
          <ac:spMkLst>
            <pc:docMk/>
            <pc:sldMk cId="0" sldId="260"/>
            <ac:spMk id="5" creationId="{431B13A8-3DD4-DFA4-DE7E-C5BF855B41E7}"/>
          </ac:spMkLst>
        </pc:spChg>
        <pc:spChg chg="add del">
          <ac:chgData name="SHINOHARA Soshi (篠原 想詩)" userId="309c0b21-8b61-4cd5-9d32-07652c56306e" providerId="ADAL" clId="{60D42A6B-AE32-4A06-B461-AA9486421C3B}" dt="2026-09-18T05:37:16.287" v="719" actId="478"/>
          <ac:spMkLst>
            <pc:docMk/>
            <pc:sldMk cId="0" sldId="260"/>
            <ac:spMk id="7" creationId="{ABD3EDD7-62E8-46C9-CEEB-FFED12304482}"/>
          </ac:spMkLst>
        </pc:spChg>
        <pc:spChg chg="add mod">
          <ac:chgData name="SHINOHARA Soshi (篠原 想詩)" userId="309c0b21-8b61-4cd5-9d32-07652c56306e" providerId="ADAL" clId="{60D42A6B-AE32-4A06-B461-AA9486421C3B}" dt="2026-09-18T05:53:03.442" v="1652" actId="20577"/>
          <ac:spMkLst>
            <pc:docMk/>
            <pc:sldMk cId="0" sldId="260"/>
            <ac:spMk id="9" creationId="{286AF094-EB23-DE59-C364-CE66702F5820}"/>
          </ac:spMkLst>
        </pc:spChg>
        <pc:spChg chg="add mod">
          <ac:chgData name="SHINOHARA Soshi (篠原 想詩)" userId="309c0b21-8b61-4cd5-9d32-07652c56306e" providerId="ADAL" clId="{60D42A6B-AE32-4A06-B461-AA9486421C3B}" dt="2026-09-18T06:11:40.624" v="2511" actId="20577"/>
          <ac:spMkLst>
            <pc:docMk/>
            <pc:sldMk cId="0" sldId="260"/>
            <ac:spMk id="11" creationId="{9062C9EA-A562-CB3D-30B1-0D2FE45C706F}"/>
          </ac:spMkLst>
        </pc:spChg>
        <pc:spChg chg="add del mod">
          <ac:chgData name="SHINOHARA Soshi (篠原 想詩)" userId="309c0b21-8b61-4cd5-9d32-07652c56306e" providerId="ADAL" clId="{60D42A6B-AE32-4A06-B461-AA9486421C3B}" dt="2026-09-18T05:26:57.954" v="316" actId="478"/>
          <ac:spMkLst>
            <pc:docMk/>
            <pc:sldMk cId="0" sldId="260"/>
            <ac:spMk id="13" creationId="{3932B18D-C369-43F3-4CDD-B87A63732FDB}"/>
          </ac:spMkLst>
        </pc:spChg>
        <pc:spChg chg="add del mod">
          <ac:chgData name="SHINOHARA Soshi (篠原 想詩)" userId="309c0b21-8b61-4cd5-9d32-07652c56306e" providerId="ADAL" clId="{60D42A6B-AE32-4A06-B461-AA9486421C3B}" dt="2026-09-18T05:27:00.072" v="317" actId="478"/>
          <ac:spMkLst>
            <pc:docMk/>
            <pc:sldMk cId="0" sldId="260"/>
            <ac:spMk id="15" creationId="{89E8F5CB-8474-8F3C-1087-5370B299E16C}"/>
          </ac:spMkLst>
        </pc:spChg>
        <pc:spChg chg="add del mod">
          <ac:chgData name="SHINOHARA Soshi (篠原 想詩)" userId="309c0b21-8b61-4cd5-9d32-07652c56306e" providerId="ADAL" clId="{60D42A6B-AE32-4A06-B461-AA9486421C3B}" dt="2026-09-18T05:26:57.954" v="316" actId="478"/>
          <ac:spMkLst>
            <pc:docMk/>
            <pc:sldMk cId="0" sldId="260"/>
            <ac:spMk id="17" creationId="{5F4B4C21-10CC-7BB4-8886-097CC3FBD6A2}"/>
          </ac:spMkLst>
        </pc:spChg>
        <pc:spChg chg="add del mod">
          <ac:chgData name="SHINOHARA Soshi (篠原 想詩)" userId="309c0b21-8b61-4cd5-9d32-07652c56306e" providerId="ADAL" clId="{60D42A6B-AE32-4A06-B461-AA9486421C3B}" dt="2026-09-18T05:27:00.072" v="317" actId="478"/>
          <ac:spMkLst>
            <pc:docMk/>
            <pc:sldMk cId="0" sldId="260"/>
            <ac:spMk id="19" creationId="{6566FDEC-E851-4FD8-440B-9AB7B75D8615}"/>
          </ac:spMkLst>
        </pc:spChg>
        <pc:spChg chg="del mod">
          <ac:chgData name="SHINOHARA Soshi (篠原 想詩)" userId="309c0b21-8b61-4cd5-9d32-07652c56306e" providerId="ADAL" clId="{60D42A6B-AE32-4A06-B461-AA9486421C3B}" dt="2026-09-18T05:26:57.954" v="316" actId="478"/>
          <ac:spMkLst>
            <pc:docMk/>
            <pc:sldMk cId="0" sldId="260"/>
            <ac:spMk id="21" creationId="{59F512A8-F464-D0D0-9A1A-D5A3570BFD77}"/>
          </ac:spMkLst>
        </pc:spChg>
        <pc:spChg chg="add del mod">
          <ac:chgData name="SHINOHARA Soshi (篠原 想詩)" userId="309c0b21-8b61-4cd5-9d32-07652c56306e" providerId="ADAL" clId="{60D42A6B-AE32-4A06-B461-AA9486421C3B}" dt="2026-09-18T05:27:00.072" v="317" actId="478"/>
          <ac:spMkLst>
            <pc:docMk/>
            <pc:sldMk cId="0" sldId="260"/>
            <ac:spMk id="23" creationId="{0790BCF8-C3A8-E5A4-D36A-2A9AED582F98}"/>
          </ac:spMkLst>
        </pc:spChg>
        <pc:spChg chg="add">
          <ac:chgData name="SHINOHARA Soshi (篠原 想詩)" userId="309c0b21-8b61-4cd5-9d32-07652c56306e" providerId="ADAL" clId="{60D42A6B-AE32-4A06-B461-AA9486421C3B}" dt="2026-09-18T06:08:16.898" v="2384" actId="22"/>
          <ac:spMkLst>
            <pc:docMk/>
            <pc:sldMk cId="0" sldId="260"/>
            <ac:spMk id="29" creationId="{99BBA5A8-AC1B-3C0B-F774-2765F922C93F}"/>
          </ac:spMkLst>
        </pc:spChg>
        <pc:spChg chg="add del">
          <ac:chgData name="SHINOHARA Soshi (篠原 想詩)" userId="309c0b21-8b61-4cd5-9d32-07652c56306e" providerId="ADAL" clId="{60D42A6B-AE32-4A06-B461-AA9486421C3B}" dt="2026-09-18T06:08:18.731" v="2385" actId="478"/>
          <ac:spMkLst>
            <pc:docMk/>
            <pc:sldMk cId="0" sldId="260"/>
            <ac:spMk id="31" creationId="{FA40E3C3-CB5B-5524-9202-BA4ECA6CB4A9}"/>
          </ac:spMkLst>
        </pc:spChg>
        <pc:spChg chg="mod">
          <ac:chgData name="SHINOHARA Soshi (篠原 想詩)" userId="309c0b21-8b61-4cd5-9d32-07652c56306e" providerId="ADAL" clId="{60D42A6B-AE32-4A06-B461-AA9486421C3B}" dt="2026-09-18T05:53:44.989" v="1660" actId="20577"/>
          <ac:spMkLst>
            <pc:docMk/>
            <pc:sldMk cId="0" sldId="260"/>
            <ac:spMk id="21506" creationId="{F73DBF07-353A-1DAE-881E-450898FCC584}"/>
          </ac:spMkLst>
        </pc:spChg>
        <pc:spChg chg="del">
          <ac:chgData name="SHINOHARA Soshi (篠原 想詩)" userId="309c0b21-8b61-4cd5-9d32-07652c56306e" providerId="ADAL" clId="{60D42A6B-AE32-4A06-B461-AA9486421C3B}" dt="2026-09-18T05:18:05.097" v="175" actId="478"/>
          <ac:spMkLst>
            <pc:docMk/>
            <pc:sldMk cId="0" sldId="260"/>
            <ac:spMk id="21507" creationId="{A317CE7C-B655-40C7-01E2-46D229D3A532}"/>
          </ac:spMkLst>
        </pc:spChg>
        <pc:picChg chg="add del mod">
          <ac:chgData name="SHINOHARA Soshi (篠原 想詩)" userId="309c0b21-8b61-4cd5-9d32-07652c56306e" providerId="ADAL" clId="{60D42A6B-AE32-4A06-B461-AA9486421C3B}" dt="2026-09-18T05:33:08.130" v="603" actId="478"/>
          <ac:picMkLst>
            <pc:docMk/>
            <pc:sldMk cId="0" sldId="260"/>
            <ac:picMk id="25" creationId="{FD94B394-67AA-AAF2-7110-7A9DA3C55AB5}"/>
          </ac:picMkLst>
        </pc:picChg>
        <pc:picChg chg="add mod">
          <ac:chgData name="SHINOHARA Soshi (篠原 想詩)" userId="309c0b21-8b61-4cd5-9d32-07652c56306e" providerId="ADAL" clId="{60D42A6B-AE32-4A06-B461-AA9486421C3B}" dt="2026-09-18T05:54:06.120" v="1663" actId="1076"/>
          <ac:picMkLst>
            <pc:docMk/>
            <pc:sldMk cId="0" sldId="260"/>
            <ac:picMk id="27" creationId="{9FFAB5E6-B58F-408D-66BD-F06FEFD51917}"/>
          </ac:picMkLst>
        </pc:picChg>
      </pc:sldChg>
      <pc:sldChg chg="addSp delSp modSp add mod">
        <pc:chgData name="SHINOHARA Soshi (篠原 想詩)" userId="309c0b21-8b61-4cd5-9d32-07652c56306e" providerId="ADAL" clId="{60D42A6B-AE32-4A06-B461-AA9486421C3B}" dt="2026-09-18T07:24:11.208" v="2544" actId="207"/>
        <pc:sldMkLst>
          <pc:docMk/>
          <pc:sldMk cId="2460916238" sldId="261"/>
        </pc:sldMkLst>
        <pc:spChg chg="add del mod">
          <ac:chgData name="SHINOHARA Soshi (篠原 想詩)" userId="309c0b21-8b61-4cd5-9d32-07652c56306e" providerId="ADAL" clId="{60D42A6B-AE32-4A06-B461-AA9486421C3B}" dt="2026-09-18T05:25:08.832" v="262" actId="478"/>
          <ac:spMkLst>
            <pc:docMk/>
            <pc:sldMk cId="2460916238" sldId="261"/>
            <ac:spMk id="3" creationId="{CA4D1F53-A14A-7162-186C-AA71923C274E}"/>
          </ac:spMkLst>
        </pc:spChg>
        <pc:spChg chg="add del mod">
          <ac:chgData name="SHINOHARA Soshi (篠原 想詩)" userId="309c0b21-8b61-4cd5-9d32-07652c56306e" providerId="ADAL" clId="{60D42A6B-AE32-4A06-B461-AA9486421C3B}" dt="2026-09-18T06:07:30.410" v="2336" actId="478"/>
          <ac:spMkLst>
            <pc:docMk/>
            <pc:sldMk cId="2460916238" sldId="261"/>
            <ac:spMk id="5" creationId="{BE7B8D1F-E32B-7814-B7DE-5AAAAD2D4181}"/>
          </ac:spMkLst>
        </pc:spChg>
        <pc:spChg chg="del">
          <ac:chgData name="SHINOHARA Soshi (篠原 想詩)" userId="309c0b21-8b61-4cd5-9d32-07652c56306e" providerId="ADAL" clId="{60D42A6B-AE32-4A06-B461-AA9486421C3B}" dt="2026-09-18T06:07:26.110" v="2333" actId="478"/>
          <ac:spMkLst>
            <pc:docMk/>
            <pc:sldMk cId="2460916238" sldId="261"/>
            <ac:spMk id="6" creationId="{7F4E5446-F46C-48CC-6E65-7B7B2E9503FE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7" creationId="{01CE3EA1-F0A8-7424-66A3-DBA858822732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9" creationId="{8D09A15F-04FF-CD0E-4017-A04FA5ABA722}"/>
          </ac:spMkLst>
        </pc:spChg>
        <pc:spChg chg="mod">
          <ac:chgData name="SHINOHARA Soshi (篠原 想詩)" userId="309c0b21-8b61-4cd5-9d32-07652c56306e" providerId="ADAL" clId="{60D42A6B-AE32-4A06-B461-AA9486421C3B}" dt="2026-09-18T06:10:12.703" v="2455" actId="20577"/>
          <ac:spMkLst>
            <pc:docMk/>
            <pc:sldMk cId="2460916238" sldId="261"/>
            <ac:spMk id="10" creationId="{3ED9BB57-B053-F70B-D524-9A419F78B21D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11" creationId="{21434601-AF06-911A-86DB-6D766E08ACF6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13" creationId="{0A844F94-308C-40E7-389C-C85C23048104}"/>
          </ac:spMkLst>
        </pc:spChg>
        <pc:spChg chg="mod">
          <ac:chgData name="SHINOHARA Soshi (篠原 想詩)" userId="309c0b21-8b61-4cd5-9d32-07652c56306e" providerId="ADAL" clId="{60D42A6B-AE32-4A06-B461-AA9486421C3B}" dt="2026-09-18T05:47:59.610" v="1393" actId="1076"/>
          <ac:spMkLst>
            <pc:docMk/>
            <pc:sldMk cId="2460916238" sldId="261"/>
            <ac:spMk id="14" creationId="{5B0E15B8-93C6-B5DC-8BC8-AE4DFDADDF16}"/>
          </ac:spMkLst>
        </pc:spChg>
        <pc:spChg chg="add del mod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15" creationId="{95656763-70B1-A3A4-369F-7EF7B623D55F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17" creationId="{0F5239F4-8C8C-B0DF-B4B5-A862F57DEB1C}"/>
          </ac:spMkLst>
        </pc:spChg>
        <pc:spChg chg="mod">
          <ac:chgData name="SHINOHARA Soshi (篠原 想詩)" userId="309c0b21-8b61-4cd5-9d32-07652c56306e" providerId="ADAL" clId="{60D42A6B-AE32-4A06-B461-AA9486421C3B}" dt="2026-09-18T05:47:59.610" v="1393" actId="1076"/>
          <ac:spMkLst>
            <pc:docMk/>
            <pc:sldMk cId="2460916238" sldId="261"/>
            <ac:spMk id="18" creationId="{497756DF-3408-5C63-2891-8CB7EF569B47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19" creationId="{7826C402-562F-4BD5-7C6B-D0FDFEAA603D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21" creationId="{6F4993EC-9588-F220-45D8-1A365416A0CA}"/>
          </ac:spMkLst>
        </pc:spChg>
        <pc:spChg chg="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2" creationId="{1ED71925-19F6-F7EB-DF01-3604792C541E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23" creationId="{9958C36B-2683-47BF-00EE-254029DB53E4}"/>
          </ac:spMkLst>
        </pc:spChg>
        <pc:spChg chg="add 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5" creationId="{9AA1D80A-7EAB-E5E8-2EB1-FC55B36AF4FB}"/>
          </ac:spMkLst>
        </pc:spChg>
        <pc:spChg chg="add 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9" creationId="{A3A85E53-59E3-14F1-A43D-43A5D5555EB0}"/>
          </ac:spMkLst>
        </pc:spChg>
        <pc:spChg chg="add 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31" creationId="{4360A1D8-3337-5B5F-A527-4558554291F7}"/>
          </ac:spMkLst>
        </pc:spChg>
        <pc:spChg chg="add 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1505" creationId="{927C2915-20BF-81E6-ADAB-0B263E213E91}"/>
          </ac:spMkLst>
        </pc:spChg>
        <pc:spChg chg="mod">
          <ac:chgData name="SHINOHARA Soshi (篠原 想詩)" userId="309c0b21-8b61-4cd5-9d32-07652c56306e" providerId="ADAL" clId="{60D42A6B-AE32-4A06-B461-AA9486421C3B}" dt="2026-09-18T05:46:55.708" v="1359" actId="403"/>
          <ac:spMkLst>
            <pc:docMk/>
            <pc:sldMk cId="2460916238" sldId="261"/>
            <ac:spMk id="21506" creationId="{8B5E1CCB-E003-0B0A-94DD-5D464AE71E1F}"/>
          </ac:spMkLst>
        </pc:spChg>
        <pc:spChg chg="add mod">
          <ac:chgData name="SHINOHARA Soshi (篠原 想詩)" userId="309c0b21-8b61-4cd5-9d32-07652c56306e" providerId="ADAL" clId="{60D42A6B-AE32-4A06-B461-AA9486421C3B}" dt="2026-09-18T06:10:16.367" v="2466" actId="20577"/>
          <ac:spMkLst>
            <pc:docMk/>
            <pc:sldMk cId="2460916238" sldId="261"/>
            <ac:spMk id="21508" creationId="{2292334C-0E0C-4611-CBB3-F1ED8685F0EE}"/>
          </ac:spMkLst>
        </pc:spChg>
        <pc:spChg chg="mod">
          <ac:chgData name="SHINOHARA Soshi (篠原 想詩)" userId="309c0b21-8b61-4cd5-9d32-07652c56306e" providerId="ADAL" clId="{60D42A6B-AE32-4A06-B461-AA9486421C3B}" dt="2026-09-18T05:47:59.610" v="1393" actId="1076"/>
          <ac:spMkLst>
            <pc:docMk/>
            <pc:sldMk cId="2460916238" sldId="261"/>
            <ac:spMk id="21510" creationId="{43FF9372-D4F3-024E-F5FB-EEBCEE3D6C53}"/>
          </ac:spMkLst>
        </pc:spChg>
        <pc:spChg chg="mod">
          <ac:chgData name="SHINOHARA Soshi (篠原 想詩)" userId="309c0b21-8b61-4cd5-9d32-07652c56306e" providerId="ADAL" clId="{60D42A6B-AE32-4A06-B461-AA9486421C3B}" dt="2026-09-18T05:47:59.610" v="1393" actId="1076"/>
          <ac:spMkLst>
            <pc:docMk/>
            <pc:sldMk cId="2460916238" sldId="261"/>
            <ac:spMk id="21512" creationId="{89D92C62-0182-0465-1688-F4417EC2F72B}"/>
          </ac:spMkLst>
        </pc:spChg>
        <pc:spChg chg="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1514" creationId="{D0A4DD7B-04A4-164A-EDDF-A00AC17F588E}"/>
          </ac:spMkLst>
        </pc:spChg>
        <pc:spChg chg="add 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1516" creationId="{CE12C862-B8D7-8680-F5A6-9D5626C05174}"/>
          </ac:spMkLst>
        </pc:spChg>
        <pc:spChg chg="add 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1518" creationId="{0B1D0BFE-19E5-BEBB-29BF-6206205D297A}"/>
          </ac:spMkLst>
        </pc:spChg>
        <pc:spChg chg="add mod">
          <ac:chgData name="SHINOHARA Soshi (篠原 想詩)" userId="309c0b21-8b61-4cd5-9d32-07652c56306e" providerId="ADAL" clId="{60D42A6B-AE32-4A06-B461-AA9486421C3B}" dt="2026-09-18T07:24:11.208" v="2544" actId="207"/>
          <ac:spMkLst>
            <pc:docMk/>
            <pc:sldMk cId="2460916238" sldId="261"/>
            <ac:spMk id="21522" creationId="{23394E18-7729-EF9C-1A57-D32D35698E0B}"/>
          </ac:spMkLst>
        </pc:spChg>
        <pc:spChg chg="add del mod">
          <ac:chgData name="SHINOHARA Soshi (篠原 想詩)" userId="309c0b21-8b61-4cd5-9d32-07652c56306e" providerId="ADAL" clId="{60D42A6B-AE32-4A06-B461-AA9486421C3B}" dt="2026-09-18T05:47:51.381" v="1392" actId="478"/>
          <ac:spMkLst>
            <pc:docMk/>
            <pc:sldMk cId="2460916238" sldId="261"/>
            <ac:spMk id="21524" creationId="{B2F10FD7-6ED5-4E6F-4153-33B85EE2B03E}"/>
          </ac:spMkLst>
        </pc:spChg>
        <pc:spChg chg="del mod">
          <ac:chgData name="SHINOHARA Soshi (篠原 想詩)" userId="309c0b21-8b61-4cd5-9d32-07652c56306e" providerId="ADAL" clId="{60D42A6B-AE32-4A06-B461-AA9486421C3B}" dt="2026-09-18T05:47:49.117" v="1391" actId="478"/>
          <ac:spMkLst>
            <pc:docMk/>
            <pc:sldMk cId="2460916238" sldId="261"/>
            <ac:spMk id="21526" creationId="{720EA9A5-F780-985C-4940-3F9A5D2FEC2F}"/>
          </ac:spMkLst>
        </pc:spChg>
        <pc:spChg chg="add mod">
          <ac:chgData name="SHINOHARA Soshi (篠原 想詩)" userId="309c0b21-8b61-4cd5-9d32-07652c56306e" providerId="ADAL" clId="{60D42A6B-AE32-4A06-B461-AA9486421C3B}" dt="2026-09-18T06:03:14.359" v="2304" actId="1582"/>
          <ac:spMkLst>
            <pc:docMk/>
            <pc:sldMk cId="2460916238" sldId="261"/>
            <ac:spMk id="21527" creationId="{231EE372-2D83-A895-742F-441F2D69583B}"/>
          </ac:spMkLst>
        </pc:spChg>
        <pc:spChg chg="add mod">
          <ac:chgData name="SHINOHARA Soshi (篠原 想詩)" userId="309c0b21-8b61-4cd5-9d32-07652c56306e" providerId="ADAL" clId="{60D42A6B-AE32-4A06-B461-AA9486421C3B}" dt="2026-09-18T05:49:47.348" v="1412" actId="1076"/>
          <ac:spMkLst>
            <pc:docMk/>
            <pc:sldMk cId="2460916238" sldId="261"/>
            <ac:spMk id="21529" creationId="{08D3BE1E-A7CA-BEB2-ADB6-594EF66852D4}"/>
          </ac:spMkLst>
        </pc:spChg>
        <pc:spChg chg="add mod">
          <ac:chgData name="SHINOHARA Soshi (篠原 想詩)" userId="309c0b21-8b61-4cd5-9d32-07652c56306e" providerId="ADAL" clId="{60D42A6B-AE32-4A06-B461-AA9486421C3B}" dt="2026-09-18T06:09:45.821" v="2404" actId="20577"/>
          <ac:spMkLst>
            <pc:docMk/>
            <pc:sldMk cId="2460916238" sldId="261"/>
            <ac:spMk id="21531" creationId="{0E081BA2-CF81-69EE-3F51-8B71713AA293}"/>
          </ac:spMkLst>
        </pc:spChg>
        <pc:spChg chg="add mod">
          <ac:chgData name="SHINOHARA Soshi (篠原 想詩)" userId="309c0b21-8b61-4cd5-9d32-07652c56306e" providerId="ADAL" clId="{60D42A6B-AE32-4A06-B461-AA9486421C3B}" dt="2026-09-18T06:03:40.075" v="2308" actId="1076"/>
          <ac:spMkLst>
            <pc:docMk/>
            <pc:sldMk cId="2460916238" sldId="261"/>
            <ac:spMk id="21533" creationId="{B85F4D50-9C37-7186-F9DF-DF2611B8DAE4}"/>
          </ac:spMkLst>
        </pc:spChg>
        <pc:spChg chg="add">
          <ac:chgData name="SHINOHARA Soshi (篠原 想詩)" userId="309c0b21-8b61-4cd5-9d32-07652c56306e" providerId="ADAL" clId="{60D42A6B-AE32-4A06-B461-AA9486421C3B}" dt="2026-09-18T06:07:26.395" v="2334" actId="22"/>
          <ac:spMkLst>
            <pc:docMk/>
            <pc:sldMk cId="2460916238" sldId="261"/>
            <ac:spMk id="21535" creationId="{2E47C8EF-6705-D95C-B05D-E243520E31E0}"/>
          </ac:spMkLst>
        </pc:spChg>
        <pc:spChg chg="add del">
          <ac:chgData name="SHINOHARA Soshi (篠原 想詩)" userId="309c0b21-8b61-4cd5-9d32-07652c56306e" providerId="ADAL" clId="{60D42A6B-AE32-4A06-B461-AA9486421C3B}" dt="2026-09-18T06:07:28.184" v="2335" actId="478"/>
          <ac:spMkLst>
            <pc:docMk/>
            <pc:sldMk cId="2460916238" sldId="261"/>
            <ac:spMk id="21537" creationId="{24243219-7C45-AC1E-0C8D-E3B5C1DED6B2}"/>
          </ac:spMkLst>
        </pc:spChg>
      </pc:sldChg>
      <pc:sldChg chg="add del">
        <pc:chgData name="SHINOHARA Soshi (篠原 想詩)" userId="309c0b21-8b61-4cd5-9d32-07652c56306e" providerId="ADAL" clId="{60D42A6B-AE32-4A06-B461-AA9486421C3B}" dt="2026-09-18T05:26:41.898" v="310"/>
        <pc:sldMkLst>
          <pc:docMk/>
          <pc:sldMk cId="986264629" sldId="262"/>
        </pc:sldMkLst>
      </pc:sldChg>
      <pc:sldChg chg="add del">
        <pc:chgData name="SHINOHARA Soshi (篠原 想詩)" userId="309c0b21-8b61-4cd5-9d32-07652c56306e" providerId="ADAL" clId="{60D42A6B-AE32-4A06-B461-AA9486421C3B}" dt="2026-09-18T05:26:52.924" v="315" actId="47"/>
        <pc:sldMkLst>
          <pc:docMk/>
          <pc:sldMk cId="3842469057" sldId="262"/>
        </pc:sldMkLst>
      </pc:sldChg>
      <pc:sldChg chg="delSp modSp add mod">
        <pc:chgData name="SHINOHARA Soshi (篠原 想詩)" userId="309c0b21-8b61-4cd5-9d32-07652c56306e" providerId="ADAL" clId="{60D42A6B-AE32-4A06-B461-AA9486421C3B}" dt="2026-09-18T07:18:17.875" v="2543" actId="1076"/>
        <pc:sldMkLst>
          <pc:docMk/>
          <pc:sldMk cId="2416652295" sldId="263"/>
        </pc:sldMkLst>
        <pc:spChg chg="mod">
          <ac:chgData name="SHINOHARA Soshi (篠原 想詩)" userId="309c0b21-8b61-4cd5-9d32-07652c56306e" providerId="ADAL" clId="{60D42A6B-AE32-4A06-B461-AA9486421C3B}" dt="2026-09-18T06:06:58.138" v="2327" actId="14100"/>
          <ac:spMkLst>
            <pc:docMk/>
            <pc:sldMk cId="2416652295" sldId="263"/>
            <ac:spMk id="5" creationId="{03ADD616-96E1-C816-722E-D432D1B1434B}"/>
          </ac:spMkLst>
        </pc:spChg>
        <pc:spChg chg="mod">
          <ac:chgData name="SHINOHARA Soshi (篠原 想詩)" userId="309c0b21-8b61-4cd5-9d32-07652c56306e" providerId="ADAL" clId="{60D42A6B-AE32-4A06-B461-AA9486421C3B}" dt="2026-09-18T06:07:20.645" v="2332" actId="14100"/>
          <ac:spMkLst>
            <pc:docMk/>
            <pc:sldMk cId="2416652295" sldId="263"/>
            <ac:spMk id="7" creationId="{9D8E4493-09ED-D66D-BB69-F4E17FDDAAE5}"/>
          </ac:spMkLst>
        </pc:spChg>
        <pc:spChg chg="mod">
          <ac:chgData name="SHINOHARA Soshi (篠原 想詩)" userId="309c0b21-8b61-4cd5-9d32-07652c56306e" providerId="ADAL" clId="{60D42A6B-AE32-4A06-B461-AA9486421C3B}" dt="2026-09-18T05:50:15.383" v="1415" actId="1076"/>
          <ac:spMkLst>
            <pc:docMk/>
            <pc:sldMk cId="2416652295" sldId="263"/>
            <ac:spMk id="9" creationId="{A76CBF8E-780A-F613-552A-79DF92A79B34}"/>
          </ac:spMkLst>
        </pc:spChg>
        <pc:spChg chg="mod">
          <ac:chgData name="SHINOHARA Soshi (篠原 想詩)" userId="309c0b21-8b61-4cd5-9d32-07652c56306e" providerId="ADAL" clId="{60D42A6B-AE32-4A06-B461-AA9486421C3B}" dt="2026-09-18T07:18:08.613" v="2541" actId="14100"/>
          <ac:spMkLst>
            <pc:docMk/>
            <pc:sldMk cId="2416652295" sldId="263"/>
            <ac:spMk id="11" creationId="{334C37F2-BE3E-BFC0-CAB9-D3917FDC0606}"/>
          </ac:spMkLst>
        </pc:spChg>
        <pc:spChg chg="mod">
          <ac:chgData name="SHINOHARA Soshi (篠原 想詩)" userId="309c0b21-8b61-4cd5-9d32-07652c56306e" providerId="ADAL" clId="{60D42A6B-AE32-4A06-B461-AA9486421C3B}" dt="2026-09-18T06:09:13.314" v="2397" actId="1076"/>
          <ac:spMkLst>
            <pc:docMk/>
            <pc:sldMk cId="2416652295" sldId="263"/>
            <ac:spMk id="13" creationId="{CFA581EB-E5DD-E949-61AD-F14177A9CC17}"/>
          </ac:spMkLst>
        </pc:spChg>
        <pc:spChg chg="mod">
          <ac:chgData name="SHINOHARA Soshi (篠原 想詩)" userId="309c0b21-8b61-4cd5-9d32-07652c56306e" providerId="ADAL" clId="{60D42A6B-AE32-4A06-B461-AA9486421C3B}" dt="2026-09-18T06:09:13.314" v="2397" actId="1076"/>
          <ac:spMkLst>
            <pc:docMk/>
            <pc:sldMk cId="2416652295" sldId="263"/>
            <ac:spMk id="15" creationId="{CBB4D034-4453-9918-E427-6F3BF26F1E67}"/>
          </ac:spMkLst>
        </pc:spChg>
        <pc:spChg chg="mod">
          <ac:chgData name="SHINOHARA Soshi (篠原 想詩)" userId="309c0b21-8b61-4cd5-9d32-07652c56306e" providerId="ADAL" clId="{60D42A6B-AE32-4A06-B461-AA9486421C3B}" dt="2026-09-18T06:09:17.823" v="2398" actId="1076"/>
          <ac:spMkLst>
            <pc:docMk/>
            <pc:sldMk cId="2416652295" sldId="263"/>
            <ac:spMk id="17" creationId="{9EA7CA49-8438-F8C9-4C30-426972466047}"/>
          </ac:spMkLst>
        </pc:spChg>
        <pc:spChg chg="mod">
          <ac:chgData name="SHINOHARA Soshi (篠原 想詩)" userId="309c0b21-8b61-4cd5-9d32-07652c56306e" providerId="ADAL" clId="{60D42A6B-AE32-4A06-B461-AA9486421C3B}" dt="2026-09-18T07:18:17.875" v="2543" actId="1076"/>
          <ac:spMkLst>
            <pc:docMk/>
            <pc:sldMk cId="2416652295" sldId="263"/>
            <ac:spMk id="19" creationId="{0E391B8E-AB01-AC75-D1D9-4BA5617A534F}"/>
          </ac:spMkLst>
        </pc:spChg>
        <pc:spChg chg="del mod">
          <ac:chgData name="SHINOHARA Soshi (篠原 想詩)" userId="309c0b21-8b61-4cd5-9d32-07652c56306e" providerId="ADAL" clId="{60D42A6B-AE32-4A06-B461-AA9486421C3B}" dt="2026-09-18T05:49:37.448" v="1407" actId="21"/>
          <ac:spMkLst>
            <pc:docMk/>
            <pc:sldMk cId="2416652295" sldId="263"/>
            <ac:spMk id="21" creationId="{0A34CEB6-CCB9-988E-2DFF-1ECD24F42D9F}"/>
          </ac:spMkLst>
        </pc:spChg>
        <pc:spChg chg="del mod">
          <ac:chgData name="SHINOHARA Soshi (篠原 想詩)" userId="309c0b21-8b61-4cd5-9d32-07652c56306e" providerId="ADAL" clId="{60D42A6B-AE32-4A06-B461-AA9486421C3B}" dt="2026-09-18T05:49:37.448" v="1407" actId="21"/>
          <ac:spMkLst>
            <pc:docMk/>
            <pc:sldMk cId="2416652295" sldId="263"/>
            <ac:spMk id="23" creationId="{00857F23-C44E-A666-426E-21F27FF95978}"/>
          </ac:spMkLst>
        </pc:spChg>
        <pc:spChg chg="mod">
          <ac:chgData name="SHINOHARA Soshi (篠原 想詩)" userId="309c0b21-8b61-4cd5-9d32-07652c56306e" providerId="ADAL" clId="{60D42A6B-AE32-4A06-B461-AA9486421C3B}" dt="2026-09-18T05:46:41.920" v="1358" actId="1076"/>
          <ac:spMkLst>
            <pc:docMk/>
            <pc:sldMk cId="2416652295" sldId="263"/>
            <ac:spMk id="21506" creationId="{BBF3B7B6-7F4A-254F-EB33-2638E125F1E0}"/>
          </ac:spMkLst>
        </pc:spChg>
      </pc:sldChg>
      <pc:sldChg chg="addSp delSp modSp add mod ord">
        <pc:chgData name="SHINOHARA Soshi (篠原 想詩)" userId="309c0b21-8b61-4cd5-9d32-07652c56306e" providerId="ADAL" clId="{60D42A6B-AE32-4A06-B461-AA9486421C3B}" dt="2026-09-18T07:27:41.343" v="2583" actId="20577"/>
        <pc:sldMkLst>
          <pc:docMk/>
          <pc:sldMk cId="147431364" sldId="264"/>
        </pc:sldMkLst>
        <pc:spChg chg="add del mod">
          <ac:chgData name="SHINOHARA Soshi (篠原 想詩)" userId="309c0b21-8b61-4cd5-9d32-07652c56306e" providerId="ADAL" clId="{60D42A6B-AE32-4A06-B461-AA9486421C3B}" dt="2026-09-18T06:07:39.375" v="2340" actId="478"/>
          <ac:spMkLst>
            <pc:docMk/>
            <pc:sldMk cId="147431364" sldId="264"/>
            <ac:spMk id="3" creationId="{307B1FFF-4372-E844-97E8-30ADF086F187}"/>
          </ac:spMkLst>
        </pc:spChg>
        <pc:spChg chg="del">
          <ac:chgData name="SHINOHARA Soshi (篠原 想詩)" userId="309c0b21-8b61-4cd5-9d32-07652c56306e" providerId="ADAL" clId="{60D42A6B-AE32-4A06-B461-AA9486421C3B}" dt="2026-09-18T06:07:36.040" v="2337" actId="478"/>
          <ac:spMkLst>
            <pc:docMk/>
            <pc:sldMk cId="147431364" sldId="264"/>
            <ac:spMk id="5" creationId="{05EB874F-BED0-70CE-2524-0004B0E0A7AB}"/>
          </ac:spMkLst>
        </pc:spChg>
        <pc:spChg chg="add mod">
          <ac:chgData name="SHINOHARA Soshi (篠原 想詩)" userId="309c0b21-8b61-4cd5-9d32-07652c56306e" providerId="ADAL" clId="{60D42A6B-AE32-4A06-B461-AA9486421C3B}" dt="2026-09-18T05:55:29.688" v="1687" actId="1076"/>
          <ac:spMkLst>
            <pc:docMk/>
            <pc:sldMk cId="147431364" sldId="264"/>
            <ac:spMk id="6" creationId="{9F0FB3CC-52F3-1B56-A3C9-4771819CFED5}"/>
          </ac:spMkLst>
        </pc:spChg>
        <pc:spChg chg="del">
          <ac:chgData name="SHINOHARA Soshi (篠原 想詩)" userId="309c0b21-8b61-4cd5-9d32-07652c56306e" providerId="ADAL" clId="{60D42A6B-AE32-4A06-B461-AA9486421C3B}" dt="2026-09-18T05:54:43.421" v="1669" actId="478"/>
          <ac:spMkLst>
            <pc:docMk/>
            <pc:sldMk cId="147431364" sldId="264"/>
            <ac:spMk id="7" creationId="{32051751-D992-8D98-D7B3-5B3E77D972D0}"/>
          </ac:spMkLst>
        </pc:spChg>
        <pc:spChg chg="del">
          <ac:chgData name="SHINOHARA Soshi (篠原 想詩)" userId="309c0b21-8b61-4cd5-9d32-07652c56306e" providerId="ADAL" clId="{60D42A6B-AE32-4A06-B461-AA9486421C3B}" dt="2026-09-18T05:54:42.710" v="1668" actId="478"/>
          <ac:spMkLst>
            <pc:docMk/>
            <pc:sldMk cId="147431364" sldId="264"/>
            <ac:spMk id="9" creationId="{40DA71E2-5169-C226-9716-1D29245292DA}"/>
          </ac:spMkLst>
        </pc:spChg>
        <pc:spChg chg="add mod">
          <ac:chgData name="SHINOHARA Soshi (篠原 想詩)" userId="309c0b21-8b61-4cd5-9d32-07652c56306e" providerId="ADAL" clId="{60D42A6B-AE32-4A06-B461-AA9486421C3B}" dt="2026-09-18T05:57:01.641" v="1782" actId="20577"/>
          <ac:spMkLst>
            <pc:docMk/>
            <pc:sldMk cId="147431364" sldId="264"/>
            <ac:spMk id="10" creationId="{A99D0592-4AAB-EE9D-86AD-508AC56407B7}"/>
          </ac:spMkLst>
        </pc:spChg>
        <pc:spChg chg="del">
          <ac:chgData name="SHINOHARA Soshi (篠原 想詩)" userId="309c0b21-8b61-4cd5-9d32-07652c56306e" providerId="ADAL" clId="{60D42A6B-AE32-4A06-B461-AA9486421C3B}" dt="2026-09-18T05:54:42.710" v="1668" actId="478"/>
          <ac:spMkLst>
            <pc:docMk/>
            <pc:sldMk cId="147431364" sldId="264"/>
            <ac:spMk id="11" creationId="{5A0F1061-0D3B-DF52-4C20-A9727B3AD83E}"/>
          </ac:spMkLst>
        </pc:spChg>
        <pc:spChg chg="del">
          <ac:chgData name="SHINOHARA Soshi (篠原 想詩)" userId="309c0b21-8b61-4cd5-9d32-07652c56306e" providerId="ADAL" clId="{60D42A6B-AE32-4A06-B461-AA9486421C3B}" dt="2026-09-18T05:54:42.710" v="1668" actId="478"/>
          <ac:spMkLst>
            <pc:docMk/>
            <pc:sldMk cId="147431364" sldId="264"/>
            <ac:spMk id="13" creationId="{F83BA511-67DA-15B1-A537-77506D5113E2}"/>
          </ac:spMkLst>
        </pc:spChg>
        <pc:spChg chg="add mod">
          <ac:chgData name="SHINOHARA Soshi (篠原 想詩)" userId="309c0b21-8b61-4cd5-9d32-07652c56306e" providerId="ADAL" clId="{60D42A6B-AE32-4A06-B461-AA9486421C3B}" dt="2026-09-18T06:08:39.880" v="2390" actId="1076"/>
          <ac:spMkLst>
            <pc:docMk/>
            <pc:sldMk cId="147431364" sldId="264"/>
            <ac:spMk id="14" creationId="{E01BB2FC-B37F-D766-FE9D-4C8FAD15E35A}"/>
          </ac:spMkLst>
        </pc:spChg>
        <pc:spChg chg="del">
          <ac:chgData name="SHINOHARA Soshi (篠原 想詩)" userId="309c0b21-8b61-4cd5-9d32-07652c56306e" providerId="ADAL" clId="{60D42A6B-AE32-4A06-B461-AA9486421C3B}" dt="2026-09-18T05:54:42.710" v="1668" actId="478"/>
          <ac:spMkLst>
            <pc:docMk/>
            <pc:sldMk cId="147431364" sldId="264"/>
            <ac:spMk id="15" creationId="{17E3DE3F-0A9D-878D-5147-69C69CDCFAB7}"/>
          </ac:spMkLst>
        </pc:spChg>
        <pc:spChg chg="del">
          <ac:chgData name="SHINOHARA Soshi (篠原 想詩)" userId="309c0b21-8b61-4cd5-9d32-07652c56306e" providerId="ADAL" clId="{60D42A6B-AE32-4A06-B461-AA9486421C3B}" dt="2026-09-18T05:54:42.710" v="1668" actId="478"/>
          <ac:spMkLst>
            <pc:docMk/>
            <pc:sldMk cId="147431364" sldId="264"/>
            <ac:spMk id="17" creationId="{F414B563-D382-0346-6704-8887DDD4FEDF}"/>
          </ac:spMkLst>
        </pc:spChg>
        <pc:spChg chg="add mod">
          <ac:chgData name="SHINOHARA Soshi (篠原 想詩)" userId="309c0b21-8b61-4cd5-9d32-07652c56306e" providerId="ADAL" clId="{60D42A6B-AE32-4A06-B461-AA9486421C3B}" dt="2026-09-18T07:27:41.343" v="2583" actId="20577"/>
          <ac:spMkLst>
            <pc:docMk/>
            <pc:sldMk cId="147431364" sldId="264"/>
            <ac:spMk id="18" creationId="{65F3A6C4-9A81-1EF9-8F56-E2D36B994E0B}"/>
          </ac:spMkLst>
        </pc:spChg>
        <pc:spChg chg="del">
          <ac:chgData name="SHINOHARA Soshi (篠原 想詩)" userId="309c0b21-8b61-4cd5-9d32-07652c56306e" providerId="ADAL" clId="{60D42A6B-AE32-4A06-B461-AA9486421C3B}" dt="2026-09-18T05:54:42.710" v="1668" actId="478"/>
          <ac:spMkLst>
            <pc:docMk/>
            <pc:sldMk cId="147431364" sldId="264"/>
            <ac:spMk id="19" creationId="{3CA7ABDB-9CF4-7419-A3F0-372837F4CA68}"/>
          </ac:spMkLst>
        </pc:spChg>
        <pc:spChg chg="add mod">
          <ac:chgData name="SHINOHARA Soshi (篠原 想詩)" userId="309c0b21-8b61-4cd5-9d32-07652c56306e" providerId="ADAL" clId="{60D42A6B-AE32-4A06-B461-AA9486421C3B}" dt="2026-09-18T06:08:39.880" v="2390" actId="1076"/>
          <ac:spMkLst>
            <pc:docMk/>
            <pc:sldMk cId="147431364" sldId="264"/>
            <ac:spMk id="21" creationId="{51637B88-5226-9238-B14D-891D3D348264}"/>
          </ac:spMkLst>
        </pc:spChg>
        <pc:spChg chg="add mod">
          <ac:chgData name="SHINOHARA Soshi (篠原 想詩)" userId="309c0b21-8b61-4cd5-9d32-07652c56306e" providerId="ADAL" clId="{60D42A6B-AE32-4A06-B461-AA9486421C3B}" dt="2026-09-18T06:08:34.632" v="2389" actId="1076"/>
          <ac:spMkLst>
            <pc:docMk/>
            <pc:sldMk cId="147431364" sldId="264"/>
            <ac:spMk id="25" creationId="{90B734DB-F072-0773-4A91-F2D0428DC85B}"/>
          </ac:spMkLst>
        </pc:spChg>
        <pc:spChg chg="add">
          <ac:chgData name="SHINOHARA Soshi (篠原 想詩)" userId="309c0b21-8b61-4cd5-9d32-07652c56306e" providerId="ADAL" clId="{60D42A6B-AE32-4A06-B461-AA9486421C3B}" dt="2026-09-18T06:07:36.711" v="2338" actId="22"/>
          <ac:spMkLst>
            <pc:docMk/>
            <pc:sldMk cId="147431364" sldId="264"/>
            <ac:spMk id="27" creationId="{4196054C-6AD3-7A06-15DA-5D1815E3D737}"/>
          </ac:spMkLst>
        </pc:spChg>
        <pc:spChg chg="add mod">
          <ac:chgData name="SHINOHARA Soshi (篠原 想詩)" userId="309c0b21-8b61-4cd5-9d32-07652c56306e" providerId="ADAL" clId="{60D42A6B-AE32-4A06-B461-AA9486421C3B}" dt="2026-09-18T06:08:55.477" v="2393" actId="14100"/>
          <ac:spMkLst>
            <pc:docMk/>
            <pc:sldMk cId="147431364" sldId="264"/>
            <ac:spMk id="29" creationId="{0E469F14-DE54-B50C-65FD-4EF61E57F230}"/>
          </ac:spMkLst>
        </pc:spChg>
        <pc:spChg chg="mod">
          <ac:chgData name="SHINOHARA Soshi (篠原 想詩)" userId="309c0b21-8b61-4cd5-9d32-07652c56306e" providerId="ADAL" clId="{60D42A6B-AE32-4A06-B461-AA9486421C3B}" dt="2026-09-18T06:01:54.966" v="2261" actId="207"/>
          <ac:spMkLst>
            <pc:docMk/>
            <pc:sldMk cId="147431364" sldId="264"/>
            <ac:spMk id="21506" creationId="{64226943-6F0D-9B1F-EB98-B1CB9F46A659}"/>
          </ac:spMkLst>
        </pc:spChg>
        <pc:graphicFrameChg chg="add mod modGraphic">
          <ac:chgData name="SHINOHARA Soshi (篠原 想詩)" userId="309c0b21-8b61-4cd5-9d32-07652c56306e" providerId="ADAL" clId="{60D42A6B-AE32-4A06-B461-AA9486421C3B}" dt="2026-09-18T06:11:57.996" v="2515" actId="20577"/>
          <ac:graphicFrameMkLst>
            <pc:docMk/>
            <pc:sldMk cId="147431364" sldId="264"/>
            <ac:graphicFrameMk id="23" creationId="{A1CE0432-81FE-9A98-8528-48DD5FFDE362}"/>
          </ac:graphicFrameMkLst>
        </pc:graphicFrameChg>
      </pc:sldChg>
      <pc:sldChg chg="addSp delSp add del mod">
        <pc:chgData name="SHINOHARA Soshi (篠原 想詩)" userId="309c0b21-8b61-4cd5-9d32-07652c56306e" providerId="ADAL" clId="{60D42A6B-AE32-4A06-B461-AA9486421C3B}" dt="2026-09-18T06:08:57.444" v="2394" actId="47"/>
        <pc:sldMkLst>
          <pc:docMk/>
          <pc:sldMk cId="1314201938" sldId="265"/>
        </pc:sldMkLst>
        <pc:spChg chg="del">
          <ac:chgData name="SHINOHARA Soshi (篠原 想詩)" userId="309c0b21-8b61-4cd5-9d32-07652c56306e" providerId="ADAL" clId="{60D42A6B-AE32-4A06-B461-AA9486421C3B}" dt="2026-09-18T06:05:23.662" v="2314" actId="478"/>
          <ac:spMkLst>
            <pc:docMk/>
            <pc:sldMk cId="1314201938" sldId="265"/>
            <ac:spMk id="3" creationId="{E7EF5306-233C-D888-C4F9-869857861AC2}"/>
          </ac:spMkLst>
        </pc:spChg>
        <pc:spChg chg="add del">
          <ac:chgData name="SHINOHARA Soshi (篠原 想詩)" userId="309c0b21-8b61-4cd5-9d32-07652c56306e" providerId="ADAL" clId="{60D42A6B-AE32-4A06-B461-AA9486421C3B}" dt="2026-09-18T06:08:07.935" v="2381" actId="478"/>
          <ac:spMkLst>
            <pc:docMk/>
            <pc:sldMk cId="1314201938" sldId="265"/>
            <ac:spMk id="5" creationId="{2FA5BB3F-AB34-D2DF-4D36-1FCD30EAFEBF}"/>
          </ac:spMkLst>
        </pc:spChg>
        <pc:spChg chg="del">
          <ac:chgData name="SHINOHARA Soshi (篠原 想詩)" userId="309c0b21-8b61-4cd5-9d32-07652c56306e" providerId="ADAL" clId="{60D42A6B-AE32-4A06-B461-AA9486421C3B}" dt="2026-09-18T06:05:19.005" v="2313" actId="478"/>
          <ac:spMkLst>
            <pc:docMk/>
            <pc:sldMk cId="1314201938" sldId="265"/>
            <ac:spMk id="6" creationId="{5A1063EE-9E6D-631E-F8F0-44B6D334FDDF}"/>
          </ac:spMkLst>
        </pc:spChg>
        <pc:spChg chg="del">
          <ac:chgData name="SHINOHARA Soshi (篠原 想詩)" userId="309c0b21-8b61-4cd5-9d32-07652c56306e" providerId="ADAL" clId="{60D42A6B-AE32-4A06-B461-AA9486421C3B}" dt="2026-09-18T06:05:19.005" v="2313" actId="478"/>
          <ac:spMkLst>
            <pc:docMk/>
            <pc:sldMk cId="1314201938" sldId="265"/>
            <ac:spMk id="10" creationId="{36257D8E-473D-A3A2-03E5-7CA4F72923D1}"/>
          </ac:spMkLst>
        </pc:spChg>
        <pc:spChg chg="del">
          <ac:chgData name="SHINOHARA Soshi (篠原 想詩)" userId="309c0b21-8b61-4cd5-9d32-07652c56306e" providerId="ADAL" clId="{60D42A6B-AE32-4A06-B461-AA9486421C3B}" dt="2026-09-18T06:05:19.005" v="2313" actId="478"/>
          <ac:spMkLst>
            <pc:docMk/>
            <pc:sldMk cId="1314201938" sldId="265"/>
            <ac:spMk id="14" creationId="{97ED53A4-D1E1-F356-C32D-C4DF01E9D78A}"/>
          </ac:spMkLst>
        </pc:spChg>
        <pc:spChg chg="del">
          <ac:chgData name="SHINOHARA Soshi (篠原 想詩)" userId="309c0b21-8b61-4cd5-9d32-07652c56306e" providerId="ADAL" clId="{60D42A6B-AE32-4A06-B461-AA9486421C3B}" dt="2026-09-18T06:05:19.005" v="2313" actId="478"/>
          <ac:spMkLst>
            <pc:docMk/>
            <pc:sldMk cId="1314201938" sldId="265"/>
            <ac:spMk id="18" creationId="{C7C043CB-6ECC-E00B-D998-006A6A1A1EE3}"/>
          </ac:spMkLst>
        </pc:spChg>
        <pc:spChg chg="del">
          <ac:chgData name="SHINOHARA Soshi (篠原 想詩)" userId="309c0b21-8b61-4cd5-9d32-07652c56306e" providerId="ADAL" clId="{60D42A6B-AE32-4A06-B461-AA9486421C3B}" dt="2026-09-18T06:05:19.005" v="2313" actId="478"/>
          <ac:spMkLst>
            <pc:docMk/>
            <pc:sldMk cId="1314201938" sldId="265"/>
            <ac:spMk id="21" creationId="{01BC4F24-814E-B738-E9F9-62CD2ECE9CD4}"/>
          </ac:spMkLst>
        </pc:spChg>
        <pc:spChg chg="del">
          <ac:chgData name="SHINOHARA Soshi (篠原 想詩)" userId="309c0b21-8b61-4cd5-9d32-07652c56306e" providerId="ADAL" clId="{60D42A6B-AE32-4A06-B461-AA9486421C3B}" dt="2026-09-18T06:05:30.240" v="2316" actId="478"/>
          <ac:spMkLst>
            <pc:docMk/>
            <pc:sldMk cId="1314201938" sldId="265"/>
            <ac:spMk id="25" creationId="{5E0BD695-208B-8E25-EE99-545B14AAEDDD}"/>
          </ac:spMkLst>
        </pc:spChg>
        <pc:graphicFrameChg chg="del">
          <ac:chgData name="SHINOHARA Soshi (篠原 想詩)" userId="309c0b21-8b61-4cd5-9d32-07652c56306e" providerId="ADAL" clId="{60D42A6B-AE32-4A06-B461-AA9486421C3B}" dt="2026-09-18T06:05:27.563" v="2315" actId="478"/>
          <ac:graphicFrameMkLst>
            <pc:docMk/>
            <pc:sldMk cId="1314201938" sldId="265"/>
            <ac:graphicFrameMk id="23" creationId="{1EE2691D-2C68-50A1-72EA-5FC142209032}"/>
          </ac:graphicFrameMkLst>
        </pc:graphicFrameChg>
      </pc:sldChg>
      <pc:sldChg chg="addSp delSp modSp add mod">
        <pc:chgData name="SHINOHARA Soshi (篠原 想詩)" userId="309c0b21-8b61-4cd5-9d32-07652c56306e" providerId="ADAL" clId="{60D42A6B-AE32-4A06-B461-AA9486421C3B}" dt="2026-09-18T06:15:35.154" v="2535" actId="1076"/>
        <pc:sldMkLst>
          <pc:docMk/>
          <pc:sldMk cId="3249971736" sldId="265"/>
        </pc:sldMkLst>
        <pc:spChg chg="add del">
          <ac:chgData name="SHINOHARA Soshi (篠原 想詩)" userId="309c0b21-8b61-4cd5-9d32-07652c56306e" providerId="ADAL" clId="{60D42A6B-AE32-4A06-B461-AA9486421C3B}" dt="2026-09-18T06:10:53.489" v="2476" actId="478"/>
          <ac:spMkLst>
            <pc:docMk/>
            <pc:sldMk cId="3249971736" sldId="265"/>
            <ac:spMk id="3" creationId="{6455A74A-3145-43E9-0FEA-96984B6C3345}"/>
          </ac:spMkLst>
        </pc:spChg>
        <pc:spChg chg="add del">
          <ac:chgData name="SHINOHARA Soshi (篠原 想詩)" userId="309c0b21-8b61-4cd5-9d32-07652c56306e" providerId="ADAL" clId="{60D42A6B-AE32-4A06-B461-AA9486421C3B}" dt="2026-09-18T06:10:55.834" v="2477" actId="478"/>
          <ac:spMkLst>
            <pc:docMk/>
            <pc:sldMk cId="3249971736" sldId="265"/>
            <ac:spMk id="5" creationId="{A951B59B-374D-286A-33A5-2D7F49AA888B}"/>
          </ac:spMkLst>
        </pc:spChg>
        <pc:spChg chg="del">
          <ac:chgData name="SHINOHARA Soshi (篠原 想詩)" userId="309c0b21-8b61-4cd5-9d32-07652c56306e" providerId="ADAL" clId="{60D42A6B-AE32-4A06-B461-AA9486421C3B}" dt="2026-09-18T06:10:42.448" v="2472" actId="478"/>
          <ac:spMkLst>
            <pc:docMk/>
            <pc:sldMk cId="3249971736" sldId="265"/>
            <ac:spMk id="6" creationId="{1CF1F0CB-11DA-7A96-97F4-CD39540D3032}"/>
          </ac:spMkLst>
        </pc:spChg>
        <pc:spChg chg="del">
          <ac:chgData name="SHINOHARA Soshi (篠原 想詩)" userId="309c0b21-8b61-4cd5-9d32-07652c56306e" providerId="ADAL" clId="{60D42A6B-AE32-4A06-B461-AA9486421C3B}" dt="2026-09-18T06:10:42.448" v="2472" actId="478"/>
          <ac:spMkLst>
            <pc:docMk/>
            <pc:sldMk cId="3249971736" sldId="265"/>
            <ac:spMk id="10" creationId="{9D0F0D21-0F87-47E7-8D1D-9E026C31F900}"/>
          </ac:spMkLst>
        </pc:spChg>
        <pc:spChg chg="del">
          <ac:chgData name="SHINOHARA Soshi (篠原 想詩)" userId="309c0b21-8b61-4cd5-9d32-07652c56306e" providerId="ADAL" clId="{60D42A6B-AE32-4A06-B461-AA9486421C3B}" dt="2026-09-18T06:10:42.448" v="2472" actId="478"/>
          <ac:spMkLst>
            <pc:docMk/>
            <pc:sldMk cId="3249971736" sldId="265"/>
            <ac:spMk id="14" creationId="{84292A5C-EF93-1D6D-D96F-63339C36B5DA}"/>
          </ac:spMkLst>
        </pc:spChg>
        <pc:spChg chg="del">
          <ac:chgData name="SHINOHARA Soshi (篠原 想詩)" userId="309c0b21-8b61-4cd5-9d32-07652c56306e" providerId="ADAL" clId="{60D42A6B-AE32-4A06-B461-AA9486421C3B}" dt="2026-09-18T06:10:42.448" v="2472" actId="478"/>
          <ac:spMkLst>
            <pc:docMk/>
            <pc:sldMk cId="3249971736" sldId="265"/>
            <ac:spMk id="18" creationId="{000861EA-2373-894B-6A08-36763DE3141E}"/>
          </ac:spMkLst>
        </pc:spChg>
        <pc:spChg chg="del">
          <ac:chgData name="SHINOHARA Soshi (篠原 想詩)" userId="309c0b21-8b61-4cd5-9d32-07652c56306e" providerId="ADAL" clId="{60D42A6B-AE32-4A06-B461-AA9486421C3B}" dt="2026-09-18T06:10:42.448" v="2472" actId="478"/>
          <ac:spMkLst>
            <pc:docMk/>
            <pc:sldMk cId="3249971736" sldId="265"/>
            <ac:spMk id="21" creationId="{70FA87B6-0C29-4AC4-3931-2C2B3D9862AC}"/>
          </ac:spMkLst>
        </pc:spChg>
        <pc:spChg chg="del">
          <ac:chgData name="SHINOHARA Soshi (篠原 想詩)" userId="309c0b21-8b61-4cd5-9d32-07652c56306e" providerId="ADAL" clId="{60D42A6B-AE32-4A06-B461-AA9486421C3B}" dt="2026-09-18T06:10:42.448" v="2472" actId="478"/>
          <ac:spMkLst>
            <pc:docMk/>
            <pc:sldMk cId="3249971736" sldId="265"/>
            <ac:spMk id="25" creationId="{892490C8-31AD-E3FF-0ABF-416A7E172DAD}"/>
          </ac:spMkLst>
        </pc:spChg>
        <pc:spChg chg="del mod">
          <ac:chgData name="SHINOHARA Soshi (篠原 想詩)" userId="309c0b21-8b61-4cd5-9d32-07652c56306e" providerId="ADAL" clId="{60D42A6B-AE32-4A06-B461-AA9486421C3B}" dt="2026-09-18T06:10:40.390" v="2471" actId="478"/>
          <ac:spMkLst>
            <pc:docMk/>
            <pc:sldMk cId="3249971736" sldId="265"/>
            <ac:spMk id="29" creationId="{B46D97C3-DBD4-B9B1-258F-034692CBEEA3}"/>
          </ac:spMkLst>
        </pc:spChg>
        <pc:spChg chg="mod">
          <ac:chgData name="SHINOHARA Soshi (篠原 想詩)" userId="309c0b21-8b61-4cd5-9d32-07652c56306e" providerId="ADAL" clId="{60D42A6B-AE32-4A06-B461-AA9486421C3B}" dt="2026-09-18T06:11:01.130" v="2507" actId="20577"/>
          <ac:spMkLst>
            <pc:docMk/>
            <pc:sldMk cId="3249971736" sldId="265"/>
            <ac:spMk id="21506" creationId="{EE83C36C-337B-3CAA-0B83-0A1517A40289}"/>
          </ac:spMkLst>
        </pc:spChg>
        <pc:graphicFrameChg chg="add mod modGraphic">
          <ac:chgData name="SHINOHARA Soshi (篠原 想詩)" userId="309c0b21-8b61-4cd5-9d32-07652c56306e" providerId="ADAL" clId="{60D42A6B-AE32-4A06-B461-AA9486421C3B}" dt="2026-09-18T06:15:35.154" v="2535" actId="1076"/>
          <ac:graphicFrameMkLst>
            <pc:docMk/>
            <pc:sldMk cId="3249971736" sldId="265"/>
            <ac:graphicFrameMk id="8" creationId="{58D35AA5-77A7-64BC-8911-FEFE11A99615}"/>
          </ac:graphicFrameMkLst>
        </pc:graphicFrameChg>
        <pc:graphicFrameChg chg="del">
          <ac:chgData name="SHINOHARA Soshi (篠原 想詩)" userId="309c0b21-8b61-4cd5-9d32-07652c56306e" providerId="ADAL" clId="{60D42A6B-AE32-4A06-B461-AA9486421C3B}" dt="2026-09-18T06:10:42.448" v="2472" actId="478"/>
          <ac:graphicFrameMkLst>
            <pc:docMk/>
            <pc:sldMk cId="3249971736" sldId="265"/>
            <ac:graphicFrameMk id="23" creationId="{CA1BBA50-64D8-27C8-734A-9DB62746C46C}"/>
          </ac:graphicFrameMkLst>
        </pc:graphicFrameChg>
      </pc:sldChg>
      <pc:sldMasterChg chg="del delSldLayout">
        <pc:chgData name="SHINOHARA Soshi (篠原 想詩)" userId="309c0b21-8b61-4cd5-9d32-07652c56306e" providerId="ADAL" clId="{60D42A6B-AE32-4A06-B461-AA9486421C3B}" dt="2026-09-18T06:09:01.320" v="2396" actId="47"/>
        <pc:sldMasterMkLst>
          <pc:docMk/>
          <pc:sldMasterMk cId="3019807980" sldId="2147483648"/>
        </pc:sldMasterMkLst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181740245" sldId="2147483649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1262986352" sldId="2147483650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1801365498" sldId="2147483651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1707429675" sldId="2147483652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3447607662" sldId="2147483653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3774007086" sldId="2147483654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2525697723" sldId="2147483655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1592917292" sldId="2147483656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2073493225" sldId="2147483657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468604226" sldId="2147483658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1426030442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40" name="Picture 4" descr="X:\Hirao\社外向けPPTテンプレート\作業\20110516\01_NKstandard.png">
            <a:extLst>
              <a:ext uri="{FF2B5EF4-FFF2-40B4-BE49-F238E27FC236}">
                <a16:creationId xmlns:a16="http://schemas.microsoft.com/office/drawing/2014/main" id="{0C14BA8A-B438-06C3-FE00-CEF6AB502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34">
            <a:extLst>
              <a:ext uri="{FF2B5EF4-FFF2-40B4-BE49-F238E27FC236}">
                <a16:creationId xmlns:a16="http://schemas.microsoft.com/office/drawing/2014/main" id="{6B0FC84E-BB3B-76F7-93E3-D1E2CBA5D29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1649414"/>
            <a:ext cx="10363200" cy="1131887"/>
          </a:xfrm>
        </p:spPr>
        <p:txBody>
          <a:bodyPr/>
          <a:lstStyle>
            <a:lvl1pPr algn="ctr">
              <a:defRPr smtClean="0">
                <a:solidFill>
                  <a:srgbClr val="3333CC"/>
                </a:solidFill>
              </a:defRPr>
            </a:lvl1pPr>
          </a:lstStyle>
          <a:p>
            <a:pPr lv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18436" name="Rectangle 35">
            <a:extLst>
              <a:ext uri="{FF2B5EF4-FFF2-40B4-BE49-F238E27FC236}">
                <a16:creationId xmlns:a16="http://schemas.microsoft.com/office/drawing/2014/main" id="{DB3DCA16-0580-FDA1-E39D-90FEF5F81B2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068639"/>
            <a:ext cx="8534400" cy="1800225"/>
          </a:xfrm>
        </p:spPr>
        <p:txBody>
          <a:bodyPr/>
          <a:lstStyle>
            <a:lvl1pPr marL="0" indent="0" algn="ctr">
              <a:buFontTx/>
              <a:buNone/>
              <a:defRPr smtClean="0">
                <a:solidFill>
                  <a:schemeClr val="bg2"/>
                </a:solidFill>
              </a:defRPr>
            </a:lvl1pPr>
          </a:lstStyle>
          <a:p>
            <a:pPr lvl="0"/>
            <a:r>
              <a:rPr lang="ja-JP" altLang="en-US" noProof="0"/>
              <a:t>マスター サブタイトルの書式設定</a:t>
            </a:r>
          </a:p>
        </p:txBody>
      </p:sp>
      <p:sp>
        <p:nvSpPr>
          <p:cNvPr id="1060" name="Rectangle 36">
            <a:extLst>
              <a:ext uri="{FF2B5EF4-FFF2-40B4-BE49-F238E27FC236}">
                <a16:creationId xmlns:a16="http://schemas.microsoft.com/office/drawing/2014/main" id="{21EA4C22-869B-D24A-0D05-950D6BF5105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 algn="l">
              <a:defRPr sz="1200">
                <a:solidFill>
                  <a:schemeClr val="bg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1" name="Rectangle 37">
            <a:extLst>
              <a:ext uri="{FF2B5EF4-FFF2-40B4-BE49-F238E27FC236}">
                <a16:creationId xmlns:a16="http://schemas.microsoft.com/office/drawing/2014/main" id="{A1FF1166-8D8B-9946-8A67-ECCE715BEFC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 sz="1200">
                <a:solidFill>
                  <a:schemeClr val="bg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2" name="Rectangle 38">
            <a:extLst>
              <a:ext uri="{FF2B5EF4-FFF2-40B4-BE49-F238E27FC236}">
                <a16:creationId xmlns:a16="http://schemas.microsoft.com/office/drawing/2014/main" id="{DD108065-3E08-80D3-14B1-3AE4A9BEE1D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58931EFE-4ACE-4B37-9E60-492B3B153ED9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7101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434" y="404664"/>
            <a:ext cx="11523133" cy="108108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34434" y="1628627"/>
            <a:ext cx="11523133" cy="46085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36">
            <a:extLst>
              <a:ext uri="{FF2B5EF4-FFF2-40B4-BE49-F238E27FC236}">
                <a16:creationId xmlns:a16="http://schemas.microsoft.com/office/drawing/2014/main" id="{398BF68E-D88B-2F4D-5280-6792B81ED9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>
            <a:extLst>
              <a:ext uri="{FF2B5EF4-FFF2-40B4-BE49-F238E27FC236}">
                <a16:creationId xmlns:a16="http://schemas.microsoft.com/office/drawing/2014/main" id="{607ABD81-38F0-6FC5-6691-2F5B84631F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>
            <a:extLst>
              <a:ext uri="{FF2B5EF4-FFF2-40B4-BE49-F238E27FC236}">
                <a16:creationId xmlns:a16="http://schemas.microsoft.com/office/drawing/2014/main" id="{12E8582A-A0C5-05CF-5DB4-EDED19BCB3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AD4172-5909-45D2-B4AB-7D478CE70DD1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50850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36">
            <a:extLst>
              <a:ext uri="{FF2B5EF4-FFF2-40B4-BE49-F238E27FC236}">
                <a16:creationId xmlns:a16="http://schemas.microsoft.com/office/drawing/2014/main" id="{1EF0829B-40D8-0BCB-C00C-558D5031B9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>
            <a:extLst>
              <a:ext uri="{FF2B5EF4-FFF2-40B4-BE49-F238E27FC236}">
                <a16:creationId xmlns:a16="http://schemas.microsoft.com/office/drawing/2014/main" id="{6C23B98A-016D-5485-14B7-93B021A006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>
            <a:extLst>
              <a:ext uri="{FF2B5EF4-FFF2-40B4-BE49-F238E27FC236}">
                <a16:creationId xmlns:a16="http://schemas.microsoft.com/office/drawing/2014/main" id="{29D4E479-875E-321F-EA33-5184F8AE2E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A96D77-31B9-4D47-ABA2-ACC8E627EAB3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4110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434" y="404664"/>
            <a:ext cx="11523133" cy="108108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334434" y="1628627"/>
            <a:ext cx="5659967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7601" y="1628627"/>
            <a:ext cx="5659967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36">
            <a:extLst>
              <a:ext uri="{FF2B5EF4-FFF2-40B4-BE49-F238E27FC236}">
                <a16:creationId xmlns:a16="http://schemas.microsoft.com/office/drawing/2014/main" id="{804E6841-7FC5-A8B5-7307-47F6CEAC74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>
            <a:extLst>
              <a:ext uri="{FF2B5EF4-FFF2-40B4-BE49-F238E27FC236}">
                <a16:creationId xmlns:a16="http://schemas.microsoft.com/office/drawing/2014/main" id="{2638F4E9-D9EF-3B5F-2C29-9BCB217C15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>
            <a:extLst>
              <a:ext uri="{FF2B5EF4-FFF2-40B4-BE49-F238E27FC236}">
                <a16:creationId xmlns:a16="http://schemas.microsoft.com/office/drawing/2014/main" id="{A379B939-7426-619C-A6C8-7F5C6FD7AF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DB38B0-9776-4C5A-B23D-D8EACE3058B1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69129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38578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646262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600" y="228602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3368" y="1646262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3368" y="228602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36">
            <a:extLst>
              <a:ext uri="{FF2B5EF4-FFF2-40B4-BE49-F238E27FC236}">
                <a16:creationId xmlns:a16="http://schemas.microsoft.com/office/drawing/2014/main" id="{51FB5BD7-9BFD-FA63-2732-8CB837712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37">
            <a:extLst>
              <a:ext uri="{FF2B5EF4-FFF2-40B4-BE49-F238E27FC236}">
                <a16:creationId xmlns:a16="http://schemas.microsoft.com/office/drawing/2014/main" id="{E05F4C1D-CCE9-ADAA-E574-6304B55181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38">
            <a:extLst>
              <a:ext uri="{FF2B5EF4-FFF2-40B4-BE49-F238E27FC236}">
                <a16:creationId xmlns:a16="http://schemas.microsoft.com/office/drawing/2014/main" id="{6A9428D8-CE54-C7D9-B0F7-EEB0022FEB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F208F0-7C0C-4EEA-BCA5-C5CBF907F159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81465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X:\Hirao\社外向けPPTテンプレート\作業\20110516\01_NKstandard.png">
            <a:extLst>
              <a:ext uri="{FF2B5EF4-FFF2-40B4-BE49-F238E27FC236}">
                <a16:creationId xmlns:a16="http://schemas.microsoft.com/office/drawing/2014/main" id="{B2943265-7CEE-F422-CE6F-E8236B8D8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434" y="0"/>
            <a:ext cx="11523133" cy="9087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" name="Rectangle 36">
            <a:extLst>
              <a:ext uri="{FF2B5EF4-FFF2-40B4-BE49-F238E27FC236}">
                <a16:creationId xmlns:a16="http://schemas.microsoft.com/office/drawing/2014/main" id="{5269B2E4-5975-5509-5EDB-A48AED073E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>
            <a:extLst>
              <a:ext uri="{FF2B5EF4-FFF2-40B4-BE49-F238E27FC236}">
                <a16:creationId xmlns:a16="http://schemas.microsoft.com/office/drawing/2014/main" id="{E9960380-7963-0AF4-D089-BE4F405849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>
            <a:extLst>
              <a:ext uri="{FF2B5EF4-FFF2-40B4-BE49-F238E27FC236}">
                <a16:creationId xmlns:a16="http://schemas.microsoft.com/office/drawing/2014/main" id="{D147536D-C5C1-F152-EA2F-487B9BBD40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840710-8035-4C4E-AD8A-9A961CAE2759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6921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AA6A9096-13B0-6DA4-AFE9-5D4CFAA4B9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16EA6B18-3402-A35D-8873-ED70D2F422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38">
            <a:extLst>
              <a:ext uri="{FF2B5EF4-FFF2-40B4-BE49-F238E27FC236}">
                <a16:creationId xmlns:a16="http://schemas.microsoft.com/office/drawing/2014/main" id="{D8A3DA9E-F976-DDAD-9985-E62135A8D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B09AE0-1622-4770-ADFC-0F8BDB01B91C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34045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38419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6733" y="38420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601" y="1546249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36">
            <a:extLst>
              <a:ext uri="{FF2B5EF4-FFF2-40B4-BE49-F238E27FC236}">
                <a16:creationId xmlns:a16="http://schemas.microsoft.com/office/drawing/2014/main" id="{971AF52C-9B68-47D9-99D2-D9656BE976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>
            <a:extLst>
              <a:ext uri="{FF2B5EF4-FFF2-40B4-BE49-F238E27FC236}">
                <a16:creationId xmlns:a16="http://schemas.microsoft.com/office/drawing/2014/main" id="{D8F6B586-883C-EE96-DF2D-8F732BBFB5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>
            <a:extLst>
              <a:ext uri="{FF2B5EF4-FFF2-40B4-BE49-F238E27FC236}">
                <a16:creationId xmlns:a16="http://schemas.microsoft.com/office/drawing/2014/main" id="{53908F5E-2B2B-CD6D-EEA1-C20D504422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95169F-2DF5-4042-AB3F-95FD1414D079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1799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36">
            <a:extLst>
              <a:ext uri="{FF2B5EF4-FFF2-40B4-BE49-F238E27FC236}">
                <a16:creationId xmlns:a16="http://schemas.microsoft.com/office/drawing/2014/main" id="{DD8673C3-03C5-8DB1-35BB-E5D1F99642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>
            <a:extLst>
              <a:ext uri="{FF2B5EF4-FFF2-40B4-BE49-F238E27FC236}">
                <a16:creationId xmlns:a16="http://schemas.microsoft.com/office/drawing/2014/main" id="{7C690EDB-55A0-DC8E-590F-EB43A85C95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>
            <a:extLst>
              <a:ext uri="{FF2B5EF4-FFF2-40B4-BE49-F238E27FC236}">
                <a16:creationId xmlns:a16="http://schemas.microsoft.com/office/drawing/2014/main" id="{3CF38E8B-075C-5F0A-347C-FC079992E8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0E599A-8B55-463A-AD15-8821CC1A853B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419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976785" y="404665"/>
            <a:ext cx="2880783" cy="583247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34434" y="404665"/>
            <a:ext cx="8439151" cy="583247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36">
            <a:extLst>
              <a:ext uri="{FF2B5EF4-FFF2-40B4-BE49-F238E27FC236}">
                <a16:creationId xmlns:a16="http://schemas.microsoft.com/office/drawing/2014/main" id="{42A302F8-0A91-6DC3-9B36-2EAE2299A9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>
            <a:extLst>
              <a:ext uri="{FF2B5EF4-FFF2-40B4-BE49-F238E27FC236}">
                <a16:creationId xmlns:a16="http://schemas.microsoft.com/office/drawing/2014/main" id="{636DC084-1454-6C48-492D-CA2A680A72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>
            <a:extLst>
              <a:ext uri="{FF2B5EF4-FFF2-40B4-BE49-F238E27FC236}">
                <a16:creationId xmlns:a16="http://schemas.microsoft.com/office/drawing/2014/main" id="{89D0FBA7-0BD2-1B47-93BB-765555FD6B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5991D6-7BBE-4AD1-A267-9F9F6A4DC4C7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92793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X:\Hirao\社外向けPPTテンプレート\作業\20110516\01_NKstandard_Contents.png">
            <a:extLst>
              <a:ext uri="{FF2B5EF4-FFF2-40B4-BE49-F238E27FC236}">
                <a16:creationId xmlns:a16="http://schemas.microsoft.com/office/drawing/2014/main" id="{308997B7-BE02-2346-F06D-1F3C049C4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4">
            <a:extLst>
              <a:ext uri="{FF2B5EF4-FFF2-40B4-BE49-F238E27FC236}">
                <a16:creationId xmlns:a16="http://schemas.microsoft.com/office/drawing/2014/main" id="{BB8894EC-24F1-EB1A-27EF-11B8207BC0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4434" y="404814"/>
            <a:ext cx="11523133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5">
            <a:extLst>
              <a:ext uri="{FF2B5EF4-FFF2-40B4-BE49-F238E27FC236}">
                <a16:creationId xmlns:a16="http://schemas.microsoft.com/office/drawing/2014/main" id="{BF7DD1D5-BC47-702A-71DF-F31991186A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4434" y="1628776"/>
            <a:ext cx="11523133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60" name="Rectangle 36">
            <a:extLst>
              <a:ext uri="{FF2B5EF4-FFF2-40B4-BE49-F238E27FC236}">
                <a16:creationId xmlns:a16="http://schemas.microsoft.com/office/drawing/2014/main" id="{E9536C22-865F-878F-EC9A-05204D67806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208433" y="6524625"/>
            <a:ext cx="28448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bg1"/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1" name="Rectangle 37">
            <a:extLst>
              <a:ext uri="{FF2B5EF4-FFF2-40B4-BE49-F238E27FC236}">
                <a16:creationId xmlns:a16="http://schemas.microsoft.com/office/drawing/2014/main" id="{6F776330-9727-DE83-A950-31A9B1C0F7D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3934" y="6524625"/>
            <a:ext cx="393488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2" name="Rectangle 38">
            <a:extLst>
              <a:ext uri="{FF2B5EF4-FFF2-40B4-BE49-F238E27FC236}">
                <a16:creationId xmlns:a16="http://schemas.microsoft.com/office/drawing/2014/main" id="{9F56BB31-2214-4740-7089-F11C0D650CD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77085" y="6524625"/>
            <a:ext cx="637116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6C329E27-3137-4DEF-8CF2-7C9CC64C1AA6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38624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D8611FDF-9B1D-9612-327D-9456F6143916}"/>
              </a:ext>
            </a:extLst>
          </p:cNvPr>
          <p:cNvSpPr txBox="1">
            <a:spLocks/>
          </p:cNvSpPr>
          <p:nvPr/>
        </p:nvSpPr>
        <p:spPr bwMode="auto">
          <a:xfrm>
            <a:off x="1827688" y="3492624"/>
            <a:ext cx="8536623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kumimoji="1" sz="320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3600" kern="0" dirty="0">
                <a:solidFill>
                  <a:schemeClr val="bg1">
                    <a:lumMod val="50000"/>
                  </a:schemeClr>
                </a:solidFill>
              </a:rPr>
              <a:t>第二生産部実装技術課</a:t>
            </a:r>
            <a:endParaRPr lang="en-US" altLang="ja-JP" sz="3600" kern="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ja-JP" altLang="en-US" sz="3600" kern="0" dirty="0">
                <a:solidFill>
                  <a:schemeClr val="bg1">
                    <a:lumMod val="50000"/>
                  </a:schemeClr>
                </a:solidFill>
              </a:rPr>
              <a:t>実装技術係</a:t>
            </a:r>
            <a:r>
              <a:rPr lang="en-US" altLang="ja-JP" sz="3600" kern="0" dirty="0">
                <a:solidFill>
                  <a:schemeClr val="bg1">
                    <a:lumMod val="50000"/>
                  </a:schemeClr>
                </a:solidFill>
              </a:rPr>
              <a:t>_</a:t>
            </a:r>
            <a:r>
              <a:rPr lang="ja-JP" altLang="en-US" sz="3600" kern="0" dirty="0">
                <a:solidFill>
                  <a:schemeClr val="bg1">
                    <a:lumMod val="50000"/>
                  </a:schemeClr>
                </a:solidFill>
              </a:rPr>
              <a:t>篠原</a:t>
            </a:r>
            <a:endParaRPr lang="en-US" altLang="ja-JP" sz="3600" kern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D2FA8936-D68E-6874-8EB3-C9A079275CE7}"/>
              </a:ext>
            </a:extLst>
          </p:cNvPr>
          <p:cNvSpPr txBox="1">
            <a:spLocks/>
          </p:cNvSpPr>
          <p:nvPr/>
        </p:nvSpPr>
        <p:spPr bwMode="auto">
          <a:xfrm>
            <a:off x="913049" y="1814661"/>
            <a:ext cx="10365899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smtClean="0">
                <a:solidFill>
                  <a:srgbClr val="3333CC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r>
              <a:rPr lang="en-US" altLang="ja-JP" sz="54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76</a:t>
            </a:r>
            <a:r>
              <a:rPr lang="ja-JP" altLang="en-US" sz="54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期　</a:t>
            </a:r>
            <a:r>
              <a:rPr lang="en-US" altLang="ja-JP" sz="54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  <a:r>
              <a:rPr lang="ja-JP" altLang="en-US" sz="54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月業務報告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73DBF07-353A-1DAE-881E-450898FCC58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"/>
            <a:ext cx="11628000" cy="836613"/>
          </a:xfrm>
        </p:spPr>
        <p:txBody>
          <a:bodyPr/>
          <a:lstStyle/>
          <a:p>
            <a:r>
              <a:rPr lang="en-US" altLang="ja-JP" sz="3600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Summary</a:t>
            </a:r>
            <a:r>
              <a:rPr lang="ja-JP" altLang="en-US" sz="3600" b="1" dirty="0">
                <a:solidFill>
                  <a:schemeClr val="bg1"/>
                </a:solidFill>
                <a:latin typeface="Amazon Ember" panose="020B0603020204020204" pitchFamily="34" charset="0"/>
                <a:ea typeface="Meiryo"/>
                <a:cs typeface="Amazon Ember" panose="020B0603020204020204" pitchFamily="34" charset="0"/>
              </a:rPr>
              <a:t>　 業務テーマ</a:t>
            </a:r>
            <a:endParaRPr lang="ja-JP" altLang="en-US" sz="3600" dirty="0">
              <a:solidFill>
                <a:schemeClr val="bg1"/>
              </a:solidFill>
              <a:latin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9" name="TB22">
            <a:extLst>
              <a:ext uri="{FF2B5EF4-FFF2-40B4-BE49-F238E27FC236}">
                <a16:creationId xmlns:a16="http://schemas.microsoft.com/office/drawing/2014/main" id="{286AF094-EB23-DE59-C364-CE66702F5820}"/>
              </a:ext>
            </a:extLst>
          </p:cNvPr>
          <p:cNvSpPr txBox="1"/>
          <p:nvPr/>
        </p:nvSpPr>
        <p:spPr>
          <a:xfrm>
            <a:off x="540000" y="1020986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2800" b="1" dirty="0">
                <a:solidFill>
                  <a:srgbClr val="000000"/>
                </a:solidFill>
                <a:latin typeface="Meiryo"/>
                <a:ea typeface="Meiryo"/>
              </a:rPr>
              <a:t>業務内容</a:t>
            </a:r>
          </a:p>
        </p:txBody>
      </p:sp>
      <p:sp>
        <p:nvSpPr>
          <p:cNvPr id="11" name="TB23">
            <a:extLst>
              <a:ext uri="{FF2B5EF4-FFF2-40B4-BE49-F238E27FC236}">
                <a16:creationId xmlns:a16="http://schemas.microsoft.com/office/drawing/2014/main" id="{9062C9EA-A562-CB3D-30B1-0D2FE45C706F}"/>
              </a:ext>
            </a:extLst>
          </p:cNvPr>
          <p:cNvSpPr txBox="1"/>
          <p:nvPr/>
        </p:nvSpPr>
        <p:spPr>
          <a:xfrm>
            <a:off x="540000" y="1572621"/>
            <a:ext cx="10656000" cy="6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前任者が以前から開発・運用・保守・管理を行っていた各種システムの調査及び</a:t>
            </a:r>
            <a:r>
              <a:rPr lang="ja-JP" altLang="en-US" dirty="0">
                <a:solidFill>
                  <a:srgbClr val="000000"/>
                </a:solidFill>
                <a:latin typeface="Meiryo"/>
                <a:ea typeface="Meiryo"/>
              </a:rPr>
              <a:t>標準化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 　</a:t>
            </a:r>
            <a:r>
              <a:rPr lang="en-US" altLang="ja-JP" b="0" dirty="0">
                <a:solidFill>
                  <a:srgbClr val="000000"/>
                </a:solidFill>
                <a:latin typeface="Meiryo"/>
                <a:ea typeface="Meiryo"/>
              </a:rPr>
              <a:t>-</a:t>
            </a: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既存システムの手順書</a:t>
            </a:r>
            <a:r>
              <a:rPr lang="en-US" altLang="ja-JP" b="0" dirty="0">
                <a:solidFill>
                  <a:srgbClr val="000000"/>
                </a:solidFill>
                <a:latin typeface="Meiryo"/>
                <a:ea typeface="Meiryo"/>
              </a:rPr>
              <a:t>/</a:t>
            </a: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仕様書の作成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ja-JP" altLang="en-US" dirty="0">
                <a:solidFill>
                  <a:srgbClr val="000000"/>
                </a:solidFill>
                <a:latin typeface="Meiryo"/>
                <a:ea typeface="Meiryo"/>
              </a:rPr>
              <a:t>　 </a:t>
            </a:r>
            <a:r>
              <a:rPr lang="en-US" altLang="ja-JP" dirty="0">
                <a:solidFill>
                  <a:srgbClr val="000000"/>
                </a:solidFill>
                <a:latin typeface="Meiryo"/>
                <a:ea typeface="Meiryo"/>
              </a:rPr>
              <a:t>-</a:t>
            </a:r>
            <a:r>
              <a:rPr lang="ja-JP" altLang="en-US" dirty="0">
                <a:solidFill>
                  <a:srgbClr val="000000"/>
                </a:solidFill>
                <a:latin typeface="Meiryo"/>
                <a:ea typeface="Meiryo"/>
              </a:rPr>
              <a:t>システム周りの問題の対応</a:t>
            </a:r>
            <a:r>
              <a:rPr lang="en-US" altLang="ja-JP" dirty="0">
                <a:solidFill>
                  <a:srgbClr val="000000"/>
                </a:solidFill>
                <a:latin typeface="Meiryo"/>
                <a:ea typeface="Meiryo"/>
              </a:rPr>
              <a:t>(8</a:t>
            </a:r>
            <a:r>
              <a:rPr lang="ja-JP" altLang="en-US" dirty="0">
                <a:solidFill>
                  <a:srgbClr val="000000"/>
                </a:solidFill>
                <a:latin typeface="Meiryo"/>
                <a:ea typeface="Meiryo"/>
              </a:rPr>
              <a:t>月</a:t>
            </a:r>
            <a:r>
              <a:rPr lang="en-US" altLang="ja-JP" dirty="0">
                <a:solidFill>
                  <a:srgbClr val="000000"/>
                </a:solidFill>
                <a:latin typeface="Meiryo"/>
                <a:ea typeface="Meiryo"/>
              </a:rPr>
              <a:t>.</a:t>
            </a:r>
            <a:r>
              <a:rPr lang="ja-JP" altLang="en-US" dirty="0">
                <a:solidFill>
                  <a:srgbClr val="000000"/>
                </a:solidFill>
                <a:latin typeface="Meiryo"/>
                <a:ea typeface="Meiryo"/>
              </a:rPr>
              <a:t>現場在庫差異修正</a:t>
            </a:r>
            <a:r>
              <a:rPr lang="en-US" altLang="ja-JP" dirty="0">
                <a:solidFill>
                  <a:srgbClr val="000000"/>
                </a:solidFill>
                <a:latin typeface="Meiryo"/>
                <a:ea typeface="Meiryo"/>
              </a:rPr>
              <a:t>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ja-JP" altLang="en-US" dirty="0">
                <a:solidFill>
                  <a:srgbClr val="000000"/>
                </a:solidFill>
                <a:latin typeface="Meiryo"/>
                <a:ea typeface="Meiryo"/>
              </a:rPr>
              <a:t>　 </a:t>
            </a:r>
            <a:r>
              <a:rPr lang="en-US" altLang="ja-JP" dirty="0">
                <a:solidFill>
                  <a:srgbClr val="000000"/>
                </a:solidFill>
                <a:latin typeface="Meiryo"/>
                <a:ea typeface="Meiryo"/>
              </a:rPr>
              <a:t>-</a:t>
            </a:r>
            <a:r>
              <a:rPr lang="ja-JP" altLang="en-US" dirty="0">
                <a:solidFill>
                  <a:srgbClr val="000000"/>
                </a:solidFill>
                <a:latin typeface="Meiryo"/>
                <a:ea typeface="Meiryo"/>
              </a:rPr>
              <a:t>属人性の高いシステムの改修</a:t>
            </a:r>
            <a:r>
              <a:rPr lang="en-US" altLang="ja-JP" dirty="0">
                <a:solidFill>
                  <a:srgbClr val="000000"/>
                </a:solidFill>
                <a:latin typeface="Meiryo"/>
                <a:ea typeface="Meiryo"/>
              </a:rPr>
              <a:t>(9</a:t>
            </a:r>
            <a:r>
              <a:rPr lang="ja-JP" altLang="en-US" dirty="0">
                <a:solidFill>
                  <a:srgbClr val="000000"/>
                </a:solidFill>
                <a:latin typeface="Meiryo"/>
                <a:ea typeface="Meiryo"/>
              </a:rPr>
              <a:t>月</a:t>
            </a:r>
            <a:r>
              <a:rPr lang="en-US" altLang="ja-JP" dirty="0">
                <a:solidFill>
                  <a:srgbClr val="000000"/>
                </a:solidFill>
                <a:latin typeface="Meiryo"/>
                <a:ea typeface="Meiryo"/>
              </a:rPr>
              <a:t>.</a:t>
            </a:r>
            <a:r>
              <a:rPr lang="ja-JP" altLang="en-US" dirty="0">
                <a:solidFill>
                  <a:srgbClr val="000000"/>
                </a:solidFill>
                <a:latin typeface="Meiryo"/>
                <a:ea typeface="Meiryo"/>
              </a:rPr>
              <a:t>棚卸作業</a:t>
            </a:r>
            <a:r>
              <a:rPr lang="en-US" altLang="ja-JP" dirty="0">
                <a:solidFill>
                  <a:srgbClr val="000000"/>
                </a:solidFill>
                <a:latin typeface="Meiryo"/>
                <a:ea typeface="Meiryo"/>
              </a:rPr>
              <a:t>)</a:t>
            </a: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9FFAB5E6-B58F-408D-66BD-F06FEFD51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33" y="3200257"/>
            <a:ext cx="11561933" cy="28742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9" name="R20">
            <a:extLst>
              <a:ext uri="{FF2B5EF4-FFF2-40B4-BE49-F238E27FC236}">
                <a16:creationId xmlns:a16="http://schemas.microsoft.com/office/drawing/2014/main" id="{99BBA5A8-AC1B-3C0B-F774-2765F922C93F}"/>
              </a:ext>
            </a:extLst>
          </p:cNvPr>
          <p:cNvSpPr/>
          <p:nvPr/>
        </p:nvSpPr>
        <p:spPr>
          <a:xfrm>
            <a:off x="0" y="826881"/>
            <a:ext cx="12192000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txBody>
          <a:bodyPr/>
          <a:lstStyle/>
          <a:p>
            <a:endParaRPr lang="ja-JP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09242-80D5-04D1-AA59-FD8FAB0FB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BF3B7B6-7F4A-254F-EB33-2638E125F1E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8467"/>
            <a:ext cx="11628000" cy="836613"/>
          </a:xfrm>
        </p:spPr>
        <p:txBody>
          <a:bodyPr/>
          <a:lstStyle/>
          <a:p>
            <a:r>
              <a:rPr lang="ja-JP" altLang="en-US" sz="3600" b="1" dirty="0">
                <a:solidFill>
                  <a:schemeClr val="bg1"/>
                </a:solidFill>
                <a:latin typeface="Meiryo"/>
                <a:ea typeface="Meiryo"/>
              </a:rPr>
              <a:t>Topics</a:t>
            </a:r>
            <a:r>
              <a:rPr lang="en-US" altLang="ja-JP" sz="3600" b="1" dirty="0">
                <a:solidFill>
                  <a:schemeClr val="bg1"/>
                </a:solidFill>
                <a:latin typeface="Meiryo"/>
                <a:ea typeface="Meiryo"/>
              </a:rPr>
              <a:t>1</a:t>
            </a:r>
            <a:r>
              <a:rPr lang="ja-JP" altLang="en-US" sz="3600" b="1" dirty="0">
                <a:solidFill>
                  <a:schemeClr val="bg1"/>
                </a:solidFill>
                <a:latin typeface="Meiryo"/>
                <a:ea typeface="Meiryo"/>
              </a:rPr>
              <a:t>　</a:t>
            </a:r>
            <a:r>
              <a:rPr lang="en-US" altLang="ja-JP" sz="3600" b="1" dirty="0" err="1">
                <a:solidFill>
                  <a:schemeClr val="bg1"/>
                </a:solidFill>
                <a:latin typeface="Meiryo"/>
                <a:ea typeface="Meiryo"/>
              </a:rPr>
              <a:t>EGPro</a:t>
            </a:r>
            <a:r>
              <a:rPr lang="ja-JP" altLang="en-US" sz="3600" b="1" dirty="0">
                <a:solidFill>
                  <a:schemeClr val="bg1"/>
                </a:solidFill>
                <a:latin typeface="Meiryo"/>
                <a:ea typeface="Meiryo"/>
              </a:rPr>
              <a:t>在庫状況を現場の在庫情報に反映</a:t>
            </a:r>
            <a:endParaRPr lang="ja-JP" altLang="en-US" sz="3600" dirty="0">
              <a:solidFill>
                <a:schemeClr val="bg1"/>
              </a:solidFill>
            </a:endParaRPr>
          </a:p>
        </p:txBody>
      </p:sp>
      <p:sp>
        <p:nvSpPr>
          <p:cNvPr id="5" name="R20">
            <a:extLst>
              <a:ext uri="{FF2B5EF4-FFF2-40B4-BE49-F238E27FC236}">
                <a16:creationId xmlns:a16="http://schemas.microsoft.com/office/drawing/2014/main" id="{03ADD616-96E1-C816-722E-D432D1B1434B}"/>
              </a:ext>
            </a:extLst>
          </p:cNvPr>
          <p:cNvSpPr/>
          <p:nvPr/>
        </p:nvSpPr>
        <p:spPr>
          <a:xfrm>
            <a:off x="0" y="826881"/>
            <a:ext cx="12192000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7" name="TB21">
            <a:extLst>
              <a:ext uri="{FF2B5EF4-FFF2-40B4-BE49-F238E27FC236}">
                <a16:creationId xmlns:a16="http://schemas.microsoft.com/office/drawing/2014/main" id="{9D8E4493-09ED-D66D-BB69-F4E17FDDAAE5}"/>
              </a:ext>
            </a:extLst>
          </p:cNvPr>
          <p:cNvSpPr txBox="1"/>
          <p:nvPr/>
        </p:nvSpPr>
        <p:spPr>
          <a:xfrm>
            <a:off x="36000" y="928195"/>
            <a:ext cx="12086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400" b="0" dirty="0">
                <a:solidFill>
                  <a:srgbClr val="666666"/>
                </a:solidFill>
                <a:latin typeface="Meiryo"/>
                <a:ea typeface="Meiryo"/>
              </a:rPr>
              <a:t>実施時期：8月</a:t>
            </a:r>
          </a:p>
        </p:txBody>
      </p:sp>
      <p:sp>
        <p:nvSpPr>
          <p:cNvPr id="9" name="TB22">
            <a:extLst>
              <a:ext uri="{FF2B5EF4-FFF2-40B4-BE49-F238E27FC236}">
                <a16:creationId xmlns:a16="http://schemas.microsoft.com/office/drawing/2014/main" id="{A76CBF8E-780A-F613-552A-79DF92A79B34}"/>
              </a:ext>
            </a:extLst>
          </p:cNvPr>
          <p:cNvSpPr txBox="1"/>
          <p:nvPr/>
        </p:nvSpPr>
        <p:spPr>
          <a:xfrm>
            <a:off x="540000" y="1512800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課題</a:t>
            </a:r>
          </a:p>
        </p:txBody>
      </p:sp>
      <p:sp>
        <p:nvSpPr>
          <p:cNvPr id="11" name="TB23">
            <a:extLst>
              <a:ext uri="{FF2B5EF4-FFF2-40B4-BE49-F238E27FC236}">
                <a16:creationId xmlns:a16="http://schemas.microsoft.com/office/drawing/2014/main" id="{334C37F2-BE3E-BFC0-CAB9-D3917FDC0606}"/>
              </a:ext>
            </a:extLst>
          </p:cNvPr>
          <p:cNvSpPr txBox="1"/>
          <p:nvPr/>
        </p:nvSpPr>
        <p:spPr>
          <a:xfrm>
            <a:off x="756000" y="1813174"/>
            <a:ext cx="10656000" cy="111958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・現場で実際に生じた部品の減りが</a:t>
            </a:r>
            <a:r>
              <a:rPr lang="ja-JP" altLang="en-US" dirty="0">
                <a:solidFill>
                  <a:srgbClr val="000000"/>
                </a:solidFill>
                <a:latin typeface="Meiryo"/>
                <a:ea typeface="Meiryo"/>
              </a:rPr>
              <a:t>ジョブ作成上の在庫数に</a:t>
            </a: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入らず、リスト上は在庫があるのに現場には無い、という食い違いが起きていた。⇒予備部品を倉庫に取りに行く手間が生じていた。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dirty="0">
                <a:solidFill>
                  <a:srgbClr val="000000"/>
                </a:solidFill>
                <a:latin typeface="Meiryo"/>
                <a:ea typeface="Meiryo"/>
              </a:rPr>
              <a:t>・使用していたツール、最終的なゴールは判明しているが、手順は不明だった。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</p:txBody>
      </p:sp>
      <p:sp>
        <p:nvSpPr>
          <p:cNvPr id="13" name="TB24">
            <a:extLst>
              <a:ext uri="{FF2B5EF4-FFF2-40B4-BE49-F238E27FC236}">
                <a16:creationId xmlns:a16="http://schemas.microsoft.com/office/drawing/2014/main" id="{CFA581EB-E5DD-E949-61AD-F14177A9CC17}"/>
              </a:ext>
            </a:extLst>
          </p:cNvPr>
          <p:cNvSpPr txBox="1"/>
          <p:nvPr/>
        </p:nvSpPr>
        <p:spPr>
          <a:xfrm>
            <a:off x="540000" y="3043668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何をした</a:t>
            </a:r>
          </a:p>
        </p:txBody>
      </p:sp>
      <p:sp>
        <p:nvSpPr>
          <p:cNvPr id="15" name="TB25">
            <a:extLst>
              <a:ext uri="{FF2B5EF4-FFF2-40B4-BE49-F238E27FC236}">
                <a16:creationId xmlns:a16="http://schemas.microsoft.com/office/drawing/2014/main" id="{CBB4D034-4453-9918-E427-6F3BF26F1E67}"/>
              </a:ext>
            </a:extLst>
          </p:cNvPr>
          <p:cNvSpPr txBox="1"/>
          <p:nvPr/>
        </p:nvSpPr>
        <p:spPr>
          <a:xfrm>
            <a:off x="756000" y="3442581"/>
            <a:ext cx="10656000" cy="7715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</a:t>
            </a:r>
            <a:r>
              <a:rPr lang="en-US" altLang="ja-JP" b="0" dirty="0" err="1">
                <a:solidFill>
                  <a:srgbClr val="000000"/>
                </a:solidFill>
                <a:latin typeface="Meiryo"/>
                <a:ea typeface="Meiryo"/>
              </a:rPr>
              <a:t>EGPro</a:t>
            </a: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上の在庫情報を現場で取り込み、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　その時の最新の状態に合わせて在庫を更新する仕組みを</a:t>
            </a:r>
            <a:r>
              <a:rPr lang="ja-JP" altLang="en-US" dirty="0">
                <a:solidFill>
                  <a:srgbClr val="000000"/>
                </a:solidFill>
                <a:latin typeface="Meiryo"/>
                <a:ea typeface="Meiryo"/>
              </a:rPr>
              <a:t>改修・半自動化</a:t>
            </a: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した。</a:t>
            </a:r>
          </a:p>
        </p:txBody>
      </p:sp>
      <p:sp>
        <p:nvSpPr>
          <p:cNvPr id="17" name="TB26">
            <a:extLst>
              <a:ext uri="{FF2B5EF4-FFF2-40B4-BE49-F238E27FC236}">
                <a16:creationId xmlns:a16="http://schemas.microsoft.com/office/drawing/2014/main" id="{9EA7CA49-8438-F8C9-4C30-426972466047}"/>
              </a:ext>
            </a:extLst>
          </p:cNvPr>
          <p:cNvSpPr txBox="1"/>
          <p:nvPr/>
        </p:nvSpPr>
        <p:spPr>
          <a:xfrm>
            <a:off x="540000" y="4325063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どのように</a:t>
            </a:r>
          </a:p>
        </p:txBody>
      </p:sp>
      <p:sp>
        <p:nvSpPr>
          <p:cNvPr id="19" name="TB27">
            <a:extLst>
              <a:ext uri="{FF2B5EF4-FFF2-40B4-BE49-F238E27FC236}">
                <a16:creationId xmlns:a16="http://schemas.microsoft.com/office/drawing/2014/main" id="{0E391B8E-AB01-AC75-D1D9-4BA5617A534F}"/>
              </a:ext>
            </a:extLst>
          </p:cNvPr>
          <p:cNvSpPr txBox="1"/>
          <p:nvPr/>
        </p:nvSpPr>
        <p:spPr>
          <a:xfrm>
            <a:off x="756000" y="4722706"/>
            <a:ext cx="10656000" cy="149556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・既存の計算処理をたどり、在庫情報がどこで更新されているかを特定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・設備に取り付いている部品の記録と、システム上の在庫を照合し、部品ごとに数量を集計して反映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・照合できない部品を一律に在庫ゼロとしない等、例外の扱いを整理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　実行順・バックアップ・やり直し手順も整備</a:t>
            </a:r>
          </a:p>
        </p:txBody>
      </p:sp>
    </p:spTree>
    <p:extLst>
      <p:ext uri="{BB962C8B-B14F-4D97-AF65-F5344CB8AC3E}">
        <p14:creationId xmlns:p14="http://schemas.microsoft.com/office/powerpoint/2010/main" val="2416652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7C30C-11A3-FE08-718A-0273393F0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B5E1CCB-E003-0B0A-94DD-5D464AE71E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"/>
            <a:ext cx="11628000" cy="836613"/>
          </a:xfrm>
        </p:spPr>
        <p:txBody>
          <a:bodyPr/>
          <a:lstStyle/>
          <a:p>
            <a:r>
              <a:rPr lang="ja-JP" altLang="en-US" sz="3600" b="1" dirty="0">
                <a:solidFill>
                  <a:schemeClr val="bg1"/>
                </a:solidFill>
                <a:latin typeface="Meiryo"/>
                <a:ea typeface="Meiryo"/>
              </a:rPr>
              <a:t>Topics</a:t>
            </a:r>
            <a:r>
              <a:rPr lang="en-US" altLang="ja-JP" sz="3600" b="1" dirty="0">
                <a:solidFill>
                  <a:schemeClr val="bg1"/>
                </a:solidFill>
                <a:latin typeface="Meiryo"/>
                <a:ea typeface="Meiryo"/>
              </a:rPr>
              <a:t>1-2</a:t>
            </a:r>
            <a:r>
              <a:rPr lang="ja-JP" altLang="en-US" sz="3600" b="1" dirty="0">
                <a:solidFill>
                  <a:schemeClr val="bg1"/>
                </a:solidFill>
                <a:latin typeface="Meiryo"/>
                <a:ea typeface="Meiryo"/>
              </a:rPr>
              <a:t>　在庫反映による処理の変化</a:t>
            </a:r>
            <a:endParaRPr lang="ja-JP" altLang="en-US" sz="3600" dirty="0">
              <a:solidFill>
                <a:schemeClr val="bg1"/>
              </a:solidFill>
            </a:endParaRPr>
          </a:p>
        </p:txBody>
      </p:sp>
      <p:sp>
        <p:nvSpPr>
          <p:cNvPr id="10" name="TB32">
            <a:extLst>
              <a:ext uri="{FF2B5EF4-FFF2-40B4-BE49-F238E27FC236}">
                <a16:creationId xmlns:a16="http://schemas.microsoft.com/office/drawing/2014/main" id="{3ED9BB57-B053-F70B-D524-9A419F78B21D}"/>
              </a:ext>
            </a:extLst>
          </p:cNvPr>
          <p:cNvSpPr txBox="1"/>
          <p:nvPr/>
        </p:nvSpPr>
        <p:spPr>
          <a:xfrm>
            <a:off x="540000" y="1687100"/>
            <a:ext cx="2160000" cy="3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2000" b="1" dirty="0">
                <a:solidFill>
                  <a:srgbClr val="000000"/>
                </a:solidFill>
                <a:latin typeface="Meiryo"/>
                <a:ea typeface="Meiryo"/>
              </a:rPr>
              <a:t>解決前</a:t>
            </a:r>
          </a:p>
        </p:txBody>
      </p:sp>
      <p:sp>
        <p:nvSpPr>
          <p:cNvPr id="14" name="S33">
            <a:extLst>
              <a:ext uri="{FF2B5EF4-FFF2-40B4-BE49-F238E27FC236}">
                <a16:creationId xmlns:a16="http://schemas.microsoft.com/office/drawing/2014/main" id="{5B0E15B8-93C6-B5DC-8BC8-AE4DFDADDF16}"/>
              </a:ext>
            </a:extLst>
          </p:cNvPr>
          <p:cNvSpPr/>
          <p:nvPr/>
        </p:nvSpPr>
        <p:spPr>
          <a:xfrm>
            <a:off x="540000" y="2047100"/>
            <a:ext cx="2268000" cy="720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前回の在庫</a:t>
            </a:r>
          </a:p>
        </p:txBody>
      </p:sp>
      <p:sp>
        <p:nvSpPr>
          <p:cNvPr id="18" name="S34">
            <a:extLst>
              <a:ext uri="{FF2B5EF4-FFF2-40B4-BE49-F238E27FC236}">
                <a16:creationId xmlns:a16="http://schemas.microsoft.com/office/drawing/2014/main" id="{497756DF-3408-5C63-2891-8CB7EF569B47}"/>
              </a:ext>
            </a:extLst>
          </p:cNvPr>
          <p:cNvSpPr/>
          <p:nvPr/>
        </p:nvSpPr>
        <p:spPr>
          <a:xfrm>
            <a:off x="2880000" y="2263100"/>
            <a:ext cx="468000" cy="288000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endParaRPr sz="2800"/>
          </a:p>
        </p:txBody>
      </p:sp>
      <p:sp>
        <p:nvSpPr>
          <p:cNvPr id="22" name="S35">
            <a:extLst>
              <a:ext uri="{FF2B5EF4-FFF2-40B4-BE49-F238E27FC236}">
                <a16:creationId xmlns:a16="http://schemas.microsoft.com/office/drawing/2014/main" id="{1ED71925-19F6-F7EB-DF01-3604792C541E}"/>
              </a:ext>
            </a:extLst>
          </p:cNvPr>
          <p:cNvSpPr/>
          <p:nvPr/>
        </p:nvSpPr>
        <p:spPr>
          <a:xfrm>
            <a:off x="3420000" y="2047100"/>
            <a:ext cx="2376000" cy="720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使った分を</a:t>
            </a:r>
          </a:p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計算で差し引く</a:t>
            </a:r>
          </a:p>
        </p:txBody>
      </p:sp>
      <p:sp>
        <p:nvSpPr>
          <p:cNvPr id="25" name="S36">
            <a:extLst>
              <a:ext uri="{FF2B5EF4-FFF2-40B4-BE49-F238E27FC236}">
                <a16:creationId xmlns:a16="http://schemas.microsoft.com/office/drawing/2014/main" id="{9AA1D80A-7EAB-E5E8-2EB1-FC55B36AF4FB}"/>
              </a:ext>
            </a:extLst>
          </p:cNvPr>
          <p:cNvSpPr/>
          <p:nvPr/>
        </p:nvSpPr>
        <p:spPr>
          <a:xfrm>
            <a:off x="5868000" y="2263100"/>
            <a:ext cx="468000" cy="288000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endParaRPr sz="2800"/>
          </a:p>
        </p:txBody>
      </p:sp>
      <p:sp>
        <p:nvSpPr>
          <p:cNvPr id="27" name="S37">
            <a:extLst>
              <a:ext uri="{FF2B5EF4-FFF2-40B4-BE49-F238E27FC236}">
                <a16:creationId xmlns:a16="http://schemas.microsoft.com/office/drawing/2014/main" id="{575B3615-02E5-2F13-6748-B3B281746601}"/>
              </a:ext>
            </a:extLst>
          </p:cNvPr>
          <p:cNvSpPr/>
          <p:nvPr/>
        </p:nvSpPr>
        <p:spPr>
          <a:xfrm>
            <a:off x="6408000" y="2047100"/>
            <a:ext cx="2376000" cy="720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計算上の残数を</a:t>
            </a:r>
          </a:p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そのまま次回在庫へ</a:t>
            </a:r>
          </a:p>
        </p:txBody>
      </p:sp>
      <p:sp>
        <p:nvSpPr>
          <p:cNvPr id="29" name="S38">
            <a:extLst>
              <a:ext uri="{FF2B5EF4-FFF2-40B4-BE49-F238E27FC236}">
                <a16:creationId xmlns:a16="http://schemas.microsoft.com/office/drawing/2014/main" id="{A3A85E53-59E3-14F1-A43D-43A5D5555EB0}"/>
              </a:ext>
            </a:extLst>
          </p:cNvPr>
          <p:cNvSpPr/>
          <p:nvPr/>
        </p:nvSpPr>
        <p:spPr>
          <a:xfrm>
            <a:off x="8856000" y="2263100"/>
            <a:ext cx="468000" cy="288000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endParaRPr sz="2800"/>
          </a:p>
        </p:txBody>
      </p:sp>
      <p:sp>
        <p:nvSpPr>
          <p:cNvPr id="31" name="S39">
            <a:extLst>
              <a:ext uri="{FF2B5EF4-FFF2-40B4-BE49-F238E27FC236}">
                <a16:creationId xmlns:a16="http://schemas.microsoft.com/office/drawing/2014/main" id="{4360A1D8-3337-5B5F-A527-4558554291F7}"/>
              </a:ext>
            </a:extLst>
          </p:cNvPr>
          <p:cNvSpPr/>
          <p:nvPr/>
        </p:nvSpPr>
        <p:spPr>
          <a:xfrm>
            <a:off x="9396000" y="2047100"/>
            <a:ext cx="2232000" cy="720000"/>
          </a:xfrm>
          <a:prstGeom prst="roundRect">
            <a:avLst/>
          </a:prstGeom>
          <a:solidFill>
            <a:srgbClr val="E2E2E2"/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現場の実態と</a:t>
            </a:r>
          </a:p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ずれが残る</a:t>
            </a:r>
          </a:p>
        </p:txBody>
      </p:sp>
      <p:sp>
        <p:nvSpPr>
          <p:cNvPr id="21505" name="TB40">
            <a:extLst>
              <a:ext uri="{FF2B5EF4-FFF2-40B4-BE49-F238E27FC236}">
                <a16:creationId xmlns:a16="http://schemas.microsoft.com/office/drawing/2014/main" id="{927C2915-20BF-81E6-ADAB-0B263E213E91}"/>
              </a:ext>
            </a:extLst>
          </p:cNvPr>
          <p:cNvSpPr txBox="1"/>
          <p:nvPr/>
        </p:nvSpPr>
        <p:spPr>
          <a:xfrm>
            <a:off x="540000" y="2911100"/>
            <a:ext cx="11088000" cy="3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666666"/>
                </a:solidFill>
                <a:latin typeface="Meiryo"/>
                <a:ea typeface="Meiryo"/>
              </a:rPr>
              <a:t>→ 生産中に部品が足りないことが分かり、その都度 倉庫へ取りに行く必要があった</a:t>
            </a:r>
          </a:p>
        </p:txBody>
      </p:sp>
      <p:sp>
        <p:nvSpPr>
          <p:cNvPr id="21508" name="TB41">
            <a:extLst>
              <a:ext uri="{FF2B5EF4-FFF2-40B4-BE49-F238E27FC236}">
                <a16:creationId xmlns:a16="http://schemas.microsoft.com/office/drawing/2014/main" id="{2292334C-0E0C-4611-CBB3-F1ED8685F0EE}"/>
              </a:ext>
            </a:extLst>
          </p:cNvPr>
          <p:cNvSpPr txBox="1"/>
          <p:nvPr/>
        </p:nvSpPr>
        <p:spPr>
          <a:xfrm>
            <a:off x="540000" y="3523100"/>
            <a:ext cx="2160000" cy="3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2000" b="1" dirty="0">
                <a:solidFill>
                  <a:srgbClr val="000000"/>
                </a:solidFill>
                <a:latin typeface="Meiryo"/>
                <a:ea typeface="Meiryo"/>
              </a:rPr>
              <a:t>解決後</a:t>
            </a:r>
          </a:p>
        </p:txBody>
      </p:sp>
      <p:sp>
        <p:nvSpPr>
          <p:cNvPr id="21510" name="S42">
            <a:extLst>
              <a:ext uri="{FF2B5EF4-FFF2-40B4-BE49-F238E27FC236}">
                <a16:creationId xmlns:a16="http://schemas.microsoft.com/office/drawing/2014/main" id="{43FF9372-D4F3-024E-F5FB-EEBCEE3D6C53}"/>
              </a:ext>
            </a:extLst>
          </p:cNvPr>
          <p:cNvSpPr/>
          <p:nvPr/>
        </p:nvSpPr>
        <p:spPr>
          <a:xfrm>
            <a:off x="540000" y="3883100"/>
            <a:ext cx="2268000" cy="720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実際の在庫情報を</a:t>
            </a:r>
          </a:p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取り込む</a:t>
            </a:r>
          </a:p>
        </p:txBody>
      </p:sp>
      <p:sp>
        <p:nvSpPr>
          <p:cNvPr id="21512" name="S43">
            <a:extLst>
              <a:ext uri="{FF2B5EF4-FFF2-40B4-BE49-F238E27FC236}">
                <a16:creationId xmlns:a16="http://schemas.microsoft.com/office/drawing/2014/main" id="{89D92C62-0182-0465-1688-F4417EC2F72B}"/>
              </a:ext>
            </a:extLst>
          </p:cNvPr>
          <p:cNvSpPr/>
          <p:nvPr/>
        </p:nvSpPr>
        <p:spPr>
          <a:xfrm>
            <a:off x="2880000" y="4099100"/>
            <a:ext cx="468000" cy="288000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endParaRPr sz="2800"/>
          </a:p>
        </p:txBody>
      </p:sp>
      <p:sp>
        <p:nvSpPr>
          <p:cNvPr id="21514" name="S44">
            <a:extLst>
              <a:ext uri="{FF2B5EF4-FFF2-40B4-BE49-F238E27FC236}">
                <a16:creationId xmlns:a16="http://schemas.microsoft.com/office/drawing/2014/main" id="{D0A4DD7B-04A4-164A-EDDF-A00AC17F588E}"/>
              </a:ext>
            </a:extLst>
          </p:cNvPr>
          <p:cNvSpPr/>
          <p:nvPr/>
        </p:nvSpPr>
        <p:spPr>
          <a:xfrm>
            <a:off x="3420000" y="3883100"/>
            <a:ext cx="2376000" cy="720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設備の取付記録と</a:t>
            </a:r>
          </a:p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照合・部品別に集計</a:t>
            </a:r>
          </a:p>
        </p:txBody>
      </p:sp>
      <p:sp>
        <p:nvSpPr>
          <p:cNvPr id="21516" name="S45">
            <a:extLst>
              <a:ext uri="{FF2B5EF4-FFF2-40B4-BE49-F238E27FC236}">
                <a16:creationId xmlns:a16="http://schemas.microsoft.com/office/drawing/2014/main" id="{CE12C862-B8D7-8680-F5A6-9D5626C05174}"/>
              </a:ext>
            </a:extLst>
          </p:cNvPr>
          <p:cNvSpPr/>
          <p:nvPr/>
        </p:nvSpPr>
        <p:spPr>
          <a:xfrm>
            <a:off x="5868000" y="4099100"/>
            <a:ext cx="468000" cy="288000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endParaRPr sz="2800"/>
          </a:p>
        </p:txBody>
      </p:sp>
      <p:sp>
        <p:nvSpPr>
          <p:cNvPr id="21518" name="S46">
            <a:extLst>
              <a:ext uri="{FF2B5EF4-FFF2-40B4-BE49-F238E27FC236}">
                <a16:creationId xmlns:a16="http://schemas.microsoft.com/office/drawing/2014/main" id="{0B1D0BFE-19E5-BEBB-29BF-6206205D297A}"/>
              </a:ext>
            </a:extLst>
          </p:cNvPr>
          <p:cNvSpPr/>
          <p:nvPr/>
        </p:nvSpPr>
        <p:spPr>
          <a:xfrm>
            <a:off x="6408000" y="3883100"/>
            <a:ext cx="2376000" cy="720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実態に合った在庫で</a:t>
            </a:r>
          </a:p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リストを更新</a:t>
            </a:r>
          </a:p>
        </p:txBody>
      </p:sp>
      <p:sp>
        <p:nvSpPr>
          <p:cNvPr id="21520" name="S47">
            <a:extLst>
              <a:ext uri="{FF2B5EF4-FFF2-40B4-BE49-F238E27FC236}">
                <a16:creationId xmlns:a16="http://schemas.microsoft.com/office/drawing/2014/main" id="{07C8C824-0855-F504-5ED2-033E183E5AC7}"/>
              </a:ext>
            </a:extLst>
          </p:cNvPr>
          <p:cNvSpPr/>
          <p:nvPr/>
        </p:nvSpPr>
        <p:spPr>
          <a:xfrm>
            <a:off x="8856000" y="4099100"/>
            <a:ext cx="468000" cy="288000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endParaRPr sz="2800"/>
          </a:p>
        </p:txBody>
      </p:sp>
      <p:sp>
        <p:nvSpPr>
          <p:cNvPr id="21522" name="S48">
            <a:extLst>
              <a:ext uri="{FF2B5EF4-FFF2-40B4-BE49-F238E27FC236}">
                <a16:creationId xmlns:a16="http://schemas.microsoft.com/office/drawing/2014/main" id="{23394E18-7729-EF9C-1A57-D32D35698E0B}"/>
              </a:ext>
            </a:extLst>
          </p:cNvPr>
          <p:cNvSpPr/>
          <p:nvPr/>
        </p:nvSpPr>
        <p:spPr>
          <a:xfrm>
            <a:off x="9396000" y="3883100"/>
            <a:ext cx="2232000" cy="720000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1" dirty="0">
                <a:solidFill>
                  <a:srgbClr val="000000"/>
                </a:solidFill>
                <a:latin typeface="Meiryo"/>
                <a:ea typeface="Meiryo"/>
              </a:rPr>
              <a:t>不足を事前に</a:t>
            </a:r>
          </a:p>
          <a:p>
            <a:pPr algn="ctr">
              <a:lnSpc>
                <a:spcPct val="105000"/>
              </a:lnSpc>
            </a:pPr>
            <a:r>
              <a:rPr lang="ja-JP" altLang="en-US" sz="1600" b="1" dirty="0">
                <a:solidFill>
                  <a:srgbClr val="000000"/>
                </a:solidFill>
                <a:latin typeface="Meiryo"/>
                <a:ea typeface="Meiryo"/>
              </a:rPr>
              <a:t>把握できる</a:t>
            </a:r>
          </a:p>
        </p:txBody>
      </p:sp>
      <p:sp>
        <p:nvSpPr>
          <p:cNvPr id="21527" name="右大かっこ 21526">
            <a:extLst>
              <a:ext uri="{FF2B5EF4-FFF2-40B4-BE49-F238E27FC236}">
                <a16:creationId xmlns:a16="http://schemas.microsoft.com/office/drawing/2014/main" id="{231EE372-2D83-A895-742F-441F2D69583B}"/>
              </a:ext>
            </a:extLst>
          </p:cNvPr>
          <p:cNvSpPr/>
          <p:nvPr/>
        </p:nvSpPr>
        <p:spPr>
          <a:xfrm rot="16200000">
            <a:off x="5873412" y="-2819756"/>
            <a:ext cx="445175" cy="9216537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1529" name="TB28">
            <a:extLst>
              <a:ext uri="{FF2B5EF4-FFF2-40B4-BE49-F238E27FC236}">
                <a16:creationId xmlns:a16="http://schemas.microsoft.com/office/drawing/2014/main" id="{08D3BE1E-A7CA-BEB2-ADB6-594EF66852D4}"/>
              </a:ext>
            </a:extLst>
          </p:cNvPr>
          <p:cNvSpPr txBox="1"/>
          <p:nvPr/>
        </p:nvSpPr>
        <p:spPr>
          <a:xfrm>
            <a:off x="540000" y="4968559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結果</a:t>
            </a:r>
          </a:p>
        </p:txBody>
      </p:sp>
      <p:sp>
        <p:nvSpPr>
          <p:cNvPr id="21531" name="TB29">
            <a:extLst>
              <a:ext uri="{FF2B5EF4-FFF2-40B4-BE49-F238E27FC236}">
                <a16:creationId xmlns:a16="http://schemas.microsoft.com/office/drawing/2014/main" id="{0E081BA2-CF81-69EE-3F51-8B71713AA293}"/>
              </a:ext>
            </a:extLst>
          </p:cNvPr>
          <p:cNvSpPr txBox="1"/>
          <p:nvPr/>
        </p:nvSpPr>
        <p:spPr>
          <a:xfrm>
            <a:off x="391933" y="5251100"/>
            <a:ext cx="10656000" cy="93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・現場からは全ラインで、生産機の担当者が部品を取りに倉庫へ行く回数が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　0になったと口頭で報告を受けた。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・現場在庫の修正手順が判明した。</a:t>
            </a:r>
          </a:p>
        </p:txBody>
      </p:sp>
      <p:sp>
        <p:nvSpPr>
          <p:cNvPr id="21533" name="テキスト ボックス 21532">
            <a:extLst>
              <a:ext uri="{FF2B5EF4-FFF2-40B4-BE49-F238E27FC236}">
                <a16:creationId xmlns:a16="http://schemas.microsoft.com/office/drawing/2014/main" id="{B85F4D50-9C37-7186-F9DF-DF2611B8DAE4}"/>
              </a:ext>
            </a:extLst>
          </p:cNvPr>
          <p:cNvSpPr txBox="1"/>
          <p:nvPr/>
        </p:nvSpPr>
        <p:spPr>
          <a:xfrm>
            <a:off x="4820167" y="1137917"/>
            <a:ext cx="2095665" cy="35086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Meiryo"/>
              </a:rPr>
              <a:t>ツール・手順が不明</a:t>
            </a:r>
            <a:endParaRPr lang="ja-JP" altLang="en-US"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Meiryo"/>
            </a:endParaRPr>
          </a:p>
        </p:txBody>
      </p:sp>
      <p:sp>
        <p:nvSpPr>
          <p:cNvPr id="21535" name="R20">
            <a:extLst>
              <a:ext uri="{FF2B5EF4-FFF2-40B4-BE49-F238E27FC236}">
                <a16:creationId xmlns:a16="http://schemas.microsoft.com/office/drawing/2014/main" id="{2E47C8EF-6705-D95C-B05D-E243520E31E0}"/>
              </a:ext>
            </a:extLst>
          </p:cNvPr>
          <p:cNvSpPr/>
          <p:nvPr/>
        </p:nvSpPr>
        <p:spPr>
          <a:xfrm>
            <a:off x="0" y="826881"/>
            <a:ext cx="12192000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460916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447C5-4718-8CD9-96CE-75F71C72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4226943-6F0D-9B1F-EB98-B1CB9F46A65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8467"/>
            <a:ext cx="11628000" cy="836613"/>
          </a:xfrm>
        </p:spPr>
        <p:txBody>
          <a:bodyPr/>
          <a:lstStyle/>
          <a:p>
            <a:r>
              <a:rPr lang="ja-JP" altLang="en-US" sz="3600" b="1" dirty="0">
                <a:solidFill>
                  <a:schemeClr val="bg1"/>
                </a:solidFill>
                <a:latin typeface="Meiryo"/>
                <a:ea typeface="Meiryo"/>
              </a:rPr>
              <a:t>Topics</a:t>
            </a:r>
            <a:r>
              <a:rPr lang="en-US" altLang="ja-JP" sz="3600" b="1" dirty="0">
                <a:solidFill>
                  <a:schemeClr val="bg1"/>
                </a:solidFill>
                <a:latin typeface="Meiryo"/>
                <a:ea typeface="Meiryo"/>
              </a:rPr>
              <a:t>2</a:t>
            </a:r>
            <a:r>
              <a:rPr lang="ja-JP" altLang="en-US" sz="3600" b="1" dirty="0">
                <a:solidFill>
                  <a:schemeClr val="bg1"/>
                </a:solidFill>
                <a:latin typeface="Meiryo"/>
                <a:ea typeface="Meiryo"/>
              </a:rPr>
              <a:t>　固定テーブル棚卸しの手順整備</a:t>
            </a:r>
            <a:endParaRPr lang="ja-JP" altLang="en-US" sz="3600" dirty="0">
              <a:solidFill>
                <a:schemeClr val="bg1"/>
              </a:solidFill>
            </a:endParaRPr>
          </a:p>
        </p:txBody>
      </p:sp>
      <p:sp>
        <p:nvSpPr>
          <p:cNvPr id="6" name="TB54">
            <a:extLst>
              <a:ext uri="{FF2B5EF4-FFF2-40B4-BE49-F238E27FC236}">
                <a16:creationId xmlns:a16="http://schemas.microsoft.com/office/drawing/2014/main" id="{9F0FB3CC-52F3-1B56-A3C9-4771819CFED5}"/>
              </a:ext>
            </a:extLst>
          </p:cNvPr>
          <p:cNvSpPr txBox="1"/>
          <p:nvPr/>
        </p:nvSpPr>
        <p:spPr>
          <a:xfrm>
            <a:off x="540000" y="1278000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課題</a:t>
            </a:r>
          </a:p>
        </p:txBody>
      </p:sp>
      <p:sp>
        <p:nvSpPr>
          <p:cNvPr id="10" name="TB55">
            <a:extLst>
              <a:ext uri="{FF2B5EF4-FFF2-40B4-BE49-F238E27FC236}">
                <a16:creationId xmlns:a16="http://schemas.microsoft.com/office/drawing/2014/main" id="{A99D0592-4AAB-EE9D-86AD-508AC56407B7}"/>
              </a:ext>
            </a:extLst>
          </p:cNvPr>
          <p:cNvSpPr txBox="1"/>
          <p:nvPr/>
        </p:nvSpPr>
        <p:spPr>
          <a:xfrm>
            <a:off x="667200" y="1620000"/>
            <a:ext cx="10656000" cy="6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・引き継ぎ時点では、大まかな手順書しか残っていなかった。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・どのような条件で作業するか、例外が起きたときどう判断するのかが分からず、前任者の記憶に頼る状態だった。</a:t>
            </a:r>
          </a:p>
        </p:txBody>
      </p:sp>
      <p:sp>
        <p:nvSpPr>
          <p:cNvPr id="14" name="TB56">
            <a:extLst>
              <a:ext uri="{FF2B5EF4-FFF2-40B4-BE49-F238E27FC236}">
                <a16:creationId xmlns:a16="http://schemas.microsoft.com/office/drawing/2014/main" id="{E01BB2FC-B37F-D766-FE9D-4C8FAD15E35A}"/>
              </a:ext>
            </a:extLst>
          </p:cNvPr>
          <p:cNvSpPr txBox="1"/>
          <p:nvPr/>
        </p:nvSpPr>
        <p:spPr>
          <a:xfrm>
            <a:off x="540000" y="2367546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どのように</a:t>
            </a:r>
          </a:p>
        </p:txBody>
      </p:sp>
      <p:sp>
        <p:nvSpPr>
          <p:cNvPr id="18" name="TB57">
            <a:extLst>
              <a:ext uri="{FF2B5EF4-FFF2-40B4-BE49-F238E27FC236}">
                <a16:creationId xmlns:a16="http://schemas.microsoft.com/office/drawing/2014/main" id="{65F3A6C4-9A81-1EF9-8F56-E2D36B994E0B}"/>
              </a:ext>
            </a:extLst>
          </p:cNvPr>
          <p:cNvSpPr txBox="1"/>
          <p:nvPr/>
        </p:nvSpPr>
        <p:spPr>
          <a:xfrm>
            <a:off x="756000" y="2709546"/>
            <a:ext cx="10656000" cy="86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・既存資料と、実際に使われている処理・出力データを</a:t>
            </a:r>
            <a:r>
              <a:rPr lang="ja-JP" altLang="en-US" sz="1600" dirty="0">
                <a:solidFill>
                  <a:srgbClr val="000000"/>
                </a:solidFill>
                <a:latin typeface="Meiryo"/>
                <a:ea typeface="Meiryo"/>
              </a:rPr>
              <a:t>調査</a:t>
            </a: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、主要な工程を順番に文章化</a:t>
            </a:r>
            <a:r>
              <a:rPr lang="en-US" altLang="ja-JP" sz="1600" b="0" dirty="0">
                <a:solidFill>
                  <a:srgbClr val="000000"/>
                </a:solidFill>
                <a:latin typeface="Meiryo"/>
                <a:ea typeface="Meiryo"/>
              </a:rPr>
              <a:t>(</a:t>
            </a: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仕様書・手順書整備</a:t>
            </a:r>
            <a:r>
              <a:rPr lang="en-US" altLang="ja-JP" sz="1600" b="0" dirty="0">
                <a:solidFill>
                  <a:srgbClr val="000000"/>
                </a:solidFill>
                <a:latin typeface="Meiryo"/>
                <a:ea typeface="Meiryo"/>
              </a:rPr>
              <a:t>)</a:t>
            </a:r>
            <a:endParaRPr lang="ja-JP" altLang="en-US" sz="1600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・いつどこで判断が必要</a:t>
            </a:r>
            <a:r>
              <a:rPr lang="ja-JP" altLang="en-US" sz="1600" dirty="0">
                <a:solidFill>
                  <a:srgbClr val="000000"/>
                </a:solidFill>
                <a:latin typeface="Meiryo"/>
                <a:ea typeface="Meiryo"/>
              </a:rPr>
              <a:t>になるのかを</a:t>
            </a: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図で整理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・生産一課へ聞き取りを行い、確定した条件と未確定の条件を分けて記録</a:t>
            </a:r>
          </a:p>
        </p:txBody>
      </p:sp>
      <p:sp>
        <p:nvSpPr>
          <p:cNvPr id="21" name="TB58">
            <a:extLst>
              <a:ext uri="{FF2B5EF4-FFF2-40B4-BE49-F238E27FC236}">
                <a16:creationId xmlns:a16="http://schemas.microsoft.com/office/drawing/2014/main" id="{51637B88-5226-9238-B14D-891D3D348264}"/>
              </a:ext>
            </a:extLst>
          </p:cNvPr>
          <p:cNvSpPr txBox="1"/>
          <p:nvPr/>
        </p:nvSpPr>
        <p:spPr>
          <a:xfrm>
            <a:off x="540000" y="3663546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進捗</a:t>
            </a:r>
          </a:p>
        </p:txBody>
      </p:sp>
      <p:graphicFrame>
        <p:nvGraphicFramePr>
          <p:cNvPr id="23" name="T59">
            <a:extLst>
              <a:ext uri="{FF2B5EF4-FFF2-40B4-BE49-F238E27FC236}">
                <a16:creationId xmlns:a16="http://schemas.microsoft.com/office/drawing/2014/main" id="{A1CE0432-81FE-9A98-8528-48DD5FFDE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148714"/>
              </p:ext>
            </p:extLst>
          </p:nvPr>
        </p:nvGraphicFramePr>
        <p:xfrm>
          <a:off x="756000" y="3996000"/>
          <a:ext cx="10656000" cy="2195998"/>
        </p:xfrm>
        <a:graphic>
          <a:graphicData uri="http://schemas.openxmlformats.org/drawingml/2006/table">
            <a:tbl>
              <a:tblPr firstRow="1"/>
              <a:tblGrid>
                <a:gridCol w="22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項目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内容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状況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工程の文書化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準備から棚卸し・部品戻しまでの主要工程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完了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図解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作業分担と判断の流れ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完了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現場聞き取り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対象範囲・倉庫の区分・例外時の扱い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確定分は完了</a:t>
                      </a:r>
                      <a:r>
                        <a:rPr lang="en-US" altLang="ja-JP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/</a:t>
                      </a:r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一部未確認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手順書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実作業者が読んで作業できる形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作成中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処理の改修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バックアップ・件数確認・取消の仕組みを追加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改修済み</a:t>
                      </a:r>
                      <a:r>
                        <a:rPr lang="en-US" altLang="ja-JP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/</a:t>
                      </a:r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実データ未検証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棚卸し前の在庫確認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対象の決め方と実行条件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調査中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TB60">
            <a:extLst>
              <a:ext uri="{FF2B5EF4-FFF2-40B4-BE49-F238E27FC236}">
                <a16:creationId xmlns:a16="http://schemas.microsoft.com/office/drawing/2014/main" id="{90B734DB-F072-0773-4A91-F2D0428DC85B}"/>
              </a:ext>
            </a:extLst>
          </p:cNvPr>
          <p:cNvSpPr txBox="1"/>
          <p:nvPr/>
        </p:nvSpPr>
        <p:spPr>
          <a:xfrm>
            <a:off x="756000" y="6231929"/>
            <a:ext cx="4112333" cy="3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→ 10月に棚卸しを実施できる見込み</a:t>
            </a:r>
          </a:p>
        </p:txBody>
      </p:sp>
      <p:sp>
        <p:nvSpPr>
          <p:cNvPr id="27" name="R20">
            <a:extLst>
              <a:ext uri="{FF2B5EF4-FFF2-40B4-BE49-F238E27FC236}">
                <a16:creationId xmlns:a16="http://schemas.microsoft.com/office/drawing/2014/main" id="{4196054C-6AD3-7A06-15DA-5D1815E3D737}"/>
              </a:ext>
            </a:extLst>
          </p:cNvPr>
          <p:cNvSpPr/>
          <p:nvPr/>
        </p:nvSpPr>
        <p:spPr>
          <a:xfrm>
            <a:off x="0" y="826881"/>
            <a:ext cx="12192000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9" name="TB21">
            <a:extLst>
              <a:ext uri="{FF2B5EF4-FFF2-40B4-BE49-F238E27FC236}">
                <a16:creationId xmlns:a16="http://schemas.microsoft.com/office/drawing/2014/main" id="{0E469F14-DE54-B50C-65FD-4EF61E57F230}"/>
              </a:ext>
            </a:extLst>
          </p:cNvPr>
          <p:cNvSpPr txBox="1"/>
          <p:nvPr/>
        </p:nvSpPr>
        <p:spPr>
          <a:xfrm>
            <a:off x="35999" y="928195"/>
            <a:ext cx="2461667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400" b="0" dirty="0">
                <a:solidFill>
                  <a:srgbClr val="666666"/>
                </a:solidFill>
                <a:latin typeface="Meiryo"/>
                <a:ea typeface="Meiryo"/>
              </a:rPr>
              <a:t>実施時期：</a:t>
            </a:r>
            <a:r>
              <a:rPr lang="en-US" altLang="ja-JP" sz="1400" dirty="0">
                <a:solidFill>
                  <a:srgbClr val="666666"/>
                </a:solidFill>
                <a:latin typeface="Meiryo"/>
                <a:ea typeface="Meiryo"/>
              </a:rPr>
              <a:t>9</a:t>
            </a:r>
            <a:r>
              <a:rPr lang="ja-JP" altLang="en-US" sz="1400" dirty="0">
                <a:solidFill>
                  <a:srgbClr val="666666"/>
                </a:solidFill>
                <a:latin typeface="Meiryo"/>
                <a:ea typeface="Meiryo"/>
              </a:rPr>
              <a:t>月以降</a:t>
            </a:r>
            <a:r>
              <a:rPr lang="en-US" altLang="ja-JP" sz="1400" dirty="0">
                <a:solidFill>
                  <a:srgbClr val="666666"/>
                </a:solidFill>
                <a:latin typeface="Meiryo"/>
                <a:ea typeface="Meiryo"/>
              </a:rPr>
              <a:t>(</a:t>
            </a:r>
            <a:r>
              <a:rPr lang="ja-JP" altLang="en-US" sz="1400" dirty="0">
                <a:solidFill>
                  <a:srgbClr val="666666"/>
                </a:solidFill>
                <a:latin typeface="Meiryo"/>
                <a:ea typeface="Meiryo"/>
              </a:rPr>
              <a:t>進行中</a:t>
            </a:r>
            <a:r>
              <a:rPr lang="en-US" altLang="ja-JP" sz="1400" dirty="0">
                <a:solidFill>
                  <a:srgbClr val="666666"/>
                </a:solidFill>
                <a:latin typeface="Meiryo"/>
                <a:ea typeface="Meiryo"/>
              </a:rPr>
              <a:t>)</a:t>
            </a:r>
            <a:endParaRPr lang="ja-JP" altLang="en-US" sz="1400" b="0" dirty="0">
              <a:solidFill>
                <a:srgbClr val="666666"/>
              </a:solidFill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47431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84C36-7EDB-A0A5-2342-3C34CBCE0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E83C36C-337B-3CAA-0B83-0A1517A4028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8467"/>
            <a:ext cx="11628000" cy="836613"/>
          </a:xfrm>
        </p:spPr>
        <p:txBody>
          <a:bodyPr/>
          <a:lstStyle/>
          <a:p>
            <a:r>
              <a:rPr lang="ja-JP" altLang="en-US" sz="3600" b="1" dirty="0">
                <a:solidFill>
                  <a:schemeClr val="bg1"/>
                </a:solidFill>
                <a:latin typeface="Meiryo"/>
                <a:ea typeface="Meiryo"/>
              </a:rPr>
              <a:t>今後の進め方</a:t>
            </a:r>
            <a:endParaRPr lang="ja-JP" altLang="en-US" sz="3600" dirty="0">
              <a:solidFill>
                <a:schemeClr val="bg1"/>
              </a:solidFill>
            </a:endParaRPr>
          </a:p>
        </p:txBody>
      </p:sp>
      <p:sp>
        <p:nvSpPr>
          <p:cNvPr id="27" name="R20">
            <a:extLst>
              <a:ext uri="{FF2B5EF4-FFF2-40B4-BE49-F238E27FC236}">
                <a16:creationId xmlns:a16="http://schemas.microsoft.com/office/drawing/2014/main" id="{6633C88A-6AB1-478B-040B-00151FCAFBE3}"/>
              </a:ext>
            </a:extLst>
          </p:cNvPr>
          <p:cNvSpPr/>
          <p:nvPr/>
        </p:nvSpPr>
        <p:spPr>
          <a:xfrm>
            <a:off x="0" y="826881"/>
            <a:ext cx="12192000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txBody>
          <a:bodyPr/>
          <a:lstStyle/>
          <a:p>
            <a:endParaRPr lang="ja-JP"/>
          </a:p>
        </p:txBody>
      </p:sp>
      <p:graphicFrame>
        <p:nvGraphicFramePr>
          <p:cNvPr id="8" name="T63">
            <a:extLst>
              <a:ext uri="{FF2B5EF4-FFF2-40B4-BE49-F238E27FC236}">
                <a16:creationId xmlns:a16="http://schemas.microsoft.com/office/drawing/2014/main" id="{58D35AA5-77A7-64BC-8911-FEFE11A99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445471"/>
              </p:ext>
            </p:extLst>
          </p:nvPr>
        </p:nvGraphicFramePr>
        <p:xfrm>
          <a:off x="272980" y="2128477"/>
          <a:ext cx="11646040" cy="2601046"/>
        </p:xfrm>
        <a:graphic>
          <a:graphicData uri="http://schemas.openxmlformats.org/drawingml/2006/table">
            <a:tbl>
              <a:tblPr firstRow="1"/>
              <a:tblGrid>
                <a:gridCol w="2722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9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4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32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やること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内容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時期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03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未確認の条件を確定する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棚卸し前の在庫確認の対象と実施時期</a:t>
                      </a:r>
                      <a:endParaRPr lang="en-US" altLang="ja-JP" sz="1600" b="0" dirty="0">
                        <a:solidFill>
                          <a:srgbClr val="000000"/>
                        </a:solidFill>
                        <a:latin typeface="Meiryo"/>
                        <a:ea typeface="Meiryo"/>
                      </a:endParaRPr>
                    </a:p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例外時の扱い、倉庫区分の管理方法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9月中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03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処理を検証する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改修した処理を棚卸しのデータで確認（バックアップと取消が正しく動くか）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10月の棚卸し前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32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手順書を完成させる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作業を通しで確認し、担当が代わっても実施できる状態にする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10月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32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棚卸しを実施する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生産が終わったラインから順に実施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10月（予定）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9971736"/>
      </p:ext>
    </p:extLst>
  </p:cSld>
  <p:clrMapOvr>
    <a:masterClrMapping/>
  </p:clrMapOvr>
</p:sld>
</file>

<file path=ppt/theme/theme1.xml><?xml version="1.0" encoding="utf-8"?>
<a:theme xmlns:a="http://schemas.openxmlformats.org/drawingml/2006/main" name="PPT_01-01">
  <a:themeElements>
    <a:clrScheme name="01_NKstandard-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_NKstandard-A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1_NKstandard-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Metadata/LabelInfo.xml><?xml version="1.0" encoding="utf-8"?>
<clbl:labelList xmlns:clbl="http://schemas.microsoft.com/office/2020/mipLabelMetadata">
  <clbl:label id="{ca9c2885-f052-48d0-98f2-4ee2bfc5cc07}" enabled="0" method="" siteId="{ca9c2885-f052-48d0-98f2-4ee2bfc5cc0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720</Words>
  <Application>Microsoft Office PowerPoint</Application>
  <PresentationFormat>ワイド画面</PresentationFormat>
  <Paragraphs>95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ＭＳ Ｐゴシック</vt:lpstr>
      <vt:lpstr>Meiryo</vt:lpstr>
      <vt:lpstr>Amazon Ember</vt:lpstr>
      <vt:lpstr>Arial</vt:lpstr>
      <vt:lpstr>PPT_01-01</vt:lpstr>
      <vt:lpstr>PowerPoint プレゼンテーション</vt:lpstr>
      <vt:lpstr>Summary　 業務テーマ</vt:lpstr>
      <vt:lpstr>Topics1　EGPro在庫状況を現場の在庫情報に反映</vt:lpstr>
      <vt:lpstr>Topics1-2　在庫反映による処理の変化</vt:lpstr>
      <vt:lpstr>Topics2　固定テーブル棚卸しの手順整備</vt:lpstr>
      <vt:lpstr>今後の進め方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SHINOHARA Soshi (篠原 想詩)</dc:creator>
  <cp:lastModifiedBy>SHINOHARA Soshi (篠原 想詩)</cp:lastModifiedBy>
  <cp:revision>1</cp:revision>
  <dcterms:created xsi:type="dcterms:W3CDTF">2026-09-18T05:11:17Z</dcterms:created>
  <dcterms:modified xsi:type="dcterms:W3CDTF">2026-09-18T07:27:43Z</dcterms:modified>
</cp:coreProperties>
</file>