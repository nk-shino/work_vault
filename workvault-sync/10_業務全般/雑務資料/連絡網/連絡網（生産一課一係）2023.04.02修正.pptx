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735763" cy="9866313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50" autoAdjust="0"/>
    <p:restoredTop sz="92799" autoAdjust="0"/>
  </p:normalViewPr>
  <p:slideViewPr>
    <p:cSldViewPr snapToGrid="0">
      <p:cViewPr varScale="1">
        <p:scale>
          <a:sx n="90" d="100"/>
          <a:sy n="90" d="100"/>
        </p:scale>
        <p:origin x="183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7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dirty="0"/>
        </a:p>
      </dgm:t>
    </dgm:pt>
    <dgm:pt modelId="{114BA934-5DAA-4DBE-9DF2-DECC63DFA76A}" type="parTrans" cxnId="{FDCBB7BE-0556-403D-A5F1-550402A4D5A3}">
      <dgm:prSet custT="1"/>
      <dgm:spPr/>
      <dgm:t>
        <a:bodyPr/>
        <a:lstStyle/>
        <a:p>
          <a:endParaRPr kumimoji="1" lang="ja-JP" altLang="en-US" sz="600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 sz="1400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gm:t>
    </dgm:pt>
    <dgm:pt modelId="{6FB92364-91C6-45F6-93D6-ECEF8D4B893D}" type="parTrans" cxnId="{9416E835-F46A-478B-90D4-CF2DA0BD8990}">
      <dgm:prSet custT="1"/>
      <dgm:spPr/>
      <dgm:t>
        <a:bodyPr/>
        <a:lstStyle/>
        <a:p>
          <a:endParaRPr kumimoji="1" lang="ja-JP" altLang="en-US" sz="300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 sz="1400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 custT="1"/>
      <dgm:spPr/>
      <dgm:t>
        <a:bodyPr/>
        <a:lstStyle/>
        <a:p>
          <a:endParaRPr kumimoji="1" lang="ja-JP" altLang="en-US" sz="300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 sz="1400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dirty="0"/>
        </a:p>
      </dgm:t>
    </dgm:pt>
    <dgm:pt modelId="{4789EEDB-FC81-4711-B458-A62B776C7DA2}" type="parTrans" cxnId="{8A9A27E0-7DB7-4F97-97A1-C0A039EE17E6}">
      <dgm:prSet custT="1"/>
      <dgm:spPr/>
      <dgm:t>
        <a:bodyPr/>
        <a:lstStyle/>
        <a:p>
          <a:endParaRPr kumimoji="1" lang="ja-JP" altLang="en-US" sz="300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 sz="1400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dirty="0"/>
        </a:p>
      </dgm:t>
    </dgm:pt>
    <dgm:pt modelId="{5782BE1B-1998-425D-B45B-863E27F51046}" type="parTrans" cxnId="{A1C5B3FA-7F25-4A1A-988A-1B854B63D090}">
      <dgm:prSet custT="1"/>
      <dgm:spPr/>
      <dgm:t>
        <a:bodyPr/>
        <a:lstStyle/>
        <a:p>
          <a:endParaRPr kumimoji="1" lang="ja-JP" altLang="en-US" sz="300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 sz="1400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dirty="0"/>
        </a:p>
      </dgm:t>
    </dgm:pt>
    <dgm:pt modelId="{879D7B52-6074-4869-8B0D-49F95D38B1CE}" type="parTrans" cxnId="{26100747-962C-49AA-BC3B-08A6FA9FDE94}">
      <dgm:prSet custT="1"/>
      <dgm:spPr/>
      <dgm:t>
        <a:bodyPr/>
        <a:lstStyle/>
        <a:p>
          <a:endParaRPr kumimoji="1" lang="ja-JP" altLang="en-US" sz="300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 sz="1400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gm:t>
    </dgm:pt>
    <dgm:pt modelId="{301911D4-273D-4323-BB27-92ECD3D12F47}" type="parTrans" cxnId="{50A3F1F3-880E-4C46-ABA2-D07BC231BC20}">
      <dgm:prSet custT="1"/>
      <dgm:spPr/>
      <dgm:t>
        <a:bodyPr/>
        <a:lstStyle/>
        <a:p>
          <a:endParaRPr kumimoji="1" lang="ja-JP" altLang="en-US" sz="300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 sz="1400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 custT="1"/>
      <dgm:spPr/>
      <dgm:t>
        <a:bodyPr/>
        <a:lstStyle/>
        <a:p>
          <a:endParaRPr kumimoji="1" lang="ja-JP" altLang="en-US" sz="300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 sz="1400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五十嵐（</a:t>
          </a:r>
          <a:r>
            <a:rPr kumimoji="1" lang="en-US" altLang="ja-JP" sz="800" dirty="0">
              <a:solidFill>
                <a:schemeClr val="tx1"/>
              </a:solidFill>
            </a:rPr>
            <a:t>62360</a:t>
          </a:r>
          <a:r>
            <a:rPr kumimoji="1" lang="ja-JP" altLang="en-US" sz="800" dirty="0">
              <a:solidFill>
                <a:schemeClr val="tx1"/>
              </a:solidFill>
            </a:rPr>
            <a:t>）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竹渕（</a:t>
          </a:r>
          <a:r>
            <a:rPr kumimoji="1" lang="en-US" altLang="ja-JP" sz="800" dirty="0">
              <a:solidFill>
                <a:schemeClr val="tx1"/>
              </a:solidFill>
            </a:rPr>
            <a:t>63329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080-7497-2423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松井（</a:t>
          </a:r>
          <a:r>
            <a:rPr kumimoji="1" lang="en-US" altLang="ja-JP" sz="800" dirty="0">
              <a:solidFill>
                <a:schemeClr val="tx1"/>
              </a:solidFill>
            </a:rPr>
            <a:t>62392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080-7133-3046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茂木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 custT="1"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 sz="1000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 sz="1400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200" dirty="0">
              <a:solidFill>
                <a:schemeClr val="tx1"/>
              </a:solidFill>
            </a:rPr>
            <a:t>119</a:t>
          </a:r>
          <a:endParaRPr kumimoji="1" lang="ja-JP" altLang="en-US" sz="12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 custT="1"/>
      <dgm:spPr/>
      <dgm:t>
        <a:bodyPr/>
        <a:lstStyle/>
        <a:p>
          <a:endParaRPr kumimoji="1" lang="ja-JP" altLang="en-US" sz="1100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 sz="1400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700" dirty="0">
              <a:solidFill>
                <a:schemeClr val="tx1"/>
              </a:solidFill>
            </a:rPr>
            <a:t>【AOI】</a:t>
          </a:r>
        </a:p>
      </dgm:t>
    </dgm:pt>
    <dgm:pt modelId="{297D39FB-4561-43C3-BCEA-A774238FCBB5}" type="parTrans" cxnId="{A1FCF8AF-9FBF-4006-B3AF-08F566EBAAE3}">
      <dgm:prSet custT="1"/>
      <dgm:spPr/>
      <dgm:t>
        <a:bodyPr/>
        <a:lstStyle/>
        <a:p>
          <a:endParaRPr kumimoji="1" lang="ja-JP" altLang="en-US" sz="300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 sz="1400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7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 custT="1"/>
      <dgm:spPr>
        <a:ln>
          <a:headEnd type="triangle"/>
        </a:ln>
      </dgm:spPr>
      <dgm:t>
        <a:bodyPr/>
        <a:lstStyle/>
        <a:p>
          <a:endParaRPr kumimoji="1" lang="ja-JP" altLang="en-US" sz="300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 sz="1400"/>
        </a:p>
      </dgm:t>
    </dgm:pt>
    <dgm:pt modelId="{6505A63C-248E-4941-A10E-3253C20E78C7}">
      <dgm:prSet custT="1"/>
      <dgm:spPr/>
      <dgm:t>
        <a:bodyPr/>
        <a:lstStyle/>
        <a:p>
          <a:pPr algn="l"/>
          <a:r>
            <a:rPr kumimoji="1" lang="ja-JP" altLang="en-US" sz="7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090-3092-2153</a:t>
          </a:r>
          <a:r>
            <a:rPr kumimoji="1" lang="ja-JP" altLang="en-US" sz="700" dirty="0">
              <a:solidFill>
                <a:schemeClr val="tx1"/>
              </a:solidFill>
            </a:rPr>
            <a:t>　（</a:t>
          </a:r>
          <a:r>
            <a:rPr kumimoji="1" lang="en-US" altLang="ja-JP" sz="700" dirty="0">
              <a:solidFill>
                <a:schemeClr val="tx1"/>
              </a:solidFill>
            </a:rPr>
            <a:t>047-311-5000</a:t>
          </a:r>
          <a:r>
            <a:rPr kumimoji="1" lang="ja-JP" altLang="en-US" sz="700" dirty="0">
              <a:solidFill>
                <a:schemeClr val="tx1"/>
              </a:solidFill>
            </a:rPr>
            <a:t>）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047-311-2171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043-297-0711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043-310-3070</a:t>
          </a:r>
        </a:p>
      </dgm:t>
    </dgm:pt>
    <dgm:pt modelId="{E48DD4F1-3231-44B6-80AC-828F48EDEFCB}" type="sib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56C9FE6B-0D76-4FD2-9954-9C991BD533B6}" type="par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DB4C660C-2D69-40A9-BD3A-F8322BCD0994}">
      <dgm:prSet custT="1"/>
      <dgm:spPr/>
      <dgm:t>
        <a:bodyPr/>
        <a:lstStyle/>
        <a:p>
          <a:pPr algn="l"/>
          <a:r>
            <a:rPr kumimoji="1" lang="en-US" altLang="ja-JP" sz="900" dirty="0">
              <a:solidFill>
                <a:schemeClr val="tx1"/>
              </a:solidFill>
            </a:rPr>
            <a:t>【</a:t>
          </a:r>
          <a:r>
            <a:rPr kumimoji="1" lang="ja-JP" altLang="en-US" sz="900" dirty="0">
              <a:solidFill>
                <a:schemeClr val="tx1"/>
              </a:solidFill>
            </a:rPr>
            <a:t>Ｘ線</a:t>
          </a:r>
          <a:r>
            <a:rPr kumimoji="1" lang="en-US" altLang="ja-JP" sz="900" dirty="0">
              <a:solidFill>
                <a:schemeClr val="tx1"/>
              </a:solidFill>
            </a:rPr>
            <a:t>】</a:t>
          </a:r>
        </a:p>
        <a:p>
          <a:pPr algn="l"/>
          <a:r>
            <a:rPr kumimoji="1" lang="en-US" altLang="ja-JP" sz="900" dirty="0">
              <a:solidFill>
                <a:schemeClr val="tx1"/>
              </a:solidFill>
            </a:rPr>
            <a:t>【</a:t>
          </a:r>
          <a:r>
            <a:rPr kumimoji="1" lang="ja-JP" altLang="en-US" sz="900" dirty="0">
              <a:solidFill>
                <a:schemeClr val="tx1"/>
              </a:solidFill>
            </a:rPr>
            <a:t>マスク洗浄機</a:t>
          </a:r>
          <a:r>
            <a:rPr kumimoji="1" lang="en-US" altLang="ja-JP" sz="900" dirty="0">
              <a:solidFill>
                <a:schemeClr val="tx1"/>
              </a:solidFill>
            </a:rPr>
            <a:t>】</a:t>
          </a:r>
        </a:p>
      </dgm:t>
    </dgm:pt>
    <dgm:pt modelId="{A55454C2-59D9-46E0-B310-4A6D7107F247}" type="parTrans" cxnId="{5DABFEB0-04F8-419C-BF97-CA16A98754E3}">
      <dgm:prSet/>
      <dgm:spPr/>
      <dgm:t>
        <a:bodyPr/>
        <a:lstStyle/>
        <a:p>
          <a:endParaRPr kumimoji="1" lang="ja-JP" altLang="en-US"/>
        </a:p>
      </dgm:t>
    </dgm:pt>
    <dgm:pt modelId="{177A6F25-1A36-4EA7-AE25-EFC6C5AF3253}" type="sibTrans" cxnId="{5DABFEB0-04F8-419C-BF97-CA16A98754E3}">
      <dgm:prSet/>
      <dgm:spPr/>
      <dgm:t>
        <a:bodyPr/>
        <a:lstStyle/>
        <a:p>
          <a:endParaRPr kumimoji="1" lang="ja-JP" altLang="en-US"/>
        </a:p>
      </dgm:t>
    </dgm:pt>
    <dgm:pt modelId="{25B23F54-972C-4CC8-93E0-5D65BE2BE6E1}">
      <dgm:prSet custT="1"/>
      <dgm:spPr/>
      <dgm:t>
        <a:bodyPr/>
        <a:lstStyle/>
        <a:p>
          <a:pPr algn="l"/>
          <a:r>
            <a:rPr kumimoji="1" lang="ja-JP" altLang="en-US" sz="800" dirty="0">
              <a:solidFill>
                <a:schemeClr val="tx1"/>
              </a:solidFill>
            </a:rPr>
            <a:t>（株）成電社　山崎様</a:t>
          </a:r>
          <a:endParaRPr kumimoji="1" lang="en-US" altLang="ja-JP" sz="800" dirty="0">
            <a:solidFill>
              <a:schemeClr val="tx1"/>
            </a:solidFill>
          </a:endParaRPr>
        </a:p>
        <a:p>
          <a:pPr algn="l"/>
          <a:r>
            <a:rPr kumimoji="1" lang="ja-JP" altLang="en-US" sz="800" dirty="0">
              <a:solidFill>
                <a:schemeClr val="tx1"/>
              </a:solidFill>
            </a:rPr>
            <a:t>〇</a:t>
          </a:r>
          <a:r>
            <a:rPr kumimoji="1" lang="en-US" altLang="ja-JP" sz="800" dirty="0">
              <a:solidFill>
                <a:schemeClr val="tx1"/>
              </a:solidFill>
            </a:rPr>
            <a:t>TEL</a:t>
          </a:r>
          <a:r>
            <a:rPr kumimoji="1" lang="ja-JP" altLang="en-US" sz="800" dirty="0">
              <a:solidFill>
                <a:schemeClr val="tx1"/>
              </a:solidFill>
            </a:rPr>
            <a:t>　</a:t>
          </a:r>
          <a:r>
            <a:rPr kumimoji="1" lang="en-US" altLang="ja-JP" sz="800" dirty="0">
              <a:solidFill>
                <a:schemeClr val="tx1"/>
              </a:solidFill>
            </a:rPr>
            <a:t>027-362-5111</a:t>
          </a:r>
          <a:r>
            <a:rPr kumimoji="1" lang="ja-JP" altLang="en-US" sz="800" dirty="0">
              <a:solidFill>
                <a:schemeClr val="tx1"/>
              </a:solidFill>
            </a:rPr>
            <a:t>　高崎</a:t>
          </a:r>
          <a:endParaRPr kumimoji="1" lang="en-US" altLang="ja-JP" sz="800" dirty="0">
            <a:solidFill>
              <a:schemeClr val="tx1"/>
            </a:solidFill>
          </a:endParaRPr>
        </a:p>
        <a:p>
          <a:pPr algn="l"/>
          <a:r>
            <a:rPr kumimoji="1" lang="ja-JP" altLang="en-US" sz="800" dirty="0">
              <a:solidFill>
                <a:schemeClr val="tx1"/>
              </a:solidFill>
            </a:rPr>
            <a:t>〇</a:t>
          </a:r>
          <a:r>
            <a:rPr kumimoji="1" lang="en-US" altLang="ja-JP" sz="800" dirty="0">
              <a:solidFill>
                <a:schemeClr val="tx1"/>
              </a:solidFill>
            </a:rPr>
            <a:t>FAX</a:t>
          </a:r>
          <a:r>
            <a:rPr kumimoji="1" lang="ja-JP" altLang="en-US" sz="800" dirty="0">
              <a:solidFill>
                <a:schemeClr val="tx1"/>
              </a:solidFill>
            </a:rPr>
            <a:t>　</a:t>
          </a:r>
          <a:r>
            <a:rPr kumimoji="1" lang="en-US" altLang="ja-JP" sz="800" dirty="0">
              <a:solidFill>
                <a:schemeClr val="tx1"/>
              </a:solidFill>
            </a:rPr>
            <a:t>027-362-5950</a:t>
          </a:r>
        </a:p>
        <a:p>
          <a:pPr algn="l"/>
          <a:r>
            <a:rPr kumimoji="1" lang="ja-JP" altLang="en-US" sz="800" dirty="0">
              <a:solidFill>
                <a:schemeClr val="tx1"/>
              </a:solidFill>
            </a:rPr>
            <a:t>携帯　</a:t>
          </a:r>
          <a:r>
            <a:rPr kumimoji="1" lang="en-US" altLang="ja-JP" sz="800" dirty="0">
              <a:solidFill>
                <a:schemeClr val="tx1"/>
              </a:solidFill>
            </a:rPr>
            <a:t>070-4336-3547</a:t>
          </a:r>
        </a:p>
        <a:p>
          <a:pPr algn="l"/>
          <a:endParaRPr kumimoji="1" lang="ja-JP" altLang="en-US" sz="500" dirty="0"/>
        </a:p>
      </dgm:t>
    </dgm:pt>
    <dgm:pt modelId="{685F622E-DA07-4CC5-AA5C-2D591D668D02}" type="parTrans" cxnId="{24990CD3-1AA4-4955-A969-840ACEA785A5}">
      <dgm:prSet/>
      <dgm:spPr/>
      <dgm:t>
        <a:bodyPr/>
        <a:lstStyle/>
        <a:p>
          <a:endParaRPr kumimoji="1" lang="ja-JP" altLang="en-US"/>
        </a:p>
      </dgm:t>
    </dgm:pt>
    <dgm:pt modelId="{F893915F-99B0-4AFF-896B-CF86C18912D6}" type="sibTrans" cxnId="{24990CD3-1AA4-4955-A969-840ACEA785A5}">
      <dgm:prSet/>
      <dgm:spPr/>
      <dgm:t>
        <a:bodyPr/>
        <a:lstStyle/>
        <a:p>
          <a:endParaRPr kumimoji="1" lang="ja-JP" altLang="en-US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4" custLinFactNeighborX="-46181" custLinFactNeighborY="-3287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ScaleX="125368" custScaleY="192469" custLinFactNeighborX="-1749" custLinFactNeighborY="62638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4"/>
      <dgm:spPr/>
    </dgm:pt>
    <dgm:pt modelId="{51D50C2A-1FC8-4D27-9D01-C472F2EEC828}" type="pres">
      <dgm:prSet presAssocID="{6FB92364-91C6-45F6-93D6-ECEF8D4B893D}" presName="connTx" presStyleLbl="parChTrans1D3" presStyleIdx="0" presStyleCnt="4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4" custScaleX="287671" custScaleY="339007" custLinFactNeighborX="-11823" custLinFactNeighborY="14641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ScaleY="213938" custLinFactNeighborX="-5423" custLinFactNeighborY="-9734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4"/>
      <dgm:spPr/>
    </dgm:pt>
    <dgm:pt modelId="{A7869578-ADD9-492F-8758-7CE680901525}" type="pres">
      <dgm:prSet presAssocID="{4789EEDB-FC81-4711-B458-A62B776C7DA2}" presName="connTx" presStyleLbl="parChTrans1D3" presStyleIdx="1" presStyleCnt="4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4" custScaleX="187708" custScaleY="337829" custLinFactNeighborX="29686" custLinFactNeighborY="89831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57017" custScaleY="275077" custLinFactX="88067" custLinFactNeighborX="100000" custLinFactNeighborY="-89311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X="143528" custScaleY="194558" custLinFactY="-100000" custLinFactNeighborX="-10838" custLinFactNeighborY="-125932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4"/>
      <dgm:spPr/>
    </dgm:pt>
    <dgm:pt modelId="{D832D721-A01D-42A3-B33C-5B6D57DCB401}" type="pres">
      <dgm:prSet presAssocID="{879D7B52-6074-4869-8B0D-49F95D38B1CE}" presName="connTx" presStyleLbl="parChTrans1D3" presStyleIdx="2" presStyleCnt="4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4" custScaleX="168762" custScaleY="377801" custLinFactY="-9148" custLinFactNeighborX="-2264" custLinFactNeighborY="-100000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868129" custLinFactX="64429" custLinFactNeighborX="100000" custLinFactNeighborY="-94492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X="144186" custScaleY="127109" custLinFactNeighborX="3815" custLinFactNeighborY="-99614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401612" custScaleY="286232" custLinFactY="400000" custLinFactNeighborX="31795" custLinFactNeighborY="409897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Y="400000" custLinFactNeighborX="7703" custLinFactNeighborY="485547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3" presStyleCnt="4"/>
      <dgm:spPr/>
    </dgm:pt>
    <dgm:pt modelId="{31066078-E23C-46CB-BEA4-B8BE52E1686B}" type="pres">
      <dgm:prSet presAssocID="{03FF7E2E-4B3F-4D3F-8F0B-6F2AC2EA6454}" presName="connTx" presStyleLbl="parChTrans1D3" presStyleIdx="3" presStyleCnt="4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3" presStyleCnt="4" custScaleX="240321" custScaleY="92369" custLinFactY="400000" custLinFactNeighborX="46796" custLinFactNeighborY="484964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  <dgm:pt modelId="{545100EA-550C-41F6-BCE6-B2EA1CE0118C}" type="pres">
      <dgm:prSet presAssocID="{6505A63C-248E-4941-A10E-3253C20E78C7}" presName="root1" presStyleCnt="0"/>
      <dgm:spPr/>
    </dgm:pt>
    <dgm:pt modelId="{6B70A257-51D7-48BD-8B14-BC497299E556}" type="pres">
      <dgm:prSet presAssocID="{6505A63C-248E-4941-A10E-3253C20E78C7}" presName="LevelOneTextNode" presStyleLbl="node0" presStyleIdx="1" presStyleCnt="4" custScaleX="304855" custScaleY="414324" custLinFactX="111586" custLinFactY="-305442" custLinFactNeighborX="200000" custLinFactNeighborY="-400000">
        <dgm:presLayoutVars>
          <dgm:chPref val="3"/>
        </dgm:presLayoutVars>
      </dgm:prSet>
      <dgm:spPr/>
    </dgm:pt>
    <dgm:pt modelId="{25A1847D-CDA4-4CFC-A1F4-E4CACE7AB07D}" type="pres">
      <dgm:prSet presAssocID="{6505A63C-248E-4941-A10E-3253C20E78C7}" presName="level2hierChild" presStyleCnt="0"/>
      <dgm:spPr/>
    </dgm:pt>
    <dgm:pt modelId="{E249E559-5A44-47EC-8D8A-5DA6976F7D02}" type="pres">
      <dgm:prSet presAssocID="{DB4C660C-2D69-40A9-BD3A-F8322BCD0994}" presName="root1" presStyleCnt="0"/>
      <dgm:spPr/>
    </dgm:pt>
    <dgm:pt modelId="{284C73C4-07CD-4984-A772-3725385F57D9}" type="pres">
      <dgm:prSet presAssocID="{DB4C660C-2D69-40A9-BD3A-F8322BCD0994}" presName="LevelOneTextNode" presStyleLbl="node0" presStyleIdx="2" presStyleCnt="4" custScaleX="194035" custScaleY="127109" custLinFactX="50995" custLinFactY="-300000" custLinFactNeighborX="100000" custLinFactNeighborY="-399723">
        <dgm:presLayoutVars>
          <dgm:chPref val="3"/>
        </dgm:presLayoutVars>
      </dgm:prSet>
      <dgm:spPr/>
    </dgm:pt>
    <dgm:pt modelId="{C238ABEA-55CE-436C-811C-C422B8EF6F2D}" type="pres">
      <dgm:prSet presAssocID="{DB4C660C-2D69-40A9-BD3A-F8322BCD0994}" presName="level2hierChild" presStyleCnt="0"/>
      <dgm:spPr/>
    </dgm:pt>
    <dgm:pt modelId="{8587FE3E-16A8-44F5-9310-B5F6947E7F52}" type="pres">
      <dgm:prSet presAssocID="{25B23F54-972C-4CC8-93E0-5D65BE2BE6E1}" presName="root1" presStyleCnt="0"/>
      <dgm:spPr/>
    </dgm:pt>
    <dgm:pt modelId="{A8337624-FB0A-41C9-B49C-1CF65C46E224}" type="pres">
      <dgm:prSet presAssocID="{25B23F54-972C-4CC8-93E0-5D65BE2BE6E1}" presName="LevelOneTextNode" presStyleLbl="node0" presStyleIdx="3" presStyleCnt="4" custScaleX="307303" custScaleY="373870" custLinFactX="150740" custLinFactY="-374770" custLinFactNeighborX="200000" custLinFactNeighborY="-400000">
        <dgm:presLayoutVars>
          <dgm:chPref val="3"/>
        </dgm:presLayoutVars>
      </dgm:prSet>
      <dgm:spPr/>
    </dgm:pt>
    <dgm:pt modelId="{79364494-F4F3-483A-8A01-B2CC10CBCFD7}" type="pres">
      <dgm:prSet presAssocID="{25B23F54-972C-4CC8-93E0-5D65BE2BE6E1}" presName="level2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F3A5B255-7556-4A3C-BB9D-1CFDB372AB0E}" type="presOf" srcId="{6505A63C-248E-4941-A10E-3253C20E78C7}" destId="{6B70A257-51D7-48BD-8B14-BC497299E55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80CD3BAB-6898-48AE-B26B-3920629DCC52}" type="presOf" srcId="{25B23F54-972C-4CC8-93E0-5D65BE2BE6E1}" destId="{A8337624-FB0A-41C9-B49C-1CF65C46E224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5DABFEB0-04F8-419C-BF97-CA16A98754E3}" srcId="{9C199DC3-867C-4836-BC60-3373C2B73013}" destId="{DB4C660C-2D69-40A9-BD3A-F8322BCD0994}" srcOrd="2" destOrd="0" parTransId="{A55454C2-59D9-46E0-B310-4A6D7107F247}" sibTransId="{177A6F25-1A36-4EA7-AE25-EFC6C5AF3253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376219B9-4298-4A5D-9E75-EE5898E55029}" type="presOf" srcId="{DB4C660C-2D69-40A9-BD3A-F8322BCD0994}" destId="{284C73C4-07CD-4984-A772-3725385F57D9}" srcOrd="0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55AEFBCB-C0A2-43F5-8CBA-767A8ADD8373}" srcId="{9C199DC3-867C-4836-BC60-3373C2B73013}" destId="{6505A63C-248E-4941-A10E-3253C20E78C7}" srcOrd="1" destOrd="0" parTransId="{56C9FE6B-0D76-4FD2-9954-9C991BD533B6}" sibTransId="{E48DD4F1-3231-44B6-80AC-828F48EDEFCB}"/>
    <dgm:cxn modelId="{24990CD3-1AA4-4955-A969-840ACEA785A5}" srcId="{9C199DC3-867C-4836-BC60-3373C2B73013}" destId="{25B23F54-972C-4CC8-93E0-5D65BE2BE6E1}" srcOrd="3" destOrd="0" parTransId="{685F622E-DA07-4CC5-AA5C-2D591D668D02}" sibTransId="{F893915F-99B0-4AFF-896B-CF86C18912D6}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  <dgm:cxn modelId="{6ACE58DC-DE4E-4F90-A558-A78B9BD263E8}" type="presParOf" srcId="{332EB43B-D588-40D1-850D-111D3A1EA599}" destId="{545100EA-550C-41F6-BCE6-B2EA1CE0118C}" srcOrd="1" destOrd="0" presId="urn:microsoft.com/office/officeart/2005/8/layout/hierarchy2"/>
    <dgm:cxn modelId="{5F37A39E-B4C6-4DBE-81EA-A98B2C5DDF9E}" type="presParOf" srcId="{545100EA-550C-41F6-BCE6-B2EA1CE0118C}" destId="{6B70A257-51D7-48BD-8B14-BC497299E556}" srcOrd="0" destOrd="0" presId="urn:microsoft.com/office/officeart/2005/8/layout/hierarchy2"/>
    <dgm:cxn modelId="{E5BBC911-B654-470B-8102-14CE2C2A6C8D}" type="presParOf" srcId="{545100EA-550C-41F6-BCE6-B2EA1CE0118C}" destId="{25A1847D-CDA4-4CFC-A1F4-E4CACE7AB07D}" srcOrd="1" destOrd="0" presId="urn:microsoft.com/office/officeart/2005/8/layout/hierarchy2"/>
    <dgm:cxn modelId="{EB50E3DF-BD05-48D7-A2CA-13FCE3B61467}" type="presParOf" srcId="{332EB43B-D588-40D1-850D-111D3A1EA599}" destId="{E249E559-5A44-47EC-8D8A-5DA6976F7D02}" srcOrd="2" destOrd="0" presId="urn:microsoft.com/office/officeart/2005/8/layout/hierarchy2"/>
    <dgm:cxn modelId="{448BD67C-E3FE-4D19-99C1-2724F95CFF16}" type="presParOf" srcId="{E249E559-5A44-47EC-8D8A-5DA6976F7D02}" destId="{284C73C4-07CD-4984-A772-3725385F57D9}" srcOrd="0" destOrd="0" presId="urn:microsoft.com/office/officeart/2005/8/layout/hierarchy2"/>
    <dgm:cxn modelId="{5C0CCDC3-DC8A-4E6D-A961-F67EFC2BA0E2}" type="presParOf" srcId="{E249E559-5A44-47EC-8D8A-5DA6976F7D02}" destId="{C238ABEA-55CE-436C-811C-C422B8EF6F2D}" srcOrd="1" destOrd="0" presId="urn:microsoft.com/office/officeart/2005/8/layout/hierarchy2"/>
    <dgm:cxn modelId="{2DE0F9DF-2F10-466A-B4BF-AA6BB90EE883}" type="presParOf" srcId="{332EB43B-D588-40D1-850D-111D3A1EA599}" destId="{8587FE3E-16A8-44F5-9310-B5F6947E7F52}" srcOrd="3" destOrd="0" presId="urn:microsoft.com/office/officeart/2005/8/layout/hierarchy2"/>
    <dgm:cxn modelId="{C7365D13-31CA-4686-897A-C979A4913594}" type="presParOf" srcId="{8587FE3E-16A8-44F5-9310-B5F6947E7F52}" destId="{A8337624-FB0A-41C9-B49C-1CF65C46E224}" srcOrd="0" destOrd="0" presId="urn:microsoft.com/office/officeart/2005/8/layout/hierarchy2"/>
    <dgm:cxn modelId="{E89B2170-4E85-4672-9ED8-5DBEF5498540}" type="presParOf" srcId="{8587FE3E-16A8-44F5-9310-B5F6947E7F52}" destId="{79364494-F4F3-483A-8A01-B2CC10CBCFD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2309186" y="2163094"/>
          <a:ext cx="460931" cy="2304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kern="1200" dirty="0"/>
        </a:p>
      </dsp:txBody>
      <dsp:txXfrm>
        <a:off x="2315936" y="2169844"/>
        <a:ext cx="447431" cy="216965"/>
      </dsp:txXfrm>
    </dsp:sp>
    <dsp:sp modelId="{F5A00572-968A-4050-B387-A5CC3A47F2B5}">
      <dsp:nvSpPr>
        <dsp:cNvPr id="0" name=""/>
        <dsp:cNvSpPr/>
      </dsp:nvSpPr>
      <dsp:spPr>
        <a:xfrm rot="16957851">
          <a:off x="2074834" y="1406942"/>
          <a:ext cx="1779738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779738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2920210" y="1365500"/>
        <a:ext cx="88986" cy="88986"/>
      </dsp:txXfrm>
    </dsp:sp>
    <dsp:sp modelId="{1DBBDD28-6CA6-407A-929A-CD70276BFA1B}">
      <dsp:nvSpPr>
        <dsp:cNvPr id="0" name=""/>
        <dsp:cNvSpPr/>
      </dsp:nvSpPr>
      <dsp:spPr>
        <a:xfrm>
          <a:off x="3159290" y="319872"/>
          <a:ext cx="577859" cy="4435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kern="1200" dirty="0"/>
        </a:p>
      </dsp:txBody>
      <dsp:txXfrm>
        <a:off x="3172282" y="332864"/>
        <a:ext cx="551875" cy="417590"/>
      </dsp:txXfrm>
    </dsp:sp>
    <dsp:sp modelId="{98E0C2EF-DF1B-4695-9F6F-28293CCF8FE6}">
      <dsp:nvSpPr>
        <dsp:cNvPr id="0" name=""/>
        <dsp:cNvSpPr/>
      </dsp:nvSpPr>
      <dsp:spPr>
        <a:xfrm rot="19276374">
          <a:off x="3717712" y="483300"/>
          <a:ext cx="176813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76813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01699" y="481931"/>
        <a:ext cx="8840" cy="8840"/>
      </dsp:txXfrm>
    </dsp:sp>
    <dsp:sp modelId="{F973BC3C-3468-4A20-BA7A-97C6D946A49F}">
      <dsp:nvSpPr>
        <dsp:cNvPr id="0" name=""/>
        <dsp:cNvSpPr/>
      </dsp:nvSpPr>
      <dsp:spPr>
        <a:xfrm>
          <a:off x="3875088" y="40396"/>
          <a:ext cx="1325964" cy="781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sp:txBody>
      <dsp:txXfrm>
        <a:off x="3897971" y="63279"/>
        <a:ext cx="1280198" cy="735528"/>
      </dsp:txXfrm>
    </dsp:sp>
    <dsp:sp modelId="{C22C6304-F9A7-4830-9922-D2F42F43E726}">
      <dsp:nvSpPr>
        <dsp:cNvPr id="0" name=""/>
        <dsp:cNvSpPr/>
      </dsp:nvSpPr>
      <dsp:spPr>
        <a:xfrm rot="17332323">
          <a:off x="2380827" y="1730799"/>
          <a:ext cx="1150817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150817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927465" y="1705080"/>
        <a:ext cx="57540" cy="57540"/>
      </dsp:txXfrm>
    </dsp:sp>
    <dsp:sp modelId="{17550927-DFD4-4A52-927D-765760F40A91}">
      <dsp:nvSpPr>
        <dsp:cNvPr id="0" name=""/>
        <dsp:cNvSpPr/>
      </dsp:nvSpPr>
      <dsp:spPr>
        <a:xfrm>
          <a:off x="3142355" y="942847"/>
          <a:ext cx="460931" cy="493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3155855" y="956347"/>
        <a:ext cx="433931" cy="466053"/>
      </dsp:txXfrm>
    </dsp:sp>
    <dsp:sp modelId="{86075AA0-9FBC-48FA-B5B1-B91782EF5E29}">
      <dsp:nvSpPr>
        <dsp:cNvPr id="0" name=""/>
        <dsp:cNvSpPr/>
      </dsp:nvSpPr>
      <dsp:spPr>
        <a:xfrm rot="2012193">
          <a:off x="3568716" y="1301054"/>
          <a:ext cx="415341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415341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766003" y="1293721"/>
        <a:ext cx="20767" cy="20767"/>
      </dsp:txXfrm>
    </dsp:sp>
    <dsp:sp modelId="{32DDDB71-9A7D-4D56-AD81-EA0D6755A001}">
      <dsp:nvSpPr>
        <dsp:cNvPr id="0" name=""/>
        <dsp:cNvSpPr/>
      </dsp:nvSpPr>
      <dsp:spPr>
        <a:xfrm>
          <a:off x="3949487" y="1029547"/>
          <a:ext cx="865204" cy="7785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kern="1200" dirty="0"/>
        </a:p>
      </dsp:txBody>
      <dsp:txXfrm>
        <a:off x="3972291" y="1052351"/>
        <a:ext cx="819596" cy="732971"/>
      </dsp:txXfrm>
    </dsp:sp>
    <dsp:sp modelId="{ED7C5F1E-6320-490D-87B8-34DB26FA4CAB}">
      <dsp:nvSpPr>
        <dsp:cNvPr id="0" name=""/>
        <dsp:cNvSpPr/>
      </dsp:nvSpPr>
      <dsp:spPr>
        <a:xfrm rot="20142021">
          <a:off x="4770249" y="1209355"/>
          <a:ext cx="1003284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1003284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246809" y="1187324"/>
        <a:ext cx="50164" cy="50164"/>
      </dsp:txXfrm>
    </dsp:sp>
    <dsp:sp modelId="{648366A5-831D-4FD1-9278-5A8443F18FF3}">
      <dsp:nvSpPr>
        <dsp:cNvPr id="0" name=""/>
        <dsp:cNvSpPr/>
      </dsp:nvSpPr>
      <dsp:spPr>
        <a:xfrm>
          <a:off x="5729091" y="688997"/>
          <a:ext cx="1184671" cy="633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sp:txBody>
      <dsp:txXfrm>
        <a:off x="5747659" y="707565"/>
        <a:ext cx="1147535" cy="596821"/>
      </dsp:txXfrm>
    </dsp:sp>
    <dsp:sp modelId="{912DC8C3-DC0F-462D-B3BB-BBA4BAA4EE9C}">
      <dsp:nvSpPr>
        <dsp:cNvPr id="0" name=""/>
        <dsp:cNvSpPr/>
      </dsp:nvSpPr>
      <dsp:spPr>
        <a:xfrm rot="20091489">
          <a:off x="2751944" y="2193782"/>
          <a:ext cx="383624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83624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934166" y="2187243"/>
        <a:ext cx="19181" cy="19181"/>
      </dsp:txXfrm>
    </dsp:sp>
    <dsp:sp modelId="{369515AF-3A38-4098-83F9-733100C16A9D}">
      <dsp:nvSpPr>
        <dsp:cNvPr id="0" name=""/>
        <dsp:cNvSpPr/>
      </dsp:nvSpPr>
      <dsp:spPr>
        <a:xfrm>
          <a:off x="3117396" y="1891145"/>
          <a:ext cx="661565" cy="4483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kern="1200" dirty="0"/>
        </a:p>
      </dsp:txBody>
      <dsp:txXfrm>
        <a:off x="3130529" y="1904278"/>
        <a:ext cx="635299" cy="422123"/>
      </dsp:txXfrm>
    </dsp:sp>
    <dsp:sp modelId="{57CF804A-1CBF-4E86-988C-E57B4EE3A910}">
      <dsp:nvSpPr>
        <dsp:cNvPr id="0" name=""/>
        <dsp:cNvSpPr/>
      </dsp:nvSpPr>
      <dsp:spPr>
        <a:xfrm rot="3014656">
          <a:off x="3715859" y="2246862"/>
          <a:ext cx="350097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50097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82155" y="2241161"/>
        <a:ext cx="17504" cy="17504"/>
      </dsp:txXfrm>
    </dsp:sp>
    <dsp:sp modelId="{AE4779AF-7612-45C8-AEDC-D93497A2580A}">
      <dsp:nvSpPr>
        <dsp:cNvPr id="0" name=""/>
        <dsp:cNvSpPr/>
      </dsp:nvSpPr>
      <dsp:spPr>
        <a:xfrm>
          <a:off x="4002854" y="1949136"/>
          <a:ext cx="777876" cy="8707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kern="1200" dirty="0"/>
        </a:p>
      </dsp:txBody>
      <dsp:txXfrm>
        <a:off x="4025637" y="1971919"/>
        <a:ext cx="732310" cy="825134"/>
      </dsp:txXfrm>
    </dsp:sp>
    <dsp:sp modelId="{3B7AD0BC-62AA-4F3D-A2E1-109922FDE922}">
      <dsp:nvSpPr>
        <dsp:cNvPr id="0" name=""/>
        <dsp:cNvSpPr/>
      </dsp:nvSpPr>
      <dsp:spPr>
        <a:xfrm rot="121829">
          <a:off x="4780431" y="2398324"/>
          <a:ext cx="953310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953310" y="30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233253" y="2377543"/>
        <a:ext cx="47665" cy="47665"/>
      </dsp:txXfrm>
    </dsp:sp>
    <dsp:sp modelId="{69D5C9FB-555E-46AB-8563-DBDAACF86256}">
      <dsp:nvSpPr>
        <dsp:cNvPr id="0" name=""/>
        <dsp:cNvSpPr/>
      </dsp:nvSpPr>
      <dsp:spPr>
        <a:xfrm>
          <a:off x="5733442" y="1417895"/>
          <a:ext cx="995666" cy="200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5762604" y="1447057"/>
        <a:ext cx="937342" cy="1942413"/>
      </dsp:txXfrm>
    </dsp:sp>
    <dsp:sp modelId="{E3993C5F-07B6-45F0-A896-6B62B86276F8}">
      <dsp:nvSpPr>
        <dsp:cNvPr id="0" name=""/>
        <dsp:cNvSpPr/>
      </dsp:nvSpPr>
      <dsp:spPr>
        <a:xfrm rot="3127591">
          <a:off x="2639681" y="2541960"/>
          <a:ext cx="675689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675689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960634" y="2528119"/>
        <a:ext cx="33784" cy="33784"/>
      </dsp:txXfrm>
    </dsp:sp>
    <dsp:sp modelId="{A50C2361-3ACF-44DC-B7CD-43677F3D432D}">
      <dsp:nvSpPr>
        <dsp:cNvPr id="0" name=""/>
        <dsp:cNvSpPr/>
      </dsp:nvSpPr>
      <dsp:spPr>
        <a:xfrm>
          <a:off x="3184936" y="2665224"/>
          <a:ext cx="664597" cy="2929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kern="1200" dirty="0">
              <a:solidFill>
                <a:schemeClr val="tx1"/>
              </a:solidFill>
            </a:rPr>
            <a:t>【AOI】</a:t>
          </a:r>
        </a:p>
      </dsp:txBody>
      <dsp:txXfrm>
        <a:off x="3193516" y="2673804"/>
        <a:ext cx="647437" cy="275782"/>
      </dsp:txXfrm>
    </dsp:sp>
    <dsp:sp modelId="{EF8A788F-32B1-4A5E-B5E1-21D0FA45B302}">
      <dsp:nvSpPr>
        <dsp:cNvPr id="0" name=""/>
        <dsp:cNvSpPr/>
      </dsp:nvSpPr>
      <dsp:spPr>
        <a:xfrm rot="4883063">
          <a:off x="1227023" y="4069782"/>
          <a:ext cx="3629975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629975" y="3051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951261" y="3982084"/>
        <a:ext cx="181498" cy="181498"/>
      </dsp:txXfrm>
    </dsp:sp>
    <dsp:sp modelId="{FC87C9FE-08DC-4893-B4A9-5014A3FE735A}">
      <dsp:nvSpPr>
        <dsp:cNvPr id="0" name=""/>
        <dsp:cNvSpPr/>
      </dsp:nvSpPr>
      <dsp:spPr>
        <a:xfrm>
          <a:off x="3313905" y="5537507"/>
          <a:ext cx="1851154" cy="6596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五十嵐（</a:t>
          </a:r>
          <a:r>
            <a:rPr kumimoji="1" lang="en-US" altLang="ja-JP" sz="800" kern="1200" dirty="0">
              <a:solidFill>
                <a:schemeClr val="tx1"/>
              </a:solidFill>
            </a:rPr>
            <a:t>62360</a:t>
          </a:r>
          <a:r>
            <a:rPr kumimoji="1" lang="ja-JP" altLang="en-US" sz="800" kern="1200" dirty="0">
              <a:solidFill>
                <a:schemeClr val="tx1"/>
              </a:solidFill>
            </a:rPr>
            <a:t>）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竹渕（</a:t>
          </a:r>
          <a:r>
            <a:rPr kumimoji="1" lang="en-US" altLang="ja-JP" sz="800" kern="1200" dirty="0">
              <a:solidFill>
                <a:schemeClr val="tx1"/>
              </a:solidFill>
            </a:rPr>
            <a:t>63329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080-7497-2423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松井（</a:t>
          </a:r>
          <a:r>
            <a:rPr kumimoji="1" lang="en-US" altLang="ja-JP" sz="800" kern="1200" dirty="0">
              <a:solidFill>
                <a:schemeClr val="tx1"/>
              </a:solidFill>
            </a:rPr>
            <a:t>62392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080-7133-3046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茂木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</dsp:txBody>
      <dsp:txXfrm>
        <a:off x="3333226" y="5556828"/>
        <a:ext cx="1812512" cy="621024"/>
      </dsp:txXfrm>
    </dsp:sp>
    <dsp:sp modelId="{CFCDA7C4-8733-4006-A6B7-B865421234A5}">
      <dsp:nvSpPr>
        <dsp:cNvPr id="0" name=""/>
        <dsp:cNvSpPr/>
      </dsp:nvSpPr>
      <dsp:spPr>
        <a:xfrm rot="5049874">
          <a:off x="858358" y="4392377"/>
          <a:ext cx="4256258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4256258" y="30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100" kern="1200"/>
        </a:p>
      </dsp:txBody>
      <dsp:txXfrm>
        <a:off x="2880080" y="4289022"/>
        <a:ext cx="212812" cy="212812"/>
      </dsp:txXfrm>
    </dsp:sp>
    <dsp:sp modelId="{CCBD9576-93CA-4B60-88DA-C6004F30C519}">
      <dsp:nvSpPr>
        <dsp:cNvPr id="0" name=""/>
        <dsp:cNvSpPr/>
      </dsp:nvSpPr>
      <dsp:spPr>
        <a:xfrm>
          <a:off x="3202857" y="6451493"/>
          <a:ext cx="460931" cy="122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>
              <a:solidFill>
                <a:schemeClr val="tx1"/>
              </a:solidFill>
            </a:rPr>
            <a:t>119</a:t>
          </a:r>
          <a:endParaRPr kumimoji="1" lang="ja-JP" altLang="en-US" sz="1200" kern="1200" dirty="0">
            <a:solidFill>
              <a:schemeClr val="tx1"/>
            </a:solidFill>
          </a:endParaRPr>
        </a:p>
      </dsp:txBody>
      <dsp:txXfrm>
        <a:off x="3206432" y="6455068"/>
        <a:ext cx="453781" cy="114922"/>
      </dsp:txXfrm>
    </dsp:sp>
    <dsp:sp modelId="{DAAD2518-29BB-40C4-9751-76EEBD4FAFBF}">
      <dsp:nvSpPr>
        <dsp:cNvPr id="0" name=""/>
        <dsp:cNvSpPr/>
      </dsp:nvSpPr>
      <dsp:spPr>
        <a:xfrm rot="21587330">
          <a:off x="3663787" y="6508807"/>
          <a:ext cx="364566" cy="6102"/>
        </a:xfrm>
        <a:custGeom>
          <a:avLst/>
          <a:gdLst/>
          <a:ahLst/>
          <a:cxnLst/>
          <a:rect l="0" t="0" r="0" b="0"/>
          <a:pathLst>
            <a:path>
              <a:moveTo>
                <a:pt x="0" y="3051"/>
              </a:moveTo>
              <a:lnTo>
                <a:pt x="364566" y="3051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36956" y="6502744"/>
        <a:ext cx="18228" cy="18228"/>
      </dsp:txXfrm>
    </dsp:sp>
    <dsp:sp modelId="{64A45AB0-C77D-4869-8CE0-68B1B064AB19}">
      <dsp:nvSpPr>
        <dsp:cNvPr id="0" name=""/>
        <dsp:cNvSpPr/>
      </dsp:nvSpPr>
      <dsp:spPr>
        <a:xfrm>
          <a:off x="4028352" y="6404747"/>
          <a:ext cx="1107714" cy="212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4034587" y="6410982"/>
        <a:ext cx="1095244" cy="200408"/>
      </dsp:txXfrm>
    </dsp:sp>
    <dsp:sp modelId="{6B70A257-51D7-48BD-8B14-BC497299E556}">
      <dsp:nvSpPr>
        <dsp:cNvPr id="0" name=""/>
        <dsp:cNvSpPr/>
      </dsp:nvSpPr>
      <dsp:spPr>
        <a:xfrm>
          <a:off x="3958245" y="2986858"/>
          <a:ext cx="1405171" cy="954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090-3092-2153</a:t>
          </a:r>
          <a:r>
            <a:rPr kumimoji="1" lang="ja-JP" altLang="en-US" sz="700" kern="1200" dirty="0">
              <a:solidFill>
                <a:schemeClr val="tx1"/>
              </a:solidFill>
            </a:rPr>
            <a:t>　（</a:t>
          </a:r>
          <a:r>
            <a:rPr kumimoji="1" lang="en-US" altLang="ja-JP" sz="700" kern="1200" dirty="0">
              <a:solidFill>
                <a:schemeClr val="tx1"/>
              </a:solidFill>
            </a:rPr>
            <a:t>047-311-5000</a:t>
          </a:r>
          <a:r>
            <a:rPr kumimoji="1" lang="ja-JP" altLang="en-US" sz="700" kern="1200" dirty="0">
              <a:solidFill>
                <a:schemeClr val="tx1"/>
              </a:solidFill>
            </a:rPr>
            <a:t>）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047-311-2171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043-297-0711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043-310-3070</a:t>
          </a:r>
        </a:p>
      </dsp:txBody>
      <dsp:txXfrm>
        <a:off x="3986212" y="3014825"/>
        <a:ext cx="1349237" cy="898939"/>
      </dsp:txXfrm>
    </dsp:sp>
    <dsp:sp modelId="{284C73C4-07CD-4984-A772-3725385F57D9}">
      <dsp:nvSpPr>
        <dsp:cNvPr id="0" name=""/>
        <dsp:cNvSpPr/>
      </dsp:nvSpPr>
      <dsp:spPr>
        <a:xfrm>
          <a:off x="3218031" y="3989482"/>
          <a:ext cx="894367" cy="2929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>
              <a:solidFill>
                <a:schemeClr val="tx1"/>
              </a:solidFill>
            </a:rPr>
            <a:t>【</a:t>
          </a:r>
          <a:r>
            <a:rPr kumimoji="1" lang="ja-JP" altLang="en-US" sz="900" kern="1200" dirty="0">
              <a:solidFill>
                <a:schemeClr val="tx1"/>
              </a:solidFill>
            </a:rPr>
            <a:t>Ｘ線</a:t>
          </a:r>
          <a:r>
            <a:rPr kumimoji="1" lang="en-US" altLang="ja-JP" sz="900" kern="1200" dirty="0">
              <a:solidFill>
                <a:schemeClr val="tx1"/>
              </a:solidFill>
            </a:rPr>
            <a:t>】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>
              <a:solidFill>
                <a:schemeClr val="tx1"/>
              </a:solidFill>
            </a:rPr>
            <a:t>【</a:t>
          </a:r>
          <a:r>
            <a:rPr kumimoji="1" lang="ja-JP" altLang="en-US" sz="900" kern="1200" dirty="0">
              <a:solidFill>
                <a:schemeClr val="tx1"/>
              </a:solidFill>
            </a:rPr>
            <a:t>マスク洗浄機</a:t>
          </a:r>
          <a:r>
            <a:rPr kumimoji="1" lang="en-US" altLang="ja-JP" sz="900" kern="1200" dirty="0">
              <a:solidFill>
                <a:schemeClr val="tx1"/>
              </a:solidFill>
            </a:rPr>
            <a:t>】</a:t>
          </a:r>
        </a:p>
      </dsp:txBody>
      <dsp:txXfrm>
        <a:off x="3226611" y="3998062"/>
        <a:ext cx="877207" cy="275782"/>
      </dsp:txXfrm>
    </dsp:sp>
    <dsp:sp modelId="{A8337624-FB0A-41C9-B49C-1CF65C46E224}">
      <dsp:nvSpPr>
        <dsp:cNvPr id="0" name=""/>
        <dsp:cNvSpPr/>
      </dsp:nvSpPr>
      <dsp:spPr>
        <a:xfrm>
          <a:off x="4138718" y="4144037"/>
          <a:ext cx="1416454" cy="86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（株）成電社　山崎様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〇</a:t>
          </a:r>
          <a:r>
            <a:rPr kumimoji="1" lang="en-US" altLang="ja-JP" sz="800" kern="1200" dirty="0">
              <a:solidFill>
                <a:schemeClr val="tx1"/>
              </a:solidFill>
            </a:rPr>
            <a:t>TEL</a:t>
          </a:r>
          <a:r>
            <a:rPr kumimoji="1" lang="ja-JP" altLang="en-US" sz="800" kern="1200" dirty="0">
              <a:solidFill>
                <a:schemeClr val="tx1"/>
              </a:solidFill>
            </a:rPr>
            <a:t>　</a:t>
          </a:r>
          <a:r>
            <a:rPr kumimoji="1" lang="en-US" altLang="ja-JP" sz="800" kern="1200" dirty="0">
              <a:solidFill>
                <a:schemeClr val="tx1"/>
              </a:solidFill>
            </a:rPr>
            <a:t>027-362-5111</a:t>
          </a:r>
          <a:r>
            <a:rPr kumimoji="1" lang="ja-JP" altLang="en-US" sz="800" kern="1200" dirty="0">
              <a:solidFill>
                <a:schemeClr val="tx1"/>
              </a:solidFill>
            </a:rPr>
            <a:t>　高崎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〇</a:t>
          </a:r>
          <a:r>
            <a:rPr kumimoji="1" lang="en-US" altLang="ja-JP" sz="800" kern="1200" dirty="0">
              <a:solidFill>
                <a:schemeClr val="tx1"/>
              </a:solidFill>
            </a:rPr>
            <a:t>FAX</a:t>
          </a:r>
          <a:r>
            <a:rPr kumimoji="1" lang="ja-JP" altLang="en-US" sz="800" kern="1200" dirty="0">
              <a:solidFill>
                <a:schemeClr val="tx1"/>
              </a:solidFill>
            </a:rPr>
            <a:t>　</a:t>
          </a:r>
          <a:r>
            <a:rPr kumimoji="1" lang="en-US" altLang="ja-JP" sz="800" kern="1200" dirty="0">
              <a:solidFill>
                <a:schemeClr val="tx1"/>
              </a:solidFill>
            </a:rPr>
            <a:t>027-362-5950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携帯　</a:t>
          </a:r>
          <a:r>
            <a:rPr kumimoji="1" lang="en-US" altLang="ja-JP" sz="800" kern="1200" dirty="0">
              <a:solidFill>
                <a:schemeClr val="tx1"/>
              </a:solidFill>
            </a:rPr>
            <a:t>070-4336-3547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 dirty="0"/>
        </a:p>
      </dsp:txBody>
      <dsp:txXfrm>
        <a:off x="4163955" y="4169274"/>
        <a:ext cx="1365980" cy="811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41363"/>
            <a:ext cx="492760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6538"/>
            <a:ext cx="5387982" cy="443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A782071-0353-5F01-EB6F-E6A0E708BDC6}"/>
              </a:ext>
            </a:extLst>
          </p:cNvPr>
          <p:cNvCxnSpPr>
            <a:cxnSpLocks/>
          </p:cNvCxnSpPr>
          <p:nvPr/>
        </p:nvCxnSpPr>
        <p:spPr bwMode="auto">
          <a:xfrm>
            <a:off x="3742660" y="3153912"/>
            <a:ext cx="0" cy="14694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95333" y="3140968"/>
            <a:ext cx="3047327" cy="1294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44403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30083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706953" y="3153912"/>
            <a:ext cx="0" cy="14694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6387817" y="2780928"/>
            <a:ext cx="0" cy="294875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3497849"/>
            <a:ext cx="0" cy="38187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5448243" y="3501008"/>
            <a:ext cx="0" cy="164083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1466386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153912"/>
            <a:ext cx="0" cy="299949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357115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517821" y="203507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3" name="Rectangle 238"/>
          <p:cNvSpPr>
            <a:spLocks noChangeArrowheads="1"/>
          </p:cNvSpPr>
          <p:nvPr/>
        </p:nvSpPr>
        <p:spPr bwMode="auto">
          <a:xfrm>
            <a:off x="2516619" y="507389"/>
            <a:ext cx="936239" cy="217651"/>
          </a:xfrm>
          <a:prstGeom prst="rect">
            <a:avLst/>
          </a:prstGeom>
          <a:solidFill>
            <a:srgbClr val="FF9999">
              <a:alpha val="3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2</a:t>
            </a:r>
            <a:r>
              <a:rPr lang="ja-JP" altLang="en-US" sz="9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勤固定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勤務</a:t>
            </a:r>
          </a:p>
        </p:txBody>
      </p:sp>
      <p:sp>
        <p:nvSpPr>
          <p:cNvPr id="4311" name="フリーフォーム: 図形 4310">
            <a:extLst>
              <a:ext uri="{FF2B5EF4-FFF2-40B4-BE49-F238E27FC236}">
                <a16:creationId xmlns:a16="http://schemas.microsoft.com/office/drawing/2014/main" id="{FA7006D8-C2B7-4275-96F2-F8EE8900F11B}"/>
              </a:ext>
            </a:extLst>
          </p:cNvPr>
          <p:cNvSpPr/>
          <p:nvPr/>
        </p:nvSpPr>
        <p:spPr>
          <a:xfrm>
            <a:off x="1235861" y="102244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196917" y="34978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　貴之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090-1553-9231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196917" y="475864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　邦嘉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090-8043-9244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165154" y="538903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　直行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080-1113-5522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151837" y="601096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　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10413" y="411454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　俊一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090-1792-7769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83600" y="410904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189535" y="47625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　恒生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090-4007-6420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182310" y="600194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　直人</a:t>
            </a:r>
          </a:p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090-4931-9577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03502" y="537836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尚樹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090-4605</a:t>
            </a:r>
            <a:r>
              <a:rPr kumimoji="1" lang="en-US" altLang="ja-JP" sz="900" b="0" i="0" u="none" strike="noStrike" kern="1200" cap="none" normalizeH="0" baseline="0" dirty="0">
                <a:ln/>
                <a:effectLst/>
                <a:highlight>
                  <a:srgbClr val="FFFFCC"/>
                </a:highlight>
                <a:latin typeface="Arial" panose="020B0604020202020204" pitchFamily="34" charset="0"/>
                <a:ea typeface="ＭＳ Ｐゴシック" panose="020B0600070205080204" pitchFamily="50" charset="-128"/>
              </a:rPr>
              <a:t>-</a:t>
            </a: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0267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176902" y="352403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智治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080-1137-6992</a:t>
            </a: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5938345" y="489564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　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090-6923-7250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5943876" y="425611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090-8819-0048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5949556" y="291305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090-1467-2097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5931538" y="553517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　好子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090-5415-3552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5935480" y="36269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　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080-5446-3486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2306564" y="355365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090-5767-4803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6877677" y="36243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　初美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090-9379-0506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5001514" y="42705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090-9000-7186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4993125" y="488212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090-4818-1637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1210413" y="295120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3247280" y="22282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2222818" y="222823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4256789" y="22342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302594" y="222823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2302442" y="419134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　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090-1218-5656</a:t>
            </a: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67195" y="7515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　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090-1058-0231</a:t>
            </a: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5002055" y="362133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　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090-7274-8982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5431294" y="3501008"/>
            <a:ext cx="190198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705296" y="2813138"/>
            <a:ext cx="468820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Rectangle 243">
            <a:extLst>
              <a:ext uri="{FF2B5EF4-FFF2-40B4-BE49-F238E27FC236}">
                <a16:creationId xmlns:a16="http://schemas.microsoft.com/office/drawing/2014/main" id="{77DA5017-BA16-45A1-9E3D-8E596FFC9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2023.04.02</a:t>
            </a: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D1168696-6957-B8A0-98F6-C3CB157B9222}"/>
              </a:ext>
            </a:extLst>
          </p:cNvPr>
          <p:cNvSpPr/>
          <p:nvPr/>
        </p:nvSpPr>
        <p:spPr>
          <a:xfrm>
            <a:off x="3368907" y="355365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　豊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090-2532-7623</a:t>
            </a: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E59651BF-7CD5-0E91-4478-10BEB3AE2B63}"/>
              </a:ext>
            </a:extLst>
          </p:cNvPr>
          <p:cNvSpPr/>
          <p:nvPr/>
        </p:nvSpPr>
        <p:spPr>
          <a:xfrm>
            <a:off x="3376357" y="41794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　靖浩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090-2751-0069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3" name="正方形/長方形 32"/>
          <p:cNvSpPr/>
          <p:nvPr/>
        </p:nvSpPr>
        <p:spPr bwMode="auto">
          <a:xfrm>
            <a:off x="1429020" y="0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772603408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5309B96-E0BB-9EBC-06C9-7D5AE1CAE55E}"/>
              </a:ext>
            </a:extLst>
          </p:cNvPr>
          <p:cNvCxnSpPr>
            <a:cxnSpLocks/>
          </p:cNvCxnSpPr>
          <p:nvPr/>
        </p:nvCxnSpPr>
        <p:spPr bwMode="auto">
          <a:xfrm>
            <a:off x="3851920" y="4295553"/>
            <a:ext cx="496796" cy="301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C24AC38-6D88-651A-D42D-3D082EF7C626}"/>
              </a:ext>
            </a:extLst>
          </p:cNvPr>
          <p:cNvCxnSpPr>
            <a:cxnSpLocks/>
          </p:cNvCxnSpPr>
          <p:nvPr/>
        </p:nvCxnSpPr>
        <p:spPr bwMode="auto">
          <a:xfrm>
            <a:off x="3009014" y="2392326"/>
            <a:ext cx="552893" cy="15725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D84C5A-C3D5-4C72-A211-9768A67D3EFF}"/>
              </a:ext>
            </a:extLst>
          </p:cNvPr>
          <p:cNvSpPr/>
          <p:nvPr/>
        </p:nvSpPr>
        <p:spPr bwMode="auto">
          <a:xfrm>
            <a:off x="5844210" y="2841870"/>
            <a:ext cx="2941982" cy="3256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CCFC437-669E-4301-BB53-19DD04BF7BE0}"/>
              </a:ext>
            </a:extLst>
          </p:cNvPr>
          <p:cNvCxnSpPr>
            <a:cxnSpLocks/>
          </p:cNvCxnSpPr>
          <p:nvPr/>
        </p:nvCxnSpPr>
        <p:spPr bwMode="auto">
          <a:xfrm>
            <a:off x="8201520" y="3512745"/>
            <a:ext cx="0" cy="46338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28EA37A-B987-47C6-915F-57620660E66D}"/>
              </a:ext>
            </a:extLst>
          </p:cNvPr>
          <p:cNvSpPr/>
          <p:nvPr/>
        </p:nvSpPr>
        <p:spPr bwMode="auto">
          <a:xfrm>
            <a:off x="383475" y="1567206"/>
            <a:ext cx="5953951" cy="11227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CC18CD-BC2C-4362-AB79-B8D3154CA785}"/>
              </a:ext>
            </a:extLst>
          </p:cNvPr>
          <p:cNvSpPr/>
          <p:nvPr/>
        </p:nvSpPr>
        <p:spPr bwMode="auto">
          <a:xfrm>
            <a:off x="2815633" y="2820510"/>
            <a:ext cx="2667826" cy="3907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EAAA6C-2D7E-43BF-AA9B-9B28D10BC111}"/>
              </a:ext>
            </a:extLst>
          </p:cNvPr>
          <p:cNvSpPr/>
          <p:nvPr/>
        </p:nvSpPr>
        <p:spPr bwMode="auto">
          <a:xfrm>
            <a:off x="75213" y="2841870"/>
            <a:ext cx="2695707" cy="3916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6194" y="2155917"/>
            <a:ext cx="4597612" cy="236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 flipH="1">
            <a:off x="1374683" y="3121137"/>
            <a:ext cx="4370" cy="37742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045860" y="3509072"/>
            <a:ext cx="0" cy="132474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094404" y="2770418"/>
            <a:ext cx="12675" cy="7515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511558"/>
            <a:ext cx="0" cy="10365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271879" y="3521954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0" cy="29440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418858" y="3524206"/>
            <a:ext cx="0" cy="138179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379053" y="1320995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552011" y="3507615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759844" y="302796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805590" y="5480165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794943" y="368087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6931580" y="5525367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925879" y="4281102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>
            <a:spLocks/>
          </p:cNvSpPr>
          <p:nvPr/>
        </p:nvSpPr>
        <p:spPr>
          <a:xfrm>
            <a:off x="284341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6925865" y="489836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6922954" y="3677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2860614" y="4314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638830" y="3677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>
            <a:spLocks/>
          </p:cNvSpPr>
          <p:nvPr/>
        </p:nvSpPr>
        <p:spPr>
          <a:xfrm>
            <a:off x="7818772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6020604" y="427893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6020604" y="489864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399959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500888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629152" y="4418035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8260456" y="66476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6020604" y="3677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498562"/>
            <a:ext cx="1877561" cy="13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414052" y="3509072"/>
            <a:ext cx="135382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537417" y="3521954"/>
            <a:ext cx="17435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388106" y="2770418"/>
            <a:ext cx="593614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BED17D-48D5-44AE-B364-F23AF8DBCEFF}"/>
              </a:ext>
            </a:extLst>
          </p:cNvPr>
          <p:cNvSpPr/>
          <p:nvPr/>
        </p:nvSpPr>
        <p:spPr bwMode="auto">
          <a:xfrm>
            <a:off x="728869" y="1603513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2CDDDF5-F329-45A1-960E-4ECB5D01E6AC}"/>
              </a:ext>
            </a:extLst>
          </p:cNvPr>
          <p:cNvSpPr/>
          <p:nvPr/>
        </p:nvSpPr>
        <p:spPr bwMode="auto">
          <a:xfrm>
            <a:off x="33140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D667F3D-3B85-4B42-B4B1-8382D687BA77}"/>
              </a:ext>
            </a:extLst>
          </p:cNvPr>
          <p:cNvSpPr/>
          <p:nvPr/>
        </p:nvSpPr>
        <p:spPr bwMode="auto">
          <a:xfrm>
            <a:off x="3072483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9BB3D70-901B-4A8D-8394-F316FC4EE4D0}"/>
              </a:ext>
            </a:extLst>
          </p:cNvPr>
          <p:cNvSpPr/>
          <p:nvPr/>
        </p:nvSpPr>
        <p:spPr bwMode="auto">
          <a:xfrm>
            <a:off x="627857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D76A695-940B-4CD2-B182-4ED5508201EC}"/>
              </a:ext>
            </a:extLst>
          </p:cNvPr>
          <p:cNvSpPr/>
          <p:nvPr/>
        </p:nvSpPr>
        <p:spPr bwMode="auto">
          <a:xfrm>
            <a:off x="3402660" y="649355"/>
            <a:ext cx="4757530" cy="8481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・連絡を受けたら、速やかに次の方へ連絡して下さい。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・連絡が最後まで回ったことを確認する為、各フロー最後の方は、先頭の方に連絡して下さい。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・次の方へ連絡したが、繋がらなかった場合は、その次の方に連絡して下さい。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  更に、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次の方へ連絡が取れなかったことを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先頭の方に連絡して下さい。</a:t>
            </a:r>
            <a:endParaRPr lang="en-US" altLang="ja-JP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  先頭の方は連絡が取れなかった方に連絡して下さい。</a:t>
            </a: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3E9AEC58-D6E0-4F08-B6CB-930775523E1A}"/>
              </a:ext>
            </a:extLst>
          </p:cNvPr>
          <p:cNvSpPr/>
          <p:nvPr/>
        </p:nvSpPr>
        <p:spPr>
          <a:xfrm>
            <a:off x="6865364" y="292947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02BEBBDE-B264-422C-A34E-8C0D06BE7950}"/>
              </a:ext>
            </a:extLst>
          </p:cNvPr>
          <p:cNvSpPr/>
          <p:nvPr/>
        </p:nvSpPr>
        <p:spPr>
          <a:xfrm>
            <a:off x="930742" y="290391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DA7D5779-2C5C-49A0-8DBE-D4D9AAA80D26}"/>
              </a:ext>
            </a:extLst>
          </p:cNvPr>
          <p:cNvSpPr/>
          <p:nvPr/>
        </p:nvSpPr>
        <p:spPr>
          <a:xfrm>
            <a:off x="2990303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AD72D1F8-7BAD-4871-A83E-F9022ECBC5B3}"/>
              </a:ext>
            </a:extLst>
          </p:cNvPr>
          <p:cNvSpPr/>
          <p:nvPr/>
        </p:nvSpPr>
        <p:spPr>
          <a:xfrm>
            <a:off x="1981014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B0813A2B-FEB1-42D5-8464-A8D4F56C15BA}"/>
              </a:ext>
            </a:extLst>
          </p:cNvPr>
          <p:cNvSpPr/>
          <p:nvPr/>
        </p:nvSpPr>
        <p:spPr>
          <a:xfrm>
            <a:off x="935112" y="9893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11006882-9B8A-4263-B12A-4E63FDF125E2}"/>
              </a:ext>
            </a:extLst>
          </p:cNvPr>
          <p:cNvSpPr>
            <a:spLocks/>
          </p:cNvSpPr>
          <p:nvPr/>
        </p:nvSpPr>
        <p:spPr>
          <a:xfrm>
            <a:off x="138742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7FDD88F1-9724-4365-9DBA-0D66C7180AB0}"/>
              </a:ext>
            </a:extLst>
          </p:cNvPr>
          <p:cNvSpPr/>
          <p:nvPr/>
        </p:nvSpPr>
        <p:spPr>
          <a:xfrm>
            <a:off x="14938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C2056F65-99C5-4F16-B770-939793EA26D0}"/>
              </a:ext>
            </a:extLst>
          </p:cNvPr>
          <p:cNvSpPr/>
          <p:nvPr/>
        </p:nvSpPr>
        <p:spPr>
          <a:xfrm>
            <a:off x="149383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/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櫻直井行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42BAAE97-A652-4236-9BD0-F31B9CA16A63}"/>
              </a:ext>
            </a:extLst>
          </p:cNvPr>
          <p:cNvSpPr/>
          <p:nvPr/>
        </p:nvSpPr>
        <p:spPr>
          <a:xfrm>
            <a:off x="125641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8A062A0-134E-4C06-8D39-36DC08C6A4BF}"/>
              </a:ext>
            </a:extLst>
          </p:cNvPr>
          <p:cNvSpPr>
            <a:spLocks/>
          </p:cNvSpPr>
          <p:nvPr/>
        </p:nvSpPr>
        <p:spPr>
          <a:xfrm>
            <a:off x="1754754" y="428505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AA529AD-2791-41F1-BDE6-882A278FEEC2}"/>
              </a:ext>
            </a:extLst>
          </p:cNvPr>
          <p:cNvSpPr/>
          <p:nvPr/>
        </p:nvSpPr>
        <p:spPr>
          <a:xfrm>
            <a:off x="141497" y="4314094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11" name="フリーフォーム: 図形 110">
            <a:extLst>
              <a:ext uri="{FF2B5EF4-FFF2-40B4-BE49-F238E27FC236}">
                <a16:creationId xmlns:a16="http://schemas.microsoft.com/office/drawing/2014/main" id="{910CCAE5-EDB5-4E9C-8621-AD7CE6DE0F96}"/>
              </a:ext>
            </a:extLst>
          </p:cNvPr>
          <p:cNvSpPr/>
          <p:nvPr/>
        </p:nvSpPr>
        <p:spPr>
          <a:xfrm>
            <a:off x="1769297" y="612755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117" name="フリーフォーム: 図形 116">
            <a:extLst>
              <a:ext uri="{FF2B5EF4-FFF2-40B4-BE49-F238E27FC236}">
                <a16:creationId xmlns:a16="http://schemas.microsoft.com/office/drawing/2014/main" id="{3D98C9FC-CB8D-45E1-B492-764558ECE47E}"/>
              </a:ext>
            </a:extLst>
          </p:cNvPr>
          <p:cNvSpPr/>
          <p:nvPr/>
        </p:nvSpPr>
        <p:spPr>
          <a:xfrm>
            <a:off x="1754754" y="490600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74" name="Rectangle 243">
            <a:extLst>
              <a:ext uri="{FF2B5EF4-FFF2-40B4-BE49-F238E27FC236}">
                <a16:creationId xmlns:a16="http://schemas.microsoft.com/office/drawing/2014/main" id="{FD716C2D-AA55-4C54-93AF-B66E81D8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955" y="37962"/>
            <a:ext cx="2303463" cy="28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altLang="ja-JP" sz="1000" dirty="0"/>
              <a:t>2022.04.01</a:t>
            </a: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267D50A-CCB3-43A9-9579-1B2DE627BA9D}"/>
              </a:ext>
            </a:extLst>
          </p:cNvPr>
          <p:cNvCxnSpPr>
            <a:cxnSpLocks/>
          </p:cNvCxnSpPr>
          <p:nvPr/>
        </p:nvCxnSpPr>
        <p:spPr bwMode="auto">
          <a:xfrm>
            <a:off x="7758820" y="3509072"/>
            <a:ext cx="45752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91AB6409-2756-2C1C-71D0-1BD0C1B9DE19}"/>
              </a:ext>
            </a:extLst>
          </p:cNvPr>
          <p:cNvSpPr/>
          <p:nvPr/>
        </p:nvSpPr>
        <p:spPr>
          <a:xfrm>
            <a:off x="3592339" y="291757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</p:spTree>
    <p:extLst>
      <p:ext uri="{BB962C8B-B14F-4D97-AF65-F5344CB8AC3E}">
        <p14:creationId xmlns:p14="http://schemas.microsoft.com/office/powerpoint/2010/main" val="204206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501008"/>
            <a:ext cx="0" cy="264995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244077" y="2793872"/>
            <a:ext cx="0" cy="7200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2372" y="3640295"/>
            <a:ext cx="877975" cy="44394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櫻井直行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24324" y="42361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237158" y="430939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46564" y="49136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33587" y="61327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46564" y="554211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208970" y="361513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709921" y="3513952"/>
            <a:ext cx="98058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089979D3-78A3-44A0-87F5-B1869B9D66A8}"/>
              </a:ext>
            </a:extLst>
          </p:cNvPr>
          <p:cNvSpPr/>
          <p:nvPr/>
        </p:nvSpPr>
        <p:spPr>
          <a:xfrm>
            <a:off x="694416" y="233433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13187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4800" y="3464371"/>
            <a:ext cx="0" cy="102328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587201" y="1537284"/>
            <a:ext cx="0" cy="196372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 flipH="1">
            <a:off x="3547976" y="3501008"/>
            <a:ext cx="16990" cy="107099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8085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349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444160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7959449" y="5784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2656" y="3464371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E479856E-E89E-02EE-DE71-69D84263501E}"/>
              </a:ext>
            </a:extLst>
          </p:cNvPr>
          <p:cNvSpPr/>
          <p:nvPr/>
        </p:nvSpPr>
        <p:spPr>
          <a:xfrm>
            <a:off x="3133626" y="4441607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</p:spTree>
    <p:extLst>
      <p:ext uri="{BB962C8B-B14F-4D97-AF65-F5344CB8AC3E}">
        <p14:creationId xmlns:p14="http://schemas.microsoft.com/office/powerpoint/2010/main" val="427113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E1C291-330B-47C5-A3F7-F72C8D29AD54}"/>
              </a:ext>
            </a:extLst>
          </p:cNvPr>
          <p:cNvCxnSpPr>
            <a:cxnSpLocks/>
          </p:cNvCxnSpPr>
          <p:nvPr/>
        </p:nvCxnSpPr>
        <p:spPr bwMode="auto">
          <a:xfrm>
            <a:off x="4289559" y="1842676"/>
            <a:ext cx="0" cy="33256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3327481" y="2831052"/>
            <a:ext cx="0" cy="166143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3853316" y="3621053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3853309" y="298349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2861087" y="363296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2861087" y="428788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2861087" y="29867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3313043" y="2831052"/>
            <a:ext cx="200107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DEC8A5-8BA7-424A-A362-6255CDD0A3C7}"/>
              </a:ext>
            </a:extLst>
          </p:cNvPr>
          <p:cNvCxnSpPr>
            <a:cxnSpLocks/>
          </p:cNvCxnSpPr>
          <p:nvPr/>
        </p:nvCxnSpPr>
        <p:spPr bwMode="auto">
          <a:xfrm>
            <a:off x="5310481" y="2816645"/>
            <a:ext cx="0" cy="533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4875593" y="298282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3877944" y="22253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9EA7ADB-AE1D-4929-B595-E9F68DCD911F}"/>
              </a:ext>
            </a:extLst>
          </p:cNvPr>
          <p:cNvSpPr/>
          <p:nvPr/>
        </p:nvSpPr>
        <p:spPr>
          <a:xfrm>
            <a:off x="3877198" y="16687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13667C5D-580B-02E6-F2CE-8D98ACD62443}"/>
              </a:ext>
            </a:extLst>
          </p:cNvPr>
          <p:cNvSpPr/>
          <p:nvPr/>
        </p:nvSpPr>
        <p:spPr>
          <a:xfrm>
            <a:off x="3852634" y="426828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923F78E8-BA08-0A8C-20FD-CE96757C0C98}"/>
              </a:ext>
            </a:extLst>
          </p:cNvPr>
          <p:cNvSpPr/>
          <p:nvPr/>
        </p:nvSpPr>
        <p:spPr>
          <a:xfrm>
            <a:off x="3851120" y="493155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40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4287655" y="2228238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3260542" y="2228239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314768" y="2234242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341882" y="2228237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D31CF93A-8DE0-4DE1-8A0B-53C6D14BFCAE}"/>
              </a:ext>
            </a:extLst>
          </p:cNvPr>
          <p:cNvSpPr/>
          <p:nvPr/>
        </p:nvSpPr>
        <p:spPr>
          <a:xfrm>
            <a:off x="1233586" y="22301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</p:spTree>
    <p:extLst>
      <p:ext uri="{BB962C8B-B14F-4D97-AF65-F5344CB8AC3E}">
        <p14:creationId xmlns:p14="http://schemas.microsoft.com/office/powerpoint/2010/main" val="332510003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14979</TotalTime>
  <Words>697</Words>
  <Application>Microsoft Office PowerPoint</Application>
  <PresentationFormat>画面に合わせる (4:3)</PresentationFormat>
  <Paragraphs>215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Meiryo UI</vt:lpstr>
      <vt:lpstr>ＭＳ Ｐゴシック</vt:lpstr>
      <vt:lpstr>Arial</vt:lpstr>
      <vt:lpstr>標準デザイン</vt:lpstr>
      <vt:lpstr>連絡網（生産一課一係）</vt:lpstr>
      <vt:lpstr>PowerPoint プレゼンテーション</vt:lpstr>
      <vt:lpstr>連絡網（生産一課一係）</vt:lpstr>
      <vt:lpstr>連絡網（生産一課一係）</vt:lpstr>
      <vt:lpstr>連絡網（生産一課一係）</vt:lpstr>
      <vt:lpstr>連絡網（生産一課一係）</vt:lpstr>
      <vt:lpstr>連絡網（生産一課一係）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MATSUI Teruyoshi (松井 照佳)</cp:lastModifiedBy>
  <cp:revision>98</cp:revision>
  <cp:lastPrinted>2022-03-02T07:08:07Z</cp:lastPrinted>
  <dcterms:created xsi:type="dcterms:W3CDTF">2012-04-06T06:16:39Z</dcterms:created>
  <dcterms:modified xsi:type="dcterms:W3CDTF">2023-04-02T06:10:01Z</dcterms:modified>
</cp:coreProperties>
</file>