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82" r:id="rId4"/>
    <p:sldId id="283" r:id="rId5"/>
    <p:sldId id="284" r:id="rId6"/>
    <p:sldId id="285" r:id="rId7"/>
    <p:sldId id="286" r:id="rId8"/>
    <p:sldId id="287" r:id="rId9"/>
    <p:sldId id="288" r:id="rId10"/>
  </p:sldIdLst>
  <p:sldSz cx="12195175" cy="6858000"/>
  <p:notesSz cx="6858000" cy="9144000"/>
  <p:defaultTex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A00F12-48FC-42F9-B948-120C387BE0C4}" v="249" dt="2026-09-04T07:33:06.9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94679" autoAdjust="0"/>
  </p:normalViewPr>
  <p:slideViewPr>
    <p:cSldViewPr>
      <p:cViewPr varScale="1">
        <p:scale>
          <a:sx n="104" d="100"/>
          <a:sy n="104" d="100"/>
        </p:scale>
        <p:origin x="582" y="114"/>
      </p:cViewPr>
      <p:guideLst>
        <p:guide orient="horz" pos="2160"/>
        <p:guide pos="384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HII Masato (石井 将人)" userId="088d88b7-cafb-4a24-a2a6-382fe02eae18" providerId="ADAL" clId="{90E056D0-C344-40B3-83D5-F9B406462F22}"/>
    <pc:docChg chg="custSel addSld delSld modSld">
      <pc:chgData name="ISHII Masato (石井 将人)" userId="088d88b7-cafb-4a24-a2a6-382fe02eae18" providerId="ADAL" clId="{90E056D0-C344-40B3-83D5-F9B406462F22}" dt="2026-09-04T07:33:28.363" v="1681" actId="208"/>
      <pc:docMkLst>
        <pc:docMk/>
      </pc:docMkLst>
      <pc:sldChg chg="modSp mod">
        <pc:chgData name="ISHII Masato (石井 将人)" userId="088d88b7-cafb-4a24-a2a6-382fe02eae18" providerId="ADAL" clId="{90E056D0-C344-40B3-83D5-F9B406462F22}" dt="2026-09-04T06:08:11.632" v="51"/>
        <pc:sldMkLst>
          <pc:docMk/>
          <pc:sldMk cId="0" sldId="256"/>
        </pc:sldMkLst>
        <pc:spChg chg="mod">
          <ac:chgData name="ISHII Masato (石井 将人)" userId="088d88b7-cafb-4a24-a2a6-382fe02eae18" providerId="ADAL" clId="{90E056D0-C344-40B3-83D5-F9B406462F22}" dt="2026-09-04T06:08:02.985" v="44"/>
          <ac:spMkLst>
            <pc:docMk/>
            <pc:sldMk cId="0" sldId="256"/>
            <ac:spMk id="2" creationId="{00000000-0000-0000-0000-000000000000}"/>
          </ac:spMkLst>
        </pc:spChg>
        <pc:spChg chg="mod">
          <ac:chgData name="ISHII Masato (石井 将人)" userId="088d88b7-cafb-4a24-a2a6-382fe02eae18" providerId="ADAL" clId="{90E056D0-C344-40B3-83D5-F9B406462F22}" dt="2026-09-04T06:08:11.632" v="51"/>
          <ac:spMkLst>
            <pc:docMk/>
            <pc:sldMk cId="0" sldId="256"/>
            <ac:spMk id="3" creationId="{00000000-0000-0000-0000-000000000000}"/>
          </ac:spMkLst>
        </pc:spChg>
      </pc:sldChg>
      <pc:sldChg chg="modSp mod">
        <pc:chgData name="ISHII Masato (石井 将人)" userId="088d88b7-cafb-4a24-a2a6-382fe02eae18" providerId="ADAL" clId="{90E056D0-C344-40B3-83D5-F9B406462F22}" dt="2026-09-04T06:45:03.822" v="226" actId="20577"/>
        <pc:sldMkLst>
          <pc:docMk/>
          <pc:sldMk cId="0" sldId="257"/>
        </pc:sldMkLst>
        <pc:spChg chg="mod">
          <ac:chgData name="ISHII Masato (石井 将人)" userId="088d88b7-cafb-4a24-a2a6-382fe02eae18" providerId="ADAL" clId="{90E056D0-C344-40B3-83D5-F9B406462F22}" dt="2026-09-04T06:08:32.893" v="78"/>
          <ac:spMkLst>
            <pc:docMk/>
            <pc:sldMk cId="0" sldId="257"/>
            <ac:spMk id="4" creationId="{00000000-0000-0000-0000-000000000000}"/>
          </ac:spMkLst>
        </pc:spChg>
        <pc:spChg chg="mod">
          <ac:chgData name="ISHII Masato (石井 将人)" userId="088d88b7-cafb-4a24-a2a6-382fe02eae18" providerId="ADAL" clId="{90E056D0-C344-40B3-83D5-F9B406462F22}" dt="2026-09-04T06:45:03.822" v="226" actId="20577"/>
          <ac:spMkLst>
            <pc:docMk/>
            <pc:sldMk cId="0" sldId="257"/>
            <ac:spMk id="7" creationId="{DC24B9AA-2764-989F-6DE5-5D54309A4FC3}"/>
          </ac:spMkLst>
        </pc:spChg>
      </pc:sldChg>
      <pc:sldChg chg="del">
        <pc:chgData name="ISHII Masato (石井 将人)" userId="088d88b7-cafb-4a24-a2a6-382fe02eae18" providerId="ADAL" clId="{90E056D0-C344-40B3-83D5-F9B406462F22}" dt="2026-09-04T06:47:58.951" v="254" actId="47"/>
        <pc:sldMkLst>
          <pc:docMk/>
          <pc:sldMk cId="241227330" sldId="275"/>
        </pc:sldMkLst>
      </pc:sldChg>
      <pc:sldChg chg="del">
        <pc:chgData name="ISHII Masato (石井 将人)" userId="088d88b7-cafb-4a24-a2a6-382fe02eae18" providerId="ADAL" clId="{90E056D0-C344-40B3-83D5-F9B406462F22}" dt="2026-09-04T06:47:58.024" v="253" actId="47"/>
        <pc:sldMkLst>
          <pc:docMk/>
          <pc:sldMk cId="2598070037" sldId="278"/>
        </pc:sldMkLst>
      </pc:sldChg>
      <pc:sldChg chg="del">
        <pc:chgData name="ISHII Masato (石井 将人)" userId="088d88b7-cafb-4a24-a2a6-382fe02eae18" providerId="ADAL" clId="{90E056D0-C344-40B3-83D5-F9B406462F22}" dt="2026-09-04T06:48:00.188" v="255" actId="47"/>
        <pc:sldMkLst>
          <pc:docMk/>
          <pc:sldMk cId="3205683766" sldId="279"/>
        </pc:sldMkLst>
      </pc:sldChg>
      <pc:sldChg chg="del">
        <pc:chgData name="ISHII Masato (石井 将人)" userId="088d88b7-cafb-4a24-a2a6-382fe02eae18" providerId="ADAL" clId="{90E056D0-C344-40B3-83D5-F9B406462F22}" dt="2026-09-04T06:48:01.020" v="256" actId="47"/>
        <pc:sldMkLst>
          <pc:docMk/>
          <pc:sldMk cId="3415195105" sldId="280"/>
        </pc:sldMkLst>
      </pc:sldChg>
      <pc:sldChg chg="del">
        <pc:chgData name="ISHII Masato (石井 将人)" userId="088d88b7-cafb-4a24-a2a6-382fe02eae18" providerId="ADAL" clId="{90E056D0-C344-40B3-83D5-F9B406462F22}" dt="2026-09-04T06:48:01.764" v="257" actId="47"/>
        <pc:sldMkLst>
          <pc:docMk/>
          <pc:sldMk cId="3874612545" sldId="281"/>
        </pc:sldMkLst>
      </pc:sldChg>
      <pc:sldChg chg="addSp delSp modSp add mod">
        <pc:chgData name="ISHII Masato (石井 将人)" userId="088d88b7-cafb-4a24-a2a6-382fe02eae18" providerId="ADAL" clId="{90E056D0-C344-40B3-83D5-F9B406462F22}" dt="2026-09-04T07:23:21.841" v="717" actId="14100"/>
        <pc:sldMkLst>
          <pc:docMk/>
          <pc:sldMk cId="1117831513" sldId="282"/>
        </pc:sldMkLst>
        <pc:spChg chg="mod">
          <ac:chgData name="ISHII Masato (石井 将人)" userId="088d88b7-cafb-4a24-a2a6-382fe02eae18" providerId="ADAL" clId="{90E056D0-C344-40B3-83D5-F9B406462F22}" dt="2026-09-04T06:45:37.536" v="249"/>
          <ac:spMkLst>
            <pc:docMk/>
            <pc:sldMk cId="1117831513" sldId="282"/>
            <ac:spMk id="4" creationId="{55CA017D-6538-AA36-7F34-EBB959131623}"/>
          </ac:spMkLst>
        </pc:spChg>
        <pc:spChg chg="add mod">
          <ac:chgData name="ISHII Masato (石井 将人)" userId="088d88b7-cafb-4a24-a2a6-382fe02eae18" providerId="ADAL" clId="{90E056D0-C344-40B3-83D5-F9B406462F22}" dt="2026-09-04T07:23:21.841" v="717" actId="14100"/>
          <ac:spMkLst>
            <pc:docMk/>
            <pc:sldMk cId="1117831513" sldId="282"/>
            <ac:spMk id="5" creationId="{816536F4-8CE1-DB28-CB45-127FC071BF19}"/>
          </ac:spMkLst>
        </pc:spChg>
        <pc:spChg chg="del mod">
          <ac:chgData name="ISHII Masato (石井 将人)" userId="088d88b7-cafb-4a24-a2a6-382fe02eae18" providerId="ADAL" clId="{90E056D0-C344-40B3-83D5-F9B406462F22}" dt="2026-09-04T06:47:47.109" v="251" actId="22"/>
          <ac:spMkLst>
            <pc:docMk/>
            <pc:sldMk cId="1117831513" sldId="282"/>
            <ac:spMk id="7" creationId="{29362546-63B9-5809-ECC5-CCC13EACE1D1}"/>
          </ac:spMkLst>
        </pc:spChg>
        <pc:picChg chg="add mod ord">
          <ac:chgData name="ISHII Masato (石井 将人)" userId="088d88b7-cafb-4a24-a2a6-382fe02eae18" providerId="ADAL" clId="{90E056D0-C344-40B3-83D5-F9B406462F22}" dt="2026-09-04T06:47:49.498" v="252" actId="1076"/>
          <ac:picMkLst>
            <pc:docMk/>
            <pc:sldMk cId="1117831513" sldId="282"/>
            <ac:picMk id="3" creationId="{3965E6DF-01C9-7716-5EF4-023144FE7E23}"/>
          </ac:picMkLst>
        </pc:picChg>
      </pc:sldChg>
      <pc:sldChg chg="addSp delSp modSp add mod">
        <pc:chgData name="ISHII Masato (石井 将人)" userId="088d88b7-cafb-4a24-a2a6-382fe02eae18" providerId="ADAL" clId="{90E056D0-C344-40B3-83D5-F9B406462F22}" dt="2026-09-04T07:25:14.529" v="944"/>
        <pc:sldMkLst>
          <pc:docMk/>
          <pc:sldMk cId="1674032035" sldId="283"/>
        </pc:sldMkLst>
        <pc:spChg chg="add del mod">
          <ac:chgData name="ISHII Masato (石井 将人)" userId="088d88b7-cafb-4a24-a2a6-382fe02eae18" providerId="ADAL" clId="{90E056D0-C344-40B3-83D5-F9B406462F22}" dt="2026-09-04T06:48:22.158" v="263" actId="22"/>
          <ac:spMkLst>
            <pc:docMk/>
            <pc:sldMk cId="1674032035" sldId="283"/>
            <ac:spMk id="2" creationId="{8795B65D-A056-CE3C-6BB4-75C7594A8F18}"/>
          </ac:spMkLst>
        </pc:spChg>
        <pc:spChg chg="mod">
          <ac:chgData name="ISHII Masato (石井 将人)" userId="088d88b7-cafb-4a24-a2a6-382fe02eae18" providerId="ADAL" clId="{90E056D0-C344-40B3-83D5-F9B406462F22}" dt="2026-09-04T06:48:07.922" v="261"/>
          <ac:spMkLst>
            <pc:docMk/>
            <pc:sldMk cId="1674032035" sldId="283"/>
            <ac:spMk id="4" creationId="{2FD342AB-A126-FD04-B66F-A8181612816A}"/>
          </ac:spMkLst>
        </pc:spChg>
        <pc:spChg chg="add mod">
          <ac:chgData name="ISHII Masato (石井 将人)" userId="088d88b7-cafb-4a24-a2a6-382fe02eae18" providerId="ADAL" clId="{90E056D0-C344-40B3-83D5-F9B406462F22}" dt="2026-09-04T07:25:14.529" v="944"/>
          <ac:spMkLst>
            <pc:docMk/>
            <pc:sldMk cId="1674032035" sldId="283"/>
            <ac:spMk id="8" creationId="{BA374335-9C09-4C8D-6A9B-6EBAF3CD4AF7}"/>
          </ac:spMkLst>
        </pc:spChg>
        <pc:picChg chg="del">
          <ac:chgData name="ISHII Masato (石井 将人)" userId="088d88b7-cafb-4a24-a2a6-382fe02eae18" providerId="ADAL" clId="{90E056D0-C344-40B3-83D5-F9B406462F22}" dt="2026-09-04T06:48:09.958" v="262" actId="478"/>
          <ac:picMkLst>
            <pc:docMk/>
            <pc:sldMk cId="1674032035" sldId="283"/>
            <ac:picMk id="3" creationId="{DA093133-B1DD-667E-52D3-9180FCF27FB1}"/>
          </ac:picMkLst>
        </pc:picChg>
        <pc:picChg chg="add mod ord">
          <ac:chgData name="ISHII Masato (石井 将人)" userId="088d88b7-cafb-4a24-a2a6-382fe02eae18" providerId="ADAL" clId="{90E056D0-C344-40B3-83D5-F9B406462F22}" dt="2026-09-04T06:48:24.268" v="264" actId="1076"/>
          <ac:picMkLst>
            <pc:docMk/>
            <pc:sldMk cId="1674032035" sldId="283"/>
            <ac:picMk id="6" creationId="{B9DFB2BF-4412-7340-E41A-35C8DF459247}"/>
          </ac:picMkLst>
        </pc:picChg>
      </pc:sldChg>
      <pc:sldChg chg="addSp delSp modSp add mod">
        <pc:chgData name="ISHII Masato (石井 将人)" userId="088d88b7-cafb-4a24-a2a6-382fe02eae18" providerId="ADAL" clId="{90E056D0-C344-40B3-83D5-F9B406462F22}" dt="2026-09-04T07:27:41.899" v="1154"/>
        <pc:sldMkLst>
          <pc:docMk/>
          <pc:sldMk cId="1818031273" sldId="284"/>
        </pc:sldMkLst>
        <pc:spChg chg="add del mod">
          <ac:chgData name="ISHII Masato (石井 将人)" userId="088d88b7-cafb-4a24-a2a6-382fe02eae18" providerId="ADAL" clId="{90E056D0-C344-40B3-83D5-F9B406462F22}" dt="2026-09-04T06:48:43.892" v="270" actId="22"/>
          <ac:spMkLst>
            <pc:docMk/>
            <pc:sldMk cId="1818031273" sldId="284"/>
            <ac:spMk id="2" creationId="{84F9C708-6E8D-10BF-9D00-C556B390AAD8}"/>
          </ac:spMkLst>
        </pc:spChg>
        <pc:spChg chg="mod">
          <ac:chgData name="ISHII Masato (石井 将人)" userId="088d88b7-cafb-4a24-a2a6-382fe02eae18" providerId="ADAL" clId="{90E056D0-C344-40B3-83D5-F9B406462F22}" dt="2026-09-04T06:48:30.914" v="268"/>
          <ac:spMkLst>
            <pc:docMk/>
            <pc:sldMk cId="1818031273" sldId="284"/>
            <ac:spMk id="4" creationId="{FF9CDF2B-FAEA-6D44-6B80-9E08ECCBAF65}"/>
          </ac:spMkLst>
        </pc:spChg>
        <pc:spChg chg="add mod">
          <ac:chgData name="ISHII Masato (石井 将人)" userId="088d88b7-cafb-4a24-a2a6-382fe02eae18" providerId="ADAL" clId="{90E056D0-C344-40B3-83D5-F9B406462F22}" dt="2026-09-04T07:27:41.899" v="1154"/>
          <ac:spMkLst>
            <pc:docMk/>
            <pc:sldMk cId="1818031273" sldId="284"/>
            <ac:spMk id="8" creationId="{F6BCA261-E2C9-BDBC-1CAE-0121121484BD}"/>
          </ac:spMkLst>
        </pc:spChg>
        <pc:picChg chg="add mod ord">
          <ac:chgData name="ISHII Masato (石井 将人)" userId="088d88b7-cafb-4a24-a2a6-382fe02eae18" providerId="ADAL" clId="{90E056D0-C344-40B3-83D5-F9B406462F22}" dt="2026-09-04T06:48:45.237" v="271" actId="1076"/>
          <ac:picMkLst>
            <pc:docMk/>
            <pc:sldMk cId="1818031273" sldId="284"/>
            <ac:picMk id="5" creationId="{A2142AE4-3285-FF01-54B6-7D3FAC9FCF14}"/>
          </ac:picMkLst>
        </pc:picChg>
        <pc:picChg chg="del">
          <ac:chgData name="ISHII Masato (石井 将人)" userId="088d88b7-cafb-4a24-a2a6-382fe02eae18" providerId="ADAL" clId="{90E056D0-C344-40B3-83D5-F9B406462F22}" dt="2026-09-04T06:48:32.821" v="269" actId="478"/>
          <ac:picMkLst>
            <pc:docMk/>
            <pc:sldMk cId="1818031273" sldId="284"/>
            <ac:picMk id="6" creationId="{616975C7-FC14-9D21-1F7E-42F7F8632601}"/>
          </ac:picMkLst>
        </pc:picChg>
      </pc:sldChg>
      <pc:sldChg chg="addSp delSp modSp add mod">
        <pc:chgData name="ISHII Masato (石井 将人)" userId="088d88b7-cafb-4a24-a2a6-382fe02eae18" providerId="ADAL" clId="{90E056D0-C344-40B3-83D5-F9B406462F22}" dt="2026-09-04T07:29:29.929" v="1256"/>
        <pc:sldMkLst>
          <pc:docMk/>
          <pc:sldMk cId="4248576274" sldId="285"/>
        </pc:sldMkLst>
        <pc:spChg chg="add del mod">
          <ac:chgData name="ISHII Masato (石井 将人)" userId="088d88b7-cafb-4a24-a2a6-382fe02eae18" providerId="ADAL" clId="{90E056D0-C344-40B3-83D5-F9B406462F22}" dt="2026-09-04T06:49:15.407" v="277" actId="22"/>
          <ac:spMkLst>
            <pc:docMk/>
            <pc:sldMk cId="4248576274" sldId="285"/>
            <ac:spMk id="2" creationId="{F825C338-D4D8-0058-AB5E-090A8576850E}"/>
          </ac:spMkLst>
        </pc:spChg>
        <pc:spChg chg="mod">
          <ac:chgData name="ISHII Masato (石井 将人)" userId="088d88b7-cafb-4a24-a2a6-382fe02eae18" providerId="ADAL" clId="{90E056D0-C344-40B3-83D5-F9B406462F22}" dt="2026-09-04T06:48:57.227" v="275"/>
          <ac:spMkLst>
            <pc:docMk/>
            <pc:sldMk cId="4248576274" sldId="285"/>
            <ac:spMk id="4" creationId="{606AAB61-463C-43E3-0BA2-E9CE9099916F}"/>
          </ac:spMkLst>
        </pc:spChg>
        <pc:spChg chg="add mod">
          <ac:chgData name="ISHII Masato (石井 将人)" userId="088d88b7-cafb-4a24-a2a6-382fe02eae18" providerId="ADAL" clId="{90E056D0-C344-40B3-83D5-F9B406462F22}" dt="2026-09-04T07:29:29.929" v="1256"/>
          <ac:spMkLst>
            <pc:docMk/>
            <pc:sldMk cId="4248576274" sldId="285"/>
            <ac:spMk id="8" creationId="{6DBA8262-7025-87CE-D0B2-BF1373C39D61}"/>
          </ac:spMkLst>
        </pc:spChg>
        <pc:picChg chg="del">
          <ac:chgData name="ISHII Masato (石井 将人)" userId="088d88b7-cafb-4a24-a2a6-382fe02eae18" providerId="ADAL" clId="{90E056D0-C344-40B3-83D5-F9B406462F22}" dt="2026-09-04T06:48:58.881" v="276" actId="478"/>
          <ac:picMkLst>
            <pc:docMk/>
            <pc:sldMk cId="4248576274" sldId="285"/>
            <ac:picMk id="5" creationId="{3BA3C578-9A56-9C49-062D-D05B26C4C897}"/>
          </ac:picMkLst>
        </pc:picChg>
        <pc:picChg chg="add mod ord">
          <ac:chgData name="ISHII Masato (石井 将人)" userId="088d88b7-cafb-4a24-a2a6-382fe02eae18" providerId="ADAL" clId="{90E056D0-C344-40B3-83D5-F9B406462F22}" dt="2026-09-04T06:49:17.079" v="278" actId="1076"/>
          <ac:picMkLst>
            <pc:docMk/>
            <pc:sldMk cId="4248576274" sldId="285"/>
            <ac:picMk id="6" creationId="{B1F88D51-D412-659E-4471-567B8453793A}"/>
          </ac:picMkLst>
        </pc:picChg>
      </pc:sldChg>
      <pc:sldChg chg="addSp delSp modSp add mod">
        <pc:chgData name="ISHII Masato (石井 将人)" userId="088d88b7-cafb-4a24-a2a6-382fe02eae18" providerId="ADAL" clId="{90E056D0-C344-40B3-83D5-F9B406462F22}" dt="2026-09-04T07:30:17.314" v="1383"/>
        <pc:sldMkLst>
          <pc:docMk/>
          <pc:sldMk cId="3323802066" sldId="286"/>
        </pc:sldMkLst>
        <pc:spChg chg="add del mod">
          <ac:chgData name="ISHII Masato (石井 将人)" userId="088d88b7-cafb-4a24-a2a6-382fe02eae18" providerId="ADAL" clId="{90E056D0-C344-40B3-83D5-F9B406462F22}" dt="2026-09-04T06:49:57.224" v="293" actId="22"/>
          <ac:spMkLst>
            <pc:docMk/>
            <pc:sldMk cId="3323802066" sldId="286"/>
            <ac:spMk id="2" creationId="{F35DE8A0-94C0-CEA2-6CFA-E82F93C88448}"/>
          </ac:spMkLst>
        </pc:spChg>
        <pc:spChg chg="mod">
          <ac:chgData name="ISHII Masato (石井 将人)" userId="088d88b7-cafb-4a24-a2a6-382fe02eae18" providerId="ADAL" clId="{90E056D0-C344-40B3-83D5-F9B406462F22}" dt="2026-09-04T06:49:26.179" v="283"/>
          <ac:spMkLst>
            <pc:docMk/>
            <pc:sldMk cId="3323802066" sldId="286"/>
            <ac:spMk id="4" creationId="{595A4676-6F92-B067-A107-9A2464B34B7A}"/>
          </ac:spMkLst>
        </pc:spChg>
        <pc:spChg chg="add mod">
          <ac:chgData name="ISHII Masato (石井 将人)" userId="088d88b7-cafb-4a24-a2a6-382fe02eae18" providerId="ADAL" clId="{90E056D0-C344-40B3-83D5-F9B406462F22}" dt="2026-09-04T07:30:17.314" v="1383"/>
          <ac:spMkLst>
            <pc:docMk/>
            <pc:sldMk cId="3323802066" sldId="286"/>
            <ac:spMk id="8" creationId="{45FEA6A3-5DA1-DD6F-55E8-BD83DED10532}"/>
          </ac:spMkLst>
        </pc:spChg>
        <pc:picChg chg="add mod ord">
          <ac:chgData name="ISHII Masato (石井 将人)" userId="088d88b7-cafb-4a24-a2a6-382fe02eae18" providerId="ADAL" clId="{90E056D0-C344-40B3-83D5-F9B406462F22}" dt="2026-09-04T06:49:59.387" v="294" actId="1076"/>
          <ac:picMkLst>
            <pc:docMk/>
            <pc:sldMk cId="3323802066" sldId="286"/>
            <ac:picMk id="5" creationId="{CAEC0687-02F9-BE70-6C19-39F54C8248E3}"/>
          </ac:picMkLst>
        </pc:picChg>
        <pc:picChg chg="del">
          <ac:chgData name="ISHII Masato (石井 将人)" userId="088d88b7-cafb-4a24-a2a6-382fe02eae18" providerId="ADAL" clId="{90E056D0-C344-40B3-83D5-F9B406462F22}" dt="2026-09-04T06:49:36.030" v="287" actId="478"/>
          <ac:picMkLst>
            <pc:docMk/>
            <pc:sldMk cId="3323802066" sldId="286"/>
            <ac:picMk id="6" creationId="{57C3D548-73B6-F234-DCF2-5E301C36E9AA}"/>
          </ac:picMkLst>
        </pc:picChg>
      </pc:sldChg>
      <pc:sldChg chg="addSp delSp modSp add mod">
        <pc:chgData name="ISHII Masato (石井 将人)" userId="088d88b7-cafb-4a24-a2a6-382fe02eae18" providerId="ADAL" clId="{90E056D0-C344-40B3-83D5-F9B406462F22}" dt="2026-09-04T07:31:05.888" v="1515"/>
        <pc:sldMkLst>
          <pc:docMk/>
          <pc:sldMk cId="680909745" sldId="287"/>
        </pc:sldMkLst>
        <pc:spChg chg="del">
          <ac:chgData name="ISHII Masato (石井 将人)" userId="088d88b7-cafb-4a24-a2a6-382fe02eae18" providerId="ADAL" clId="{90E056D0-C344-40B3-83D5-F9B406462F22}" dt="2026-09-04T06:50:13.111" v="295" actId="22"/>
          <ac:spMkLst>
            <pc:docMk/>
            <pc:sldMk cId="680909745" sldId="287"/>
            <ac:spMk id="2" creationId="{E1D364A2-3108-507F-28BF-3AE39E57AD25}"/>
          </ac:spMkLst>
        </pc:spChg>
        <pc:spChg chg="mod">
          <ac:chgData name="ISHII Masato (石井 将人)" userId="088d88b7-cafb-4a24-a2a6-382fe02eae18" providerId="ADAL" clId="{90E056D0-C344-40B3-83D5-F9B406462F22}" dt="2026-09-04T06:49:43.436" v="292"/>
          <ac:spMkLst>
            <pc:docMk/>
            <pc:sldMk cId="680909745" sldId="287"/>
            <ac:spMk id="4" creationId="{79385ED2-F9A9-F4EF-CD1F-17FA5D5660D6}"/>
          </ac:spMkLst>
        </pc:spChg>
        <pc:spChg chg="add mod">
          <ac:chgData name="ISHII Masato (石井 将人)" userId="088d88b7-cafb-4a24-a2a6-382fe02eae18" providerId="ADAL" clId="{90E056D0-C344-40B3-83D5-F9B406462F22}" dt="2026-09-04T07:31:05.888" v="1515"/>
          <ac:spMkLst>
            <pc:docMk/>
            <pc:sldMk cId="680909745" sldId="287"/>
            <ac:spMk id="7" creationId="{E6610F5E-7346-3601-ADA7-B84CB443EA17}"/>
          </ac:spMkLst>
        </pc:spChg>
        <pc:picChg chg="add mod ord">
          <ac:chgData name="ISHII Masato (石井 将人)" userId="088d88b7-cafb-4a24-a2a6-382fe02eae18" providerId="ADAL" clId="{90E056D0-C344-40B3-83D5-F9B406462F22}" dt="2026-09-04T06:50:14.692" v="296" actId="1076"/>
          <ac:picMkLst>
            <pc:docMk/>
            <pc:sldMk cId="680909745" sldId="287"/>
            <ac:picMk id="5" creationId="{E8437024-43EA-AA2C-5DF4-FEEE8AF16F92}"/>
          </ac:picMkLst>
        </pc:picChg>
      </pc:sldChg>
      <pc:sldChg chg="modSp add del mod">
        <pc:chgData name="ISHII Masato (石井 将人)" userId="088d88b7-cafb-4a24-a2a6-382fe02eae18" providerId="ADAL" clId="{90E056D0-C344-40B3-83D5-F9B406462F22}" dt="2026-09-04T06:49:37.486" v="288" actId="47"/>
        <pc:sldMkLst>
          <pc:docMk/>
          <pc:sldMk cId="3809128064" sldId="287"/>
        </pc:sldMkLst>
        <pc:spChg chg="mod">
          <ac:chgData name="ISHII Masato (石井 将人)" userId="088d88b7-cafb-4a24-a2a6-382fe02eae18" providerId="ADAL" clId="{90E056D0-C344-40B3-83D5-F9B406462F22}" dt="2026-09-04T06:49:29.195" v="286"/>
          <ac:spMkLst>
            <pc:docMk/>
            <pc:sldMk cId="3809128064" sldId="287"/>
            <ac:spMk id="4" creationId="{375CF721-A89D-52C5-F2C2-04C079E39934}"/>
          </ac:spMkLst>
        </pc:spChg>
      </pc:sldChg>
      <pc:sldChg chg="addSp delSp modSp add mod">
        <pc:chgData name="ISHII Masato (石井 将人)" userId="088d88b7-cafb-4a24-a2a6-382fe02eae18" providerId="ADAL" clId="{90E056D0-C344-40B3-83D5-F9B406462F22}" dt="2026-09-04T07:33:28.363" v="1681" actId="208"/>
        <pc:sldMkLst>
          <pc:docMk/>
          <pc:sldMk cId="1083393332" sldId="288"/>
        </pc:sldMkLst>
        <pc:spChg chg="add mod">
          <ac:chgData name="ISHII Masato (石井 将人)" userId="088d88b7-cafb-4a24-a2a6-382fe02eae18" providerId="ADAL" clId="{90E056D0-C344-40B3-83D5-F9B406462F22}" dt="2026-09-04T07:31:32.534" v="1538" actId="478"/>
          <ac:spMkLst>
            <pc:docMk/>
            <pc:sldMk cId="1083393332" sldId="288"/>
            <ac:spMk id="2" creationId="{8AE6903B-5E08-EB72-1768-75B78310FF58}"/>
          </ac:spMkLst>
        </pc:spChg>
        <pc:spChg chg="add mod">
          <ac:chgData name="ISHII Masato (石井 将人)" userId="088d88b7-cafb-4a24-a2a6-382fe02eae18" providerId="ADAL" clId="{90E056D0-C344-40B3-83D5-F9B406462F22}" dt="2026-09-04T07:33:06.927" v="1677"/>
          <ac:spMkLst>
            <pc:docMk/>
            <pc:sldMk cId="1083393332" sldId="288"/>
            <ac:spMk id="3" creationId="{49FC4013-A15B-5C78-0CB3-485E3DC2D2EF}"/>
          </ac:spMkLst>
        </pc:spChg>
        <pc:spChg chg="mod">
          <ac:chgData name="ISHII Masato (石井 将人)" userId="088d88b7-cafb-4a24-a2a6-382fe02eae18" providerId="ADAL" clId="{90E056D0-C344-40B3-83D5-F9B406462F22}" dt="2026-09-04T07:31:29.192" v="1537"/>
          <ac:spMkLst>
            <pc:docMk/>
            <pc:sldMk cId="1083393332" sldId="288"/>
            <ac:spMk id="4" creationId="{02252485-0265-2DFF-6FD9-D8364438DBE0}"/>
          </ac:spMkLst>
        </pc:spChg>
        <pc:spChg chg="del">
          <ac:chgData name="ISHII Masato (石井 将人)" userId="088d88b7-cafb-4a24-a2a6-382fe02eae18" providerId="ADAL" clId="{90E056D0-C344-40B3-83D5-F9B406462F22}" dt="2026-09-04T07:31:41.150" v="1540" actId="478"/>
          <ac:spMkLst>
            <pc:docMk/>
            <pc:sldMk cId="1083393332" sldId="288"/>
            <ac:spMk id="7" creationId="{5B162792-FC36-D945-8A69-BBF423B902A1}"/>
          </ac:spMkLst>
        </pc:spChg>
        <pc:picChg chg="add del">
          <ac:chgData name="ISHII Masato (石井 将人)" userId="088d88b7-cafb-4a24-a2a6-382fe02eae18" providerId="ADAL" clId="{90E056D0-C344-40B3-83D5-F9B406462F22}" dt="2026-09-04T07:31:42.311" v="1541" actId="478"/>
          <ac:picMkLst>
            <pc:docMk/>
            <pc:sldMk cId="1083393332" sldId="288"/>
            <ac:picMk id="5" creationId="{FE41FEF6-8861-8D7D-BDFD-74D371573E46}"/>
          </ac:picMkLst>
        </pc:picChg>
        <pc:picChg chg="add mod">
          <ac:chgData name="ISHII Masato (石井 将人)" userId="088d88b7-cafb-4a24-a2a6-382fe02eae18" providerId="ADAL" clId="{90E056D0-C344-40B3-83D5-F9B406462F22}" dt="2026-09-04T07:33:28.363" v="1681" actId="208"/>
          <ac:picMkLst>
            <pc:docMk/>
            <pc:sldMk cId="1083393332" sldId="288"/>
            <ac:picMk id="8" creationId="{E9CE1482-8E8F-EB7E-6AE5-DB0002E08CE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ＭＳ Ｐゴシック" pitchFamily="50" charset="-128"/>
              </a:defRPr>
            </a:lvl1pPr>
          </a:lstStyle>
          <a:p>
            <a:pPr>
              <a:defRPr/>
            </a:pPr>
            <a:endParaRPr lang="en-US" altLang="ja-JP"/>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ＭＳ Ｐゴシック" pitchFamily="50" charset="-128"/>
              </a:defRPr>
            </a:lvl1pPr>
          </a:lstStyle>
          <a:p>
            <a:pPr>
              <a:defRPr/>
            </a:pPr>
            <a:endParaRPr lang="en-US" altLang="ja-JP"/>
          </a:p>
        </p:txBody>
      </p:sp>
      <p:sp>
        <p:nvSpPr>
          <p:cNvPr id="717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ＭＳ Ｐゴシック" pitchFamily="50" charset="-128"/>
              </a:defRPr>
            </a:lvl1pPr>
          </a:lstStyle>
          <a:p>
            <a:pPr>
              <a:defRPr/>
            </a:pPr>
            <a:endParaRPr lang="en-US" altLang="ja-JP"/>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ＭＳ Ｐゴシック" pitchFamily="50" charset="-128"/>
              </a:defRPr>
            </a:lvl1pPr>
          </a:lstStyle>
          <a:p>
            <a:pPr>
              <a:defRPr/>
            </a:pPr>
            <a:fld id="{2B45C14F-2C3B-454A-9C64-72E4D0040D58}" type="slidenum">
              <a:rPr lang="en-US" altLang="ja-JP"/>
              <a:pPr>
                <a:defRPr/>
              </a:pPr>
              <a:t>‹#›</a:t>
            </a:fld>
            <a:endParaRPr lang="en-US" altLang="ja-JP"/>
          </a:p>
        </p:txBody>
      </p:sp>
    </p:spTree>
    <p:extLst>
      <p:ext uri="{BB962C8B-B14F-4D97-AF65-F5344CB8AC3E}">
        <p14:creationId xmlns:p14="http://schemas.microsoft.com/office/powerpoint/2010/main" val="106528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2050" name="Picture 2" descr="X:\Hirao\日本光電PPTテンプレート\作業\20180621_2018年度\PNG\PPT_07-01タイトル.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091" y="283"/>
            <a:ext cx="12190993" cy="6857434"/>
          </a:xfrm>
          <a:prstGeom prst="rect">
            <a:avLst/>
          </a:prstGeom>
          <a:noFill/>
          <a:extLst>
            <a:ext uri="{909E8E84-426E-40DD-AFC4-6F175D3DCCD1}">
              <a14:hiddenFill xmlns:a14="http://schemas.microsoft.com/office/drawing/2010/main">
                <a:solidFill>
                  <a:srgbClr val="FFFFFF"/>
                </a:solidFill>
              </a14:hiddenFill>
            </a:ext>
          </a:extLst>
        </p:spPr>
      </p:pic>
      <p:sp>
        <p:nvSpPr>
          <p:cNvPr id="18435" name="Rectangle 34"/>
          <p:cNvSpPr>
            <a:spLocks noGrp="1" noChangeArrowheads="1"/>
          </p:cNvSpPr>
          <p:nvPr>
            <p:ph type="ctrTitle"/>
          </p:nvPr>
        </p:nvSpPr>
        <p:spPr>
          <a:xfrm>
            <a:off x="914638" y="1484461"/>
            <a:ext cx="10365899" cy="1295400"/>
          </a:xfrm>
        </p:spPr>
        <p:txBody>
          <a:bodyPr/>
          <a:lstStyle>
            <a:lvl1pPr algn="ctr">
              <a:defRPr smtClean="0">
                <a:solidFill>
                  <a:schemeClr val="tx1"/>
                </a:solidFill>
              </a:defRPr>
            </a:lvl1pPr>
          </a:lstStyle>
          <a:p>
            <a:r>
              <a:rPr lang="ja-JP" altLang="en-US"/>
              <a:t>マスター タイトルの書式設定</a:t>
            </a:r>
          </a:p>
        </p:txBody>
      </p:sp>
      <p:sp>
        <p:nvSpPr>
          <p:cNvPr id="18436" name="Rectangle 35"/>
          <p:cNvSpPr>
            <a:spLocks noGrp="1" noChangeArrowheads="1"/>
          </p:cNvSpPr>
          <p:nvPr>
            <p:ph type="subTitle" idx="1"/>
          </p:nvPr>
        </p:nvSpPr>
        <p:spPr>
          <a:xfrm>
            <a:off x="1829276" y="2997373"/>
            <a:ext cx="8536623" cy="1655763"/>
          </a:xfrm>
        </p:spPr>
        <p:txBody>
          <a:bodyPr/>
          <a:lstStyle>
            <a:lvl1pPr marL="0" indent="0" algn="ctr">
              <a:buFontTx/>
              <a:buNone/>
              <a:defRPr smtClean="0">
                <a:solidFill>
                  <a:schemeClr val="bg2"/>
                </a:solidFill>
              </a:defRPr>
            </a:lvl1pPr>
          </a:lstStyle>
          <a:p>
            <a:r>
              <a:rPr lang="ja-JP" altLang="en-US"/>
              <a:t>マスター サブタイトルの書式設定</a:t>
            </a:r>
          </a:p>
        </p:txBody>
      </p:sp>
      <p:sp>
        <p:nvSpPr>
          <p:cNvPr id="9" name="Rectangle 36"/>
          <p:cNvSpPr>
            <a:spLocks noGrp="1" noChangeArrowheads="1"/>
          </p:cNvSpPr>
          <p:nvPr>
            <p:ph type="dt" sz="half" idx="2"/>
          </p:nvPr>
        </p:nvSpPr>
        <p:spPr bwMode="auto">
          <a:xfrm>
            <a:off x="8293347" y="6525344"/>
            <a:ext cx="2844800"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ea typeface="ＭＳ Ｐゴシック" pitchFamily="50" charset="-128"/>
              </a:defRPr>
            </a:lvl1pPr>
          </a:lstStyle>
          <a:p>
            <a:pPr>
              <a:defRPr/>
            </a:pPr>
            <a:endParaRPr lang="en-US" altLang="ja-JP"/>
          </a:p>
        </p:txBody>
      </p:sp>
      <p:sp>
        <p:nvSpPr>
          <p:cNvPr id="10" name="Rectangle 37"/>
          <p:cNvSpPr>
            <a:spLocks noGrp="1" noChangeArrowheads="1"/>
          </p:cNvSpPr>
          <p:nvPr>
            <p:ph type="ftr" sz="quarter" idx="3"/>
          </p:nvPr>
        </p:nvSpPr>
        <p:spPr bwMode="auto">
          <a:xfrm>
            <a:off x="87313" y="6525344"/>
            <a:ext cx="3935412"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ea typeface="ＭＳ Ｐゴシック" pitchFamily="50" charset="-128"/>
              </a:defRPr>
            </a:lvl1pPr>
          </a:lstStyle>
          <a:p>
            <a:pPr>
              <a:defRPr/>
            </a:pPr>
            <a:endParaRPr lang="en-US" altLang="ja-JP"/>
          </a:p>
        </p:txBody>
      </p:sp>
      <p:sp>
        <p:nvSpPr>
          <p:cNvPr id="11" name="Rectangle 38"/>
          <p:cNvSpPr>
            <a:spLocks noGrp="1" noChangeArrowheads="1"/>
          </p:cNvSpPr>
          <p:nvPr>
            <p:ph type="sldNum" sz="quarter" idx="4"/>
          </p:nvPr>
        </p:nvSpPr>
        <p:spPr bwMode="auto">
          <a:xfrm>
            <a:off x="11714211" y="6525344"/>
            <a:ext cx="398414" cy="2603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solidFill>
                  <a:schemeClr val="tx1"/>
                </a:solidFill>
                <a:ea typeface="ＭＳ Ｐゴシック" pitchFamily="50" charset="-128"/>
              </a:defRPr>
            </a:lvl1pPr>
          </a:lstStyle>
          <a:p>
            <a:pPr>
              <a:defRPr/>
            </a:pPr>
            <a:fld id="{3589AB9E-BF93-44F0-AACD-B21BAF28FEB0}" type="slidenum">
              <a:rPr lang="en-US" altLang="ja-JP" smtClean="0"/>
              <a:pPr>
                <a:defRPr/>
              </a:pPr>
              <a:t>‹#›</a:t>
            </a:fld>
            <a:endParaRPr lang="en-US" altLang="ja-JP" dirty="0"/>
          </a:p>
        </p:txBody>
      </p:sp>
    </p:spTree>
    <p:extLst>
      <p:ext uri="{BB962C8B-B14F-4D97-AF65-F5344CB8AC3E}">
        <p14:creationId xmlns:p14="http://schemas.microsoft.com/office/powerpoint/2010/main" val="1955907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34521" y="188640"/>
            <a:ext cx="9939530" cy="1081088"/>
          </a:xfrm>
        </p:spPr>
        <p:txBody>
          <a:bodyPr/>
          <a:lstStyle/>
          <a:p>
            <a:r>
              <a:rPr lang="ja-JP" altLang="en-US"/>
              <a:t>マスター タイトルの書式設定</a:t>
            </a:r>
          </a:p>
        </p:txBody>
      </p:sp>
      <p:sp>
        <p:nvSpPr>
          <p:cNvPr id="3" name="コンテンツ プレースホルダ 2"/>
          <p:cNvSpPr>
            <a:spLocks noGrp="1"/>
          </p:cNvSpPr>
          <p:nvPr>
            <p:ph idx="1"/>
          </p:nvPr>
        </p:nvSpPr>
        <p:spPr>
          <a:xfrm>
            <a:off x="334521" y="1412603"/>
            <a:ext cx="11526134" cy="460851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a:ln/>
        </p:spPr>
        <p:txBody>
          <a:bodyPr/>
          <a:lstStyle>
            <a:lvl1pPr>
              <a:defRPr/>
            </a:lvl1pPr>
          </a:lstStyle>
          <a:p>
            <a:pPr>
              <a:defRPr/>
            </a:pPr>
            <a:fld id="{FA9222B9-45DE-4B6D-9428-0A9195C03EC4}" type="slidenum">
              <a:rPr lang="en-US" altLang="ja-JP"/>
              <a:pPr>
                <a:defRPr/>
              </a:pPr>
              <a:t>‹#›</a:t>
            </a:fld>
            <a:endParaRPr lang="en-US" altLang="ja-JP" dirty="0"/>
          </a:p>
        </p:txBody>
      </p:sp>
    </p:spTree>
    <p:extLst>
      <p:ext uri="{BB962C8B-B14F-4D97-AF65-F5344CB8AC3E}">
        <p14:creationId xmlns:p14="http://schemas.microsoft.com/office/powerpoint/2010/main" val="1862365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336" y="3993108"/>
            <a:ext cx="10365899" cy="1362075"/>
          </a:xfrm>
        </p:spPr>
        <p:txBody>
          <a:bodyPr anchor="t"/>
          <a:lstStyle>
            <a:lvl1pPr algn="l">
              <a:defRPr sz="4000" b="1" cap="all"/>
            </a:lvl1pPr>
          </a:lstStyle>
          <a:p>
            <a:r>
              <a:rPr lang="ja-JP" altLang="en-US"/>
              <a:t>マスター タイトルの書式設定</a:t>
            </a:r>
          </a:p>
        </p:txBody>
      </p:sp>
      <p:sp>
        <p:nvSpPr>
          <p:cNvPr id="3" name="テキスト プレースホルダ 2"/>
          <p:cNvSpPr>
            <a:spLocks noGrp="1"/>
          </p:cNvSpPr>
          <p:nvPr>
            <p:ph type="body" idx="1"/>
          </p:nvPr>
        </p:nvSpPr>
        <p:spPr>
          <a:xfrm>
            <a:off x="963336" y="2492921"/>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a:ln/>
        </p:spPr>
        <p:txBody>
          <a:bodyPr/>
          <a:lstStyle>
            <a:lvl1pPr>
              <a:defRPr/>
            </a:lvl1pPr>
          </a:lstStyle>
          <a:p>
            <a:pPr>
              <a:defRPr/>
            </a:pPr>
            <a:fld id="{CDC9A24C-A272-4486-8F9A-69EE51C359AB}" type="slidenum">
              <a:rPr lang="en-US" altLang="ja-JP"/>
              <a:pPr>
                <a:defRPr/>
              </a:pPr>
              <a:t>‹#›</a:t>
            </a:fld>
            <a:endParaRPr lang="en-US" altLang="ja-JP" dirty="0"/>
          </a:p>
        </p:txBody>
      </p:sp>
    </p:spTree>
    <p:extLst>
      <p:ext uri="{BB962C8B-B14F-4D97-AF65-F5344CB8AC3E}">
        <p14:creationId xmlns:p14="http://schemas.microsoft.com/office/powerpoint/2010/main" val="2853328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34521" y="188640"/>
            <a:ext cx="9939530" cy="1081088"/>
          </a:xfrm>
        </p:spPr>
        <p:txBody>
          <a:bodyPr/>
          <a:lstStyle/>
          <a:p>
            <a:r>
              <a:rPr lang="ja-JP" altLang="en-US"/>
              <a:t>マスター タイトルの書式設定</a:t>
            </a:r>
          </a:p>
        </p:txBody>
      </p:sp>
      <p:sp>
        <p:nvSpPr>
          <p:cNvPr id="3" name="コンテンツ プレースホルダ 2"/>
          <p:cNvSpPr>
            <a:spLocks noGrp="1"/>
          </p:cNvSpPr>
          <p:nvPr>
            <p:ph sz="half" idx="1"/>
          </p:nvPr>
        </p:nvSpPr>
        <p:spPr>
          <a:xfrm>
            <a:off x="334537" y="1412603"/>
            <a:ext cx="5661441"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99230" y="1412603"/>
            <a:ext cx="5661441"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38"/>
          <p:cNvSpPr>
            <a:spLocks noGrp="1" noChangeArrowheads="1"/>
          </p:cNvSpPr>
          <p:nvPr>
            <p:ph type="sldNum" sz="quarter" idx="12"/>
          </p:nvPr>
        </p:nvSpPr>
        <p:spPr>
          <a:ln/>
        </p:spPr>
        <p:txBody>
          <a:bodyPr/>
          <a:lstStyle>
            <a:lvl1pPr>
              <a:defRPr/>
            </a:lvl1pPr>
          </a:lstStyle>
          <a:p>
            <a:pPr>
              <a:defRPr/>
            </a:pPr>
            <a:fld id="{861CE1F5-ED16-4AEF-B63E-AAE983240A8D}" type="slidenum">
              <a:rPr lang="en-US" altLang="ja-JP"/>
              <a:pPr>
                <a:defRPr/>
              </a:pPr>
              <a:t>‹#›</a:t>
            </a:fld>
            <a:endParaRPr lang="en-US" altLang="ja-JP" dirty="0"/>
          </a:p>
        </p:txBody>
      </p:sp>
    </p:spTree>
    <p:extLst>
      <p:ext uri="{BB962C8B-B14F-4D97-AF65-F5344CB8AC3E}">
        <p14:creationId xmlns:p14="http://schemas.microsoft.com/office/powerpoint/2010/main" val="2535310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09759" y="188640"/>
            <a:ext cx="9664292" cy="1143000"/>
          </a:xfrm>
        </p:spPr>
        <p:txBody>
          <a:bodyPr/>
          <a:lstStyle>
            <a:lvl1pPr>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759" y="1449115"/>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759" y="2088877"/>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4996" y="1449115"/>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4996" y="2088877"/>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38"/>
          <p:cNvSpPr>
            <a:spLocks noGrp="1" noChangeArrowheads="1"/>
          </p:cNvSpPr>
          <p:nvPr>
            <p:ph type="sldNum" sz="quarter" idx="12"/>
          </p:nvPr>
        </p:nvSpPr>
        <p:spPr>
          <a:ln/>
        </p:spPr>
        <p:txBody>
          <a:bodyPr/>
          <a:lstStyle>
            <a:lvl1pPr>
              <a:defRPr/>
            </a:lvl1pPr>
          </a:lstStyle>
          <a:p>
            <a:pPr>
              <a:defRPr/>
            </a:pPr>
            <a:fld id="{278677F9-7C58-4F7A-AFDE-56987A05C8C0}" type="slidenum">
              <a:rPr lang="en-US" altLang="ja-JP"/>
              <a:pPr>
                <a:defRPr/>
              </a:pPr>
              <a:t>‹#›</a:t>
            </a:fld>
            <a:endParaRPr lang="en-US" altLang="ja-JP" dirty="0"/>
          </a:p>
        </p:txBody>
      </p:sp>
    </p:spTree>
    <p:extLst>
      <p:ext uri="{BB962C8B-B14F-4D97-AF65-F5344CB8AC3E}">
        <p14:creationId xmlns:p14="http://schemas.microsoft.com/office/powerpoint/2010/main" val="106681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pic>
        <p:nvPicPr>
          <p:cNvPr id="3074" name="Picture 2" descr="X:\Hirao\日本光電PPTテンプレート\作業\20180621_2018年度\PNG\PPT_07-03帯あり.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091" y="283"/>
            <a:ext cx="12190993" cy="6857434"/>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p:cNvSpPr>
            <a:spLocks noGrp="1"/>
          </p:cNvSpPr>
          <p:nvPr>
            <p:ph type="title"/>
          </p:nvPr>
        </p:nvSpPr>
        <p:spPr>
          <a:xfrm>
            <a:off x="334521" y="0"/>
            <a:ext cx="9939530" cy="908720"/>
          </a:xfrm>
        </p:spPr>
        <p:txBody>
          <a:bodyPr/>
          <a:lstStyle>
            <a:lvl1pPr>
              <a:defRPr>
                <a:solidFill>
                  <a:schemeClr val="tx1"/>
                </a:solidFill>
              </a:defRPr>
            </a:lvl1pPr>
          </a:lstStyle>
          <a:p>
            <a:r>
              <a:rPr lang="ja-JP" altLang="en-US"/>
              <a:t>マスター タイトルの書式設定</a:t>
            </a:r>
            <a:endParaRPr lang="ja-JP" altLang="en-US" dirty="0"/>
          </a:p>
        </p:txBody>
      </p:sp>
      <p:sp>
        <p:nvSpPr>
          <p:cNvPr id="4" name="Rectangle 36"/>
          <p:cNvSpPr>
            <a:spLocks noGrp="1" noChangeArrowheads="1"/>
          </p:cNvSpPr>
          <p:nvPr>
            <p:ph type="dt" sz="half" idx="10"/>
          </p:nvPr>
        </p:nvSpPr>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p:txBody>
          <a:bodyPr/>
          <a:lstStyle>
            <a:lvl1pPr>
              <a:defRPr/>
            </a:lvl1pPr>
          </a:lstStyle>
          <a:p>
            <a:pPr>
              <a:defRPr/>
            </a:pPr>
            <a:fld id="{DC3CAE6F-8457-4CF3-B140-0929F5465056}" type="slidenum">
              <a:rPr lang="en-US" altLang="ja-JP"/>
              <a:pPr>
                <a:defRPr/>
              </a:pPr>
              <a:t>‹#›</a:t>
            </a:fld>
            <a:endParaRPr lang="en-US" altLang="ja-JP"/>
          </a:p>
        </p:txBody>
      </p:sp>
    </p:spTree>
    <p:extLst>
      <p:ext uri="{BB962C8B-B14F-4D97-AF65-F5344CB8AC3E}">
        <p14:creationId xmlns:p14="http://schemas.microsoft.com/office/powerpoint/2010/main" val="194136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38"/>
          <p:cNvSpPr>
            <a:spLocks noGrp="1" noChangeArrowheads="1"/>
          </p:cNvSpPr>
          <p:nvPr>
            <p:ph type="sldNum" sz="quarter" idx="12"/>
          </p:nvPr>
        </p:nvSpPr>
        <p:spPr>
          <a:ln/>
        </p:spPr>
        <p:txBody>
          <a:bodyPr/>
          <a:lstStyle>
            <a:lvl1pPr>
              <a:defRPr/>
            </a:lvl1pPr>
          </a:lstStyle>
          <a:p>
            <a:pPr>
              <a:defRPr/>
            </a:pPr>
            <a:fld id="{7A33BEFA-5DDA-4D8A-B395-1CF36B342F7F}" type="slidenum">
              <a:rPr lang="en-US" altLang="ja-JP"/>
              <a:pPr>
                <a:defRPr/>
              </a:pPr>
              <a:t>‹#›</a:t>
            </a:fld>
            <a:endParaRPr lang="en-US" altLang="ja-JP" dirty="0"/>
          </a:p>
        </p:txBody>
      </p:sp>
    </p:spTree>
    <p:extLst>
      <p:ext uri="{BB962C8B-B14F-4D97-AF65-F5344CB8AC3E}">
        <p14:creationId xmlns:p14="http://schemas.microsoft.com/office/powerpoint/2010/main" val="2129954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775" y="456182"/>
            <a:ext cx="4012129" cy="1162050"/>
          </a:xfrm>
        </p:spPr>
        <p:txBody>
          <a:bodyPr anchor="b"/>
          <a:lstStyle>
            <a:lvl1pPr algn="l">
              <a:defRPr sz="2000" b="1"/>
            </a:lvl1pPr>
          </a:lstStyle>
          <a:p>
            <a:r>
              <a:rPr lang="ja-JP" altLang="en-US"/>
              <a:t>マスター タイトルの書式設定</a:t>
            </a:r>
          </a:p>
        </p:txBody>
      </p:sp>
      <p:sp>
        <p:nvSpPr>
          <p:cNvPr id="3" name="コンテンツ プレースホルダ 2"/>
          <p:cNvSpPr>
            <a:spLocks noGrp="1"/>
          </p:cNvSpPr>
          <p:nvPr>
            <p:ph idx="1"/>
          </p:nvPr>
        </p:nvSpPr>
        <p:spPr>
          <a:xfrm>
            <a:off x="4767974" y="456207"/>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775" y="1618233"/>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38"/>
          <p:cNvSpPr>
            <a:spLocks noGrp="1" noChangeArrowheads="1"/>
          </p:cNvSpPr>
          <p:nvPr>
            <p:ph type="sldNum" sz="quarter" idx="12"/>
          </p:nvPr>
        </p:nvSpPr>
        <p:spPr>
          <a:ln/>
        </p:spPr>
        <p:txBody>
          <a:bodyPr/>
          <a:lstStyle>
            <a:lvl1pPr>
              <a:defRPr/>
            </a:lvl1pPr>
          </a:lstStyle>
          <a:p>
            <a:pPr>
              <a:defRPr/>
            </a:pPr>
            <a:fld id="{E033D193-01C8-47D4-B4B3-1AC86D9D4942}" type="slidenum">
              <a:rPr lang="en-US" altLang="ja-JP"/>
              <a:pPr>
                <a:defRPr/>
              </a:pPr>
              <a:t>‹#›</a:t>
            </a:fld>
            <a:endParaRPr lang="en-US" altLang="ja-JP" dirty="0"/>
          </a:p>
        </p:txBody>
      </p:sp>
    </p:spTree>
    <p:extLst>
      <p:ext uri="{BB962C8B-B14F-4D97-AF65-F5344CB8AC3E}">
        <p14:creationId xmlns:p14="http://schemas.microsoft.com/office/powerpoint/2010/main" val="477359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90341" y="4649688"/>
            <a:ext cx="7317105" cy="566738"/>
          </a:xfrm>
        </p:spPr>
        <p:txBody>
          <a:bodyPr anchor="b"/>
          <a:lstStyle>
            <a:lvl1pPr algn="l">
              <a:defRPr sz="2000" b="1"/>
            </a:lvl1pPr>
          </a:lstStyle>
          <a:p>
            <a:r>
              <a:rPr lang="ja-JP" altLang="en-US"/>
              <a:t>マスター タイトルの書式設定</a:t>
            </a:r>
          </a:p>
        </p:txBody>
      </p:sp>
      <p:sp>
        <p:nvSpPr>
          <p:cNvPr id="3" name="図プレースホルダ 2"/>
          <p:cNvSpPr>
            <a:spLocks noGrp="1"/>
          </p:cNvSpPr>
          <p:nvPr>
            <p:ph type="pic" idx="1"/>
          </p:nvPr>
        </p:nvSpPr>
        <p:spPr>
          <a:xfrm>
            <a:off x="2390341" y="461863"/>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90341" y="5216426"/>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38"/>
          <p:cNvSpPr>
            <a:spLocks noGrp="1" noChangeArrowheads="1"/>
          </p:cNvSpPr>
          <p:nvPr>
            <p:ph type="sldNum" sz="quarter" idx="12"/>
          </p:nvPr>
        </p:nvSpPr>
        <p:spPr>
          <a:ln/>
        </p:spPr>
        <p:txBody>
          <a:bodyPr/>
          <a:lstStyle>
            <a:lvl1pPr>
              <a:defRPr/>
            </a:lvl1pPr>
          </a:lstStyle>
          <a:p>
            <a:pPr>
              <a:defRPr/>
            </a:pPr>
            <a:fld id="{DB662217-EA11-42EC-986B-B23AF75AD62A}" type="slidenum">
              <a:rPr lang="en-US" altLang="ja-JP"/>
              <a:pPr>
                <a:defRPr/>
              </a:pPr>
              <a:t>‹#›</a:t>
            </a:fld>
            <a:endParaRPr lang="en-US" altLang="ja-JP" dirty="0"/>
          </a:p>
        </p:txBody>
      </p:sp>
    </p:spTree>
    <p:extLst>
      <p:ext uri="{BB962C8B-B14F-4D97-AF65-F5344CB8AC3E}">
        <p14:creationId xmlns:p14="http://schemas.microsoft.com/office/powerpoint/2010/main" val="1607432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979138" y="404837"/>
            <a:ext cx="2881533" cy="5832475"/>
          </a:xfrm>
        </p:spPr>
        <p:txBody>
          <a:bodyPr vert="eaVert"/>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334521" y="404837"/>
            <a:ext cx="8441348" cy="583247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a:ln/>
        </p:spPr>
        <p:txBody>
          <a:bodyPr/>
          <a:lstStyle>
            <a:lvl1pPr>
              <a:defRPr/>
            </a:lvl1pPr>
          </a:lstStyle>
          <a:p>
            <a:pPr>
              <a:defRPr/>
            </a:pPr>
            <a:fld id="{1AD4783D-9110-4ABB-80DE-82E186775B29}" type="slidenum">
              <a:rPr lang="en-US" altLang="ja-JP"/>
              <a:pPr>
                <a:defRPr/>
              </a:pPr>
              <a:t>‹#›</a:t>
            </a:fld>
            <a:endParaRPr lang="en-US" altLang="ja-JP" dirty="0"/>
          </a:p>
        </p:txBody>
      </p:sp>
    </p:spTree>
    <p:extLst>
      <p:ext uri="{BB962C8B-B14F-4D97-AF65-F5344CB8AC3E}">
        <p14:creationId xmlns:p14="http://schemas.microsoft.com/office/powerpoint/2010/main" val="2706085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X:\Hirao\日本光電PPTテンプレート\作業\20180621_2018年度\PNG\PPT_07-02帯なし.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91" y="283"/>
            <a:ext cx="12190993" cy="6857434"/>
          </a:xfrm>
          <a:prstGeom prst="rect">
            <a:avLst/>
          </a:prstGeom>
          <a:noFill/>
          <a:extLst>
            <a:ext uri="{909E8E84-426E-40DD-AFC4-6F175D3DCCD1}">
              <a14:hiddenFill xmlns:a14="http://schemas.microsoft.com/office/drawing/2010/main">
                <a:solidFill>
                  <a:srgbClr val="FFFFFF"/>
                </a:solidFill>
              </a14:hiddenFill>
            </a:ext>
          </a:extLst>
        </p:spPr>
      </p:pic>
      <p:sp>
        <p:nvSpPr>
          <p:cNvPr id="1027" name="Rectangle 34"/>
          <p:cNvSpPr>
            <a:spLocks noGrp="1" noChangeArrowheads="1"/>
          </p:cNvSpPr>
          <p:nvPr>
            <p:ph type="title"/>
          </p:nvPr>
        </p:nvSpPr>
        <p:spPr bwMode="auto">
          <a:xfrm>
            <a:off x="334963" y="188913"/>
            <a:ext cx="9939088"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8" name="Rectangle 35"/>
          <p:cNvSpPr>
            <a:spLocks noGrp="1" noChangeArrowheads="1"/>
          </p:cNvSpPr>
          <p:nvPr>
            <p:ph type="body" idx="1"/>
          </p:nvPr>
        </p:nvSpPr>
        <p:spPr bwMode="auto">
          <a:xfrm>
            <a:off x="334963" y="1412875"/>
            <a:ext cx="11525250"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60" name="Rectangle 36"/>
          <p:cNvSpPr>
            <a:spLocks noGrp="1" noChangeArrowheads="1"/>
          </p:cNvSpPr>
          <p:nvPr>
            <p:ph type="dt" sz="half" idx="2"/>
          </p:nvPr>
        </p:nvSpPr>
        <p:spPr bwMode="auto">
          <a:xfrm>
            <a:off x="8293347" y="6525344"/>
            <a:ext cx="2844800"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ea typeface="ＭＳ Ｐゴシック" pitchFamily="50" charset="-128"/>
              </a:defRPr>
            </a:lvl1pPr>
          </a:lstStyle>
          <a:p>
            <a:pPr>
              <a:defRPr/>
            </a:pPr>
            <a:endParaRPr lang="en-US" altLang="ja-JP"/>
          </a:p>
        </p:txBody>
      </p:sp>
      <p:sp>
        <p:nvSpPr>
          <p:cNvPr id="1061" name="Rectangle 37"/>
          <p:cNvSpPr>
            <a:spLocks noGrp="1" noChangeArrowheads="1"/>
          </p:cNvSpPr>
          <p:nvPr>
            <p:ph type="ftr" sz="quarter" idx="3"/>
          </p:nvPr>
        </p:nvSpPr>
        <p:spPr bwMode="auto">
          <a:xfrm>
            <a:off x="87313" y="6525344"/>
            <a:ext cx="3935412"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ea typeface="ＭＳ Ｐゴシック" pitchFamily="50" charset="-128"/>
              </a:defRPr>
            </a:lvl1pPr>
          </a:lstStyle>
          <a:p>
            <a:pPr>
              <a:defRPr/>
            </a:pPr>
            <a:endParaRPr lang="en-US" altLang="ja-JP"/>
          </a:p>
        </p:txBody>
      </p:sp>
      <p:sp>
        <p:nvSpPr>
          <p:cNvPr id="1062" name="Rectangle 38"/>
          <p:cNvSpPr>
            <a:spLocks noGrp="1" noChangeArrowheads="1"/>
          </p:cNvSpPr>
          <p:nvPr>
            <p:ph type="sldNum" sz="quarter" idx="4"/>
          </p:nvPr>
        </p:nvSpPr>
        <p:spPr bwMode="auto">
          <a:xfrm>
            <a:off x="11714211" y="6525344"/>
            <a:ext cx="398414" cy="2603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solidFill>
                  <a:schemeClr val="tx1"/>
                </a:solidFill>
                <a:ea typeface="ＭＳ Ｐゴシック" pitchFamily="50" charset="-128"/>
              </a:defRPr>
            </a:lvl1pPr>
          </a:lstStyle>
          <a:p>
            <a:pPr>
              <a:defRPr/>
            </a:pPr>
            <a:fld id="{3589AB9E-BF93-44F0-AACD-B21BAF28FEB0}" type="slidenum">
              <a:rPr lang="en-US" altLang="ja-JP" smtClean="0"/>
              <a:pPr>
                <a:defRPr/>
              </a:pPr>
              <a:t>‹#›</a:t>
            </a:fld>
            <a:endParaRPr lang="en-US" altLang="ja-JP" dirty="0"/>
          </a:p>
        </p:txBody>
      </p:sp>
    </p:spTree>
  </p:cSld>
  <p:clrMap bg1="lt1" tx1="dk1" bg2="lt2" tx2="dk2" accent1="accent1" accent2="accent2" accent3="accent3" accent4="accent4" accent5="accent5" accent6="accent6" hlink="hlink" folHlink="folHlink"/>
  <p:sldLayoutIdLst>
    <p:sldLayoutId id="2147483829" r:id="rId1"/>
    <p:sldLayoutId id="2147483821" r:id="rId2"/>
    <p:sldLayoutId id="2147483822" r:id="rId3"/>
    <p:sldLayoutId id="2147483823" r:id="rId4"/>
    <p:sldLayoutId id="2147483824" r:id="rId5"/>
    <p:sldLayoutId id="2147483830" r:id="rId6"/>
    <p:sldLayoutId id="2147483825" r:id="rId7"/>
    <p:sldLayoutId id="2147483826" r:id="rId8"/>
    <p:sldLayoutId id="2147483827" r:id="rId9"/>
    <p:sldLayoutId id="2147483828" r:id="rId10"/>
  </p:sldLayoutIdLst>
  <p:txStyles>
    <p:titleStyle>
      <a:lvl1pPr algn="l" rtl="0" eaLnBrk="1" fontAlgn="base" hangingPunct="1">
        <a:spcBef>
          <a:spcPct val="0"/>
        </a:spcBef>
        <a:spcAft>
          <a:spcPct val="0"/>
        </a:spcAft>
        <a:defRPr kumimoji="1" sz="4400">
          <a:solidFill>
            <a:schemeClr val="tx1"/>
          </a:solidFill>
          <a:latin typeface="+mj-lt"/>
          <a:ea typeface="+mj-ea"/>
          <a:cs typeface="+mj-cs"/>
        </a:defRPr>
      </a:lvl1pPr>
      <a:lvl2pPr algn="l" rtl="0" eaLnBrk="1" fontAlgn="base" hangingPunct="1">
        <a:spcBef>
          <a:spcPct val="0"/>
        </a:spcBef>
        <a:spcAft>
          <a:spcPct val="0"/>
        </a:spcAft>
        <a:defRPr kumimoji="1" sz="4400">
          <a:solidFill>
            <a:schemeClr val="tx1"/>
          </a:solidFill>
          <a:latin typeface="Arial" charset="0"/>
          <a:ea typeface="ＭＳ Ｐゴシック" pitchFamily="50" charset="-128"/>
        </a:defRPr>
      </a:lvl2pPr>
      <a:lvl3pPr algn="l" rtl="0" eaLnBrk="1" fontAlgn="base" hangingPunct="1">
        <a:spcBef>
          <a:spcPct val="0"/>
        </a:spcBef>
        <a:spcAft>
          <a:spcPct val="0"/>
        </a:spcAft>
        <a:defRPr kumimoji="1" sz="4400">
          <a:solidFill>
            <a:schemeClr val="tx1"/>
          </a:solidFill>
          <a:latin typeface="Arial" charset="0"/>
          <a:ea typeface="ＭＳ Ｐゴシック" pitchFamily="50" charset="-128"/>
        </a:defRPr>
      </a:lvl3pPr>
      <a:lvl4pPr algn="l" rtl="0" eaLnBrk="1" fontAlgn="base" hangingPunct="1">
        <a:spcBef>
          <a:spcPct val="0"/>
        </a:spcBef>
        <a:spcAft>
          <a:spcPct val="0"/>
        </a:spcAft>
        <a:defRPr kumimoji="1" sz="4400">
          <a:solidFill>
            <a:schemeClr val="tx1"/>
          </a:solidFill>
          <a:latin typeface="Arial" charset="0"/>
          <a:ea typeface="ＭＳ Ｐゴシック" pitchFamily="50" charset="-128"/>
        </a:defRPr>
      </a:lvl4pPr>
      <a:lvl5pPr algn="l" rtl="0" eaLnBrk="1" fontAlgn="base" hangingPunct="1">
        <a:spcBef>
          <a:spcPct val="0"/>
        </a:spcBef>
        <a:spcAft>
          <a:spcPct val="0"/>
        </a:spcAft>
        <a:defRPr kumimoji="1" sz="4400">
          <a:solidFill>
            <a:schemeClr val="tx1"/>
          </a:solidFill>
          <a:latin typeface="Arial" charset="0"/>
          <a:ea typeface="ＭＳ Ｐゴシック" pitchFamily="50" charset="-128"/>
        </a:defRPr>
      </a:lvl5pPr>
      <a:lvl6pPr marL="457200" algn="l" rtl="0" eaLnBrk="1" fontAlgn="base" hangingPunct="1">
        <a:spcBef>
          <a:spcPct val="0"/>
        </a:spcBef>
        <a:spcAft>
          <a:spcPct val="0"/>
        </a:spcAft>
        <a:defRPr kumimoji="1" sz="4400">
          <a:solidFill>
            <a:schemeClr val="tx1"/>
          </a:solidFill>
          <a:latin typeface="Arial" charset="0"/>
          <a:ea typeface="ＭＳ Ｐゴシック" pitchFamily="50" charset="-128"/>
        </a:defRPr>
      </a:lvl6pPr>
      <a:lvl7pPr marL="914400" algn="l" rtl="0" eaLnBrk="1" fontAlgn="base" hangingPunct="1">
        <a:spcBef>
          <a:spcPct val="0"/>
        </a:spcBef>
        <a:spcAft>
          <a:spcPct val="0"/>
        </a:spcAft>
        <a:defRPr kumimoji="1" sz="4400">
          <a:solidFill>
            <a:schemeClr val="tx1"/>
          </a:solidFill>
          <a:latin typeface="Arial" charset="0"/>
          <a:ea typeface="ＭＳ Ｐゴシック" pitchFamily="50" charset="-128"/>
        </a:defRPr>
      </a:lvl7pPr>
      <a:lvl8pPr marL="1371600" algn="l" rtl="0" eaLnBrk="1" fontAlgn="base" hangingPunct="1">
        <a:spcBef>
          <a:spcPct val="0"/>
        </a:spcBef>
        <a:spcAft>
          <a:spcPct val="0"/>
        </a:spcAft>
        <a:defRPr kumimoji="1" sz="4400">
          <a:solidFill>
            <a:schemeClr val="tx1"/>
          </a:solidFill>
          <a:latin typeface="Arial" charset="0"/>
          <a:ea typeface="ＭＳ Ｐゴシック" pitchFamily="50" charset="-128"/>
        </a:defRPr>
      </a:lvl8pPr>
      <a:lvl9pPr marL="1828800" algn="l" rtl="0" eaLnBrk="1" fontAlgn="base" hangingPunct="1">
        <a:spcBef>
          <a:spcPct val="0"/>
        </a:spcBef>
        <a:spcAft>
          <a:spcPct val="0"/>
        </a:spcAft>
        <a:defRPr kumimoji="1" sz="4400">
          <a:solidFill>
            <a:schemeClr val="tx1"/>
          </a:solidFill>
          <a:latin typeface="Arial"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kumimoji="1" sz="2800">
          <a:solidFill>
            <a:schemeClr val="tx1"/>
          </a:solidFill>
          <a:latin typeface="+mn-lt"/>
          <a:ea typeface="+mn-ea"/>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en-US" altLang="ja-JP" dirty="0"/>
              <a:t>76</a:t>
            </a:r>
            <a:r>
              <a:rPr lang="ja-JP" altLang="en-US" dirty="0"/>
              <a:t>期　業務報告</a:t>
            </a:r>
            <a:endParaRPr kumimoji="1" lang="ja-JP" altLang="en-US" dirty="0"/>
          </a:p>
        </p:txBody>
      </p:sp>
      <p:sp>
        <p:nvSpPr>
          <p:cNvPr id="3" name="サブタイトル 2"/>
          <p:cNvSpPr>
            <a:spLocks noGrp="1"/>
          </p:cNvSpPr>
          <p:nvPr>
            <p:ph type="subTitle" idx="1"/>
          </p:nvPr>
        </p:nvSpPr>
        <p:spPr>
          <a:xfrm>
            <a:off x="1829276" y="3645024"/>
            <a:ext cx="8536623" cy="1008112"/>
          </a:xfrm>
        </p:spPr>
        <p:txBody>
          <a:bodyPr/>
          <a:lstStyle/>
          <a:p>
            <a:r>
              <a:rPr kumimoji="1" lang="ja-JP" altLang="en-US" dirty="0"/>
              <a:t>富岡（株）第二生産部実装技術課実装技術係</a:t>
            </a:r>
            <a:endParaRPr kumimoji="1" lang="en-US" altLang="ja-JP" dirty="0"/>
          </a:p>
          <a:p>
            <a:r>
              <a:rPr lang="ja-JP" altLang="en-US" dirty="0"/>
              <a:t>石井</a:t>
            </a:r>
            <a:endParaRPr kumimoji="1" lang="en-US" altLang="ja-JP"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a:xfrm>
            <a:off x="334521" y="188640"/>
            <a:ext cx="9939530" cy="1081088"/>
          </a:xfrm>
        </p:spPr>
        <p:txBody>
          <a:bodyPr wrap="square" anchor="ctr">
            <a:normAutofit/>
          </a:bodyPr>
          <a:lstStyle/>
          <a:p>
            <a:r>
              <a:rPr lang="ja-JP" altLang="en-US" dirty="0">
                <a:solidFill>
                  <a:srgbClr val="3333CC"/>
                </a:solidFill>
              </a:rPr>
              <a:t>●定型業務</a:t>
            </a:r>
            <a:endParaRPr kumimoji="1" lang="ja-JP" altLang="en-US" dirty="0">
              <a:solidFill>
                <a:srgbClr val="3333CC"/>
              </a:solidFill>
            </a:endParaRPr>
          </a:p>
        </p:txBody>
      </p:sp>
      <p:sp>
        <p:nvSpPr>
          <p:cNvPr id="7" name="コンテンツ プレースホルダー 6">
            <a:extLst>
              <a:ext uri="{FF2B5EF4-FFF2-40B4-BE49-F238E27FC236}">
                <a16:creationId xmlns:a16="http://schemas.microsoft.com/office/drawing/2014/main" id="{DC24B9AA-2764-989F-6DE5-5D54309A4FC3}"/>
              </a:ext>
            </a:extLst>
          </p:cNvPr>
          <p:cNvSpPr>
            <a:spLocks noGrp="1"/>
          </p:cNvSpPr>
          <p:nvPr>
            <p:ph idx="1"/>
          </p:nvPr>
        </p:nvSpPr>
        <p:spPr>
          <a:xfrm>
            <a:off x="334521" y="1412603"/>
            <a:ext cx="10659610" cy="4608512"/>
          </a:xfrm>
        </p:spPr>
        <p:txBody>
          <a:bodyPr/>
          <a:lstStyle/>
          <a:p>
            <a:pPr marL="0" indent="0">
              <a:buNone/>
            </a:pPr>
            <a:r>
              <a:rPr kumimoji="1" lang="ja-JP" altLang="en-US" dirty="0"/>
              <a:t>・試作指示書作成：</a:t>
            </a:r>
            <a:r>
              <a:rPr kumimoji="1" lang="en-US" altLang="ja-JP" dirty="0"/>
              <a:t>10</a:t>
            </a:r>
            <a:r>
              <a:rPr kumimoji="1" lang="ja-JP" altLang="en-US" dirty="0"/>
              <a:t>件</a:t>
            </a:r>
            <a:endParaRPr kumimoji="1" lang="en-US" altLang="ja-JP" dirty="0"/>
          </a:p>
          <a:p>
            <a:pPr marL="0" indent="0">
              <a:buNone/>
            </a:pPr>
            <a:r>
              <a:rPr lang="ja-JP" altLang="en-US" dirty="0"/>
              <a:t>・</a:t>
            </a:r>
            <a:r>
              <a:rPr lang="en-US" altLang="ja-JP" dirty="0"/>
              <a:t>BOP</a:t>
            </a:r>
            <a:r>
              <a:rPr lang="ja-JP" altLang="en-US" dirty="0"/>
              <a:t>作成：</a:t>
            </a:r>
            <a:r>
              <a:rPr lang="en-US" altLang="ja-JP" dirty="0"/>
              <a:t>10</a:t>
            </a:r>
            <a:r>
              <a:rPr lang="ja-JP" altLang="en-US" dirty="0"/>
              <a:t>件</a:t>
            </a:r>
            <a:endParaRPr lang="en-US" altLang="ja-JP" dirty="0"/>
          </a:p>
          <a:p>
            <a:pPr marL="0" indent="0">
              <a:buNone/>
            </a:pPr>
            <a:r>
              <a:rPr kumimoji="1" lang="ja-JP" altLang="en-US" dirty="0"/>
              <a:t>・アンダーフィルプログラム作成：</a:t>
            </a:r>
            <a:r>
              <a:rPr kumimoji="1" lang="en-US" altLang="ja-JP" dirty="0"/>
              <a:t>1</a:t>
            </a:r>
            <a:r>
              <a:rPr kumimoji="1" lang="ja-JP" altLang="en-US" dirty="0"/>
              <a:t>件</a:t>
            </a:r>
            <a:endParaRPr kumimoji="1" lang="en-US" altLang="ja-JP" dirty="0"/>
          </a:p>
          <a:p>
            <a:pPr marL="0" indent="0">
              <a:buNone/>
            </a:pPr>
            <a:r>
              <a:rPr lang="ja-JP" altLang="en-US" dirty="0"/>
              <a:t>・不具合改善：</a:t>
            </a:r>
            <a:r>
              <a:rPr lang="en-US" altLang="ja-JP" dirty="0"/>
              <a:t>3</a:t>
            </a:r>
            <a:r>
              <a:rPr lang="ja-JP" altLang="en-US" dirty="0"/>
              <a:t>件</a:t>
            </a:r>
            <a:endParaRPr lang="en-US" altLang="ja-JP" dirty="0"/>
          </a:p>
          <a:p>
            <a:pPr marL="0" indent="0">
              <a:buNone/>
            </a:pPr>
            <a:endParaRPr kumimoji="1"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4B121-2518-293E-FAA6-519D34C40D69}"/>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55CA017D-6538-AA36-7F34-EBB959131623}"/>
              </a:ext>
            </a:extLst>
          </p:cNvPr>
          <p:cNvSpPr>
            <a:spLocks noGrp="1"/>
          </p:cNvSpPr>
          <p:nvPr>
            <p:ph type="title"/>
          </p:nvPr>
        </p:nvSpPr>
        <p:spPr>
          <a:xfrm>
            <a:off x="334521" y="188640"/>
            <a:ext cx="9939530" cy="1081088"/>
          </a:xfrm>
        </p:spPr>
        <p:txBody>
          <a:bodyPr wrap="square" anchor="ctr">
            <a:normAutofit/>
          </a:bodyPr>
          <a:lstStyle/>
          <a:p>
            <a:r>
              <a:rPr lang="ja-JP" altLang="en-US" dirty="0">
                <a:solidFill>
                  <a:srgbClr val="3333CC"/>
                </a:solidFill>
              </a:rPr>
              <a:t>●テーマ業務①</a:t>
            </a:r>
            <a:endParaRPr kumimoji="1" lang="ja-JP" altLang="en-US" dirty="0">
              <a:solidFill>
                <a:srgbClr val="3333CC"/>
              </a:solidFill>
            </a:endParaRPr>
          </a:p>
        </p:txBody>
      </p:sp>
      <p:pic>
        <p:nvPicPr>
          <p:cNvPr id="3" name="コンテンツ プレースホルダー 2">
            <a:extLst>
              <a:ext uri="{FF2B5EF4-FFF2-40B4-BE49-F238E27FC236}">
                <a16:creationId xmlns:a16="http://schemas.microsoft.com/office/drawing/2014/main" id="{3965E6DF-01C9-7716-5EF4-023144FE7E23}"/>
              </a:ext>
            </a:extLst>
          </p:cNvPr>
          <p:cNvPicPr>
            <a:picLocks noGrp="1" noChangeAspect="1"/>
          </p:cNvPicPr>
          <p:nvPr>
            <p:ph idx="1"/>
          </p:nvPr>
        </p:nvPicPr>
        <p:blipFill>
          <a:blip r:embed="rId2"/>
          <a:stretch>
            <a:fillRect/>
          </a:stretch>
        </p:blipFill>
        <p:spPr bwMode="auto">
          <a:xfrm>
            <a:off x="552971" y="1269728"/>
            <a:ext cx="9983593" cy="1981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コンテンツ プレースホルダー 6">
            <a:extLst>
              <a:ext uri="{FF2B5EF4-FFF2-40B4-BE49-F238E27FC236}">
                <a16:creationId xmlns:a16="http://schemas.microsoft.com/office/drawing/2014/main" id="{816536F4-8CE1-DB28-CB45-127FC071BF19}"/>
              </a:ext>
            </a:extLst>
          </p:cNvPr>
          <p:cNvSpPr txBox="1">
            <a:spLocks/>
          </p:cNvSpPr>
          <p:nvPr/>
        </p:nvSpPr>
        <p:spPr bwMode="auto">
          <a:xfrm>
            <a:off x="334521" y="3606795"/>
            <a:ext cx="10659610" cy="2774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kumimoji="1"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kumimoji="1" sz="2800">
                <a:solidFill>
                  <a:schemeClr val="tx1"/>
                </a:solidFill>
                <a:latin typeface="+mn-lt"/>
                <a:ea typeface="+mn-ea"/>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marL="0" indent="0">
              <a:buFontTx/>
              <a:buNone/>
            </a:pPr>
            <a:r>
              <a:rPr lang="en-US" altLang="ja-JP" kern="0" dirty="0"/>
              <a:t>〈</a:t>
            </a:r>
            <a:r>
              <a:rPr lang="ja-JP" altLang="en-US" kern="0" dirty="0"/>
              <a:t>コメント</a:t>
            </a:r>
            <a:r>
              <a:rPr lang="en-US" altLang="ja-JP" kern="0" dirty="0"/>
              <a:t>〉</a:t>
            </a:r>
            <a:br>
              <a:rPr lang="en-US" altLang="ja-JP" kern="0" dirty="0"/>
            </a:br>
            <a:r>
              <a:rPr lang="ja-JP" altLang="en-US" kern="0" dirty="0"/>
              <a:t>・「リフロー温度プロファイル ハット型検証」「</a:t>
            </a:r>
            <a:r>
              <a:rPr lang="en-US" altLang="ja-JP" kern="0" dirty="0"/>
              <a:t>AOI</a:t>
            </a:r>
            <a:r>
              <a:rPr lang="ja-JP" altLang="en-US" kern="0" dirty="0"/>
              <a:t>インライン化事前準備」については完了。</a:t>
            </a:r>
            <a:endParaRPr lang="en-US" altLang="ja-JP" kern="0" dirty="0"/>
          </a:p>
          <a:p>
            <a:pPr marL="0" indent="0">
              <a:buFontTx/>
              <a:buNone/>
            </a:pPr>
            <a:r>
              <a:rPr lang="ja-JP" altLang="en-US" kern="0" dirty="0"/>
              <a:t>・</a:t>
            </a:r>
            <a:r>
              <a:rPr lang="en-US" altLang="ja-JP" kern="0" dirty="0"/>
              <a:t>L1</a:t>
            </a:r>
            <a:r>
              <a:rPr lang="ja-JP" altLang="en-US" kern="0" dirty="0"/>
              <a:t>→</a:t>
            </a:r>
            <a:r>
              <a:rPr lang="en-US" altLang="ja-JP" kern="0" dirty="0"/>
              <a:t>L2</a:t>
            </a:r>
            <a:r>
              <a:rPr lang="ja-JP" altLang="en-US" kern="0" dirty="0"/>
              <a:t>に伴う</a:t>
            </a:r>
            <a:r>
              <a:rPr lang="en-US" altLang="ja-JP" kern="0" dirty="0"/>
              <a:t>BOP</a:t>
            </a:r>
            <a:r>
              <a:rPr lang="ja-JP" altLang="en-US" kern="0" dirty="0"/>
              <a:t>変更について、全</a:t>
            </a:r>
            <a:r>
              <a:rPr lang="en-US" altLang="ja-JP" kern="0" dirty="0"/>
              <a:t>23</a:t>
            </a:r>
            <a:r>
              <a:rPr lang="ja-JP" altLang="en-US" kern="0" dirty="0"/>
              <a:t>品目中</a:t>
            </a:r>
            <a:r>
              <a:rPr lang="en-US" altLang="ja-JP" kern="0" dirty="0"/>
              <a:t>22</a:t>
            </a:r>
            <a:r>
              <a:rPr lang="ja-JP" altLang="en-US" kern="0" dirty="0"/>
              <a:t>品目完了。</a:t>
            </a:r>
            <a:endParaRPr lang="en-US" altLang="ja-JP" kern="0" dirty="0"/>
          </a:p>
          <a:p>
            <a:pPr marL="0" indent="0">
              <a:buFontTx/>
              <a:buNone/>
            </a:pPr>
            <a:r>
              <a:rPr lang="ja-JP" altLang="en-US" kern="0" dirty="0"/>
              <a:t>残</a:t>
            </a:r>
            <a:r>
              <a:rPr lang="en-US" altLang="ja-JP" kern="0" dirty="0"/>
              <a:t>1</a:t>
            </a:r>
            <a:r>
              <a:rPr lang="ja-JP" altLang="en-US" kern="0" dirty="0"/>
              <a:t>品目は</a:t>
            </a:r>
            <a:r>
              <a:rPr lang="en-US" altLang="ja-JP" kern="0" dirty="0"/>
              <a:t>9</a:t>
            </a:r>
            <a:r>
              <a:rPr lang="ja-JP" altLang="en-US" kern="0" dirty="0"/>
              <a:t>月実施予定。</a:t>
            </a:r>
            <a:endParaRPr lang="en-US" altLang="ja-JP" kern="0" dirty="0"/>
          </a:p>
          <a:p>
            <a:pPr marL="0" indent="0">
              <a:buFontTx/>
              <a:buNone/>
            </a:pPr>
            <a:endParaRPr lang="ja-JP" altLang="en-US" kern="0" dirty="0"/>
          </a:p>
        </p:txBody>
      </p:sp>
    </p:spTree>
    <p:extLst>
      <p:ext uri="{BB962C8B-B14F-4D97-AF65-F5344CB8AC3E}">
        <p14:creationId xmlns:p14="http://schemas.microsoft.com/office/powerpoint/2010/main" val="1117831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77DF8-491C-CE0B-79F9-4BC2EABE942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2FD342AB-A126-FD04-B66F-A8181612816A}"/>
              </a:ext>
            </a:extLst>
          </p:cNvPr>
          <p:cNvSpPr>
            <a:spLocks noGrp="1"/>
          </p:cNvSpPr>
          <p:nvPr>
            <p:ph type="title"/>
          </p:nvPr>
        </p:nvSpPr>
        <p:spPr>
          <a:xfrm>
            <a:off x="334521" y="188640"/>
            <a:ext cx="9939530" cy="1081088"/>
          </a:xfrm>
        </p:spPr>
        <p:txBody>
          <a:bodyPr wrap="square" anchor="ctr">
            <a:normAutofit/>
          </a:bodyPr>
          <a:lstStyle/>
          <a:p>
            <a:r>
              <a:rPr lang="ja-JP" altLang="en-US" dirty="0">
                <a:solidFill>
                  <a:srgbClr val="3333CC"/>
                </a:solidFill>
              </a:rPr>
              <a:t>●テーマ業務②</a:t>
            </a:r>
            <a:endParaRPr kumimoji="1" lang="ja-JP" altLang="en-US" dirty="0">
              <a:solidFill>
                <a:srgbClr val="3333CC"/>
              </a:solidFill>
            </a:endParaRPr>
          </a:p>
        </p:txBody>
      </p:sp>
      <p:pic>
        <p:nvPicPr>
          <p:cNvPr id="6" name="コンテンツ プレースホルダー 5">
            <a:extLst>
              <a:ext uri="{FF2B5EF4-FFF2-40B4-BE49-F238E27FC236}">
                <a16:creationId xmlns:a16="http://schemas.microsoft.com/office/drawing/2014/main" id="{B9DFB2BF-4412-7340-E41A-35C8DF459247}"/>
              </a:ext>
            </a:extLst>
          </p:cNvPr>
          <p:cNvPicPr>
            <a:picLocks noGrp="1" noChangeAspect="1"/>
          </p:cNvPicPr>
          <p:nvPr>
            <p:ph idx="1"/>
          </p:nvPr>
        </p:nvPicPr>
        <p:blipFill>
          <a:blip r:embed="rId2"/>
          <a:stretch>
            <a:fillRect/>
          </a:stretch>
        </p:blipFill>
        <p:spPr bwMode="auto">
          <a:xfrm>
            <a:off x="624979" y="1556792"/>
            <a:ext cx="10002646" cy="174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コンテンツ プレースホルダー 6">
            <a:extLst>
              <a:ext uri="{FF2B5EF4-FFF2-40B4-BE49-F238E27FC236}">
                <a16:creationId xmlns:a16="http://schemas.microsoft.com/office/drawing/2014/main" id="{BA374335-9C09-4C8D-6A9B-6EBAF3CD4AF7}"/>
              </a:ext>
            </a:extLst>
          </p:cNvPr>
          <p:cNvSpPr txBox="1">
            <a:spLocks/>
          </p:cNvSpPr>
          <p:nvPr/>
        </p:nvSpPr>
        <p:spPr bwMode="auto">
          <a:xfrm>
            <a:off x="334521" y="3606795"/>
            <a:ext cx="10659610" cy="241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kumimoji="1"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kumimoji="1" sz="2800">
                <a:solidFill>
                  <a:schemeClr val="tx1"/>
                </a:solidFill>
                <a:latin typeface="+mn-lt"/>
                <a:ea typeface="+mn-ea"/>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marL="0" indent="0">
              <a:buFontTx/>
              <a:buNone/>
            </a:pPr>
            <a:r>
              <a:rPr lang="en-US" altLang="ja-JP" kern="0" dirty="0"/>
              <a:t>〈</a:t>
            </a:r>
            <a:r>
              <a:rPr lang="ja-JP" altLang="en-US" kern="0" dirty="0"/>
              <a:t>コメント</a:t>
            </a:r>
            <a:r>
              <a:rPr lang="en-US" altLang="ja-JP" kern="0" dirty="0"/>
              <a:t>〉</a:t>
            </a:r>
          </a:p>
          <a:p>
            <a:pPr marL="0" indent="0">
              <a:buFontTx/>
              <a:buNone/>
            </a:pPr>
            <a:r>
              <a:rPr lang="ja-JP" altLang="en-US" kern="0" dirty="0"/>
              <a:t>・</a:t>
            </a:r>
            <a:r>
              <a:rPr lang="en-US" altLang="ja-JP" kern="0" dirty="0"/>
              <a:t>TL-77</a:t>
            </a:r>
            <a:r>
              <a:rPr lang="ja-JP" altLang="en-US" kern="0" dirty="0"/>
              <a:t>のパルスヒート作業に関して、被覆を剥かずに作業できるかを日本アビオニクスと実証実験を実施。</a:t>
            </a:r>
            <a:endParaRPr lang="en-US" altLang="ja-JP" kern="0" dirty="0"/>
          </a:p>
          <a:p>
            <a:pPr marL="0" indent="0">
              <a:buFontTx/>
              <a:buNone/>
            </a:pPr>
            <a:r>
              <a:rPr lang="ja-JP" altLang="en-US" kern="0" dirty="0"/>
              <a:t>今回の線材は被覆が厚く、難しいとの結論に至った。</a:t>
            </a:r>
          </a:p>
        </p:txBody>
      </p:sp>
    </p:spTree>
    <p:extLst>
      <p:ext uri="{BB962C8B-B14F-4D97-AF65-F5344CB8AC3E}">
        <p14:creationId xmlns:p14="http://schemas.microsoft.com/office/powerpoint/2010/main" val="1674032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5CD5D-00E2-AB09-316B-BE821320B4A5}"/>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FF9CDF2B-FAEA-6D44-6B80-9E08ECCBAF65}"/>
              </a:ext>
            </a:extLst>
          </p:cNvPr>
          <p:cNvSpPr>
            <a:spLocks noGrp="1"/>
          </p:cNvSpPr>
          <p:nvPr>
            <p:ph type="title"/>
          </p:nvPr>
        </p:nvSpPr>
        <p:spPr>
          <a:xfrm>
            <a:off x="334521" y="188640"/>
            <a:ext cx="9939530" cy="1081088"/>
          </a:xfrm>
        </p:spPr>
        <p:txBody>
          <a:bodyPr wrap="square" anchor="ctr">
            <a:normAutofit/>
          </a:bodyPr>
          <a:lstStyle/>
          <a:p>
            <a:r>
              <a:rPr lang="ja-JP" altLang="en-US" dirty="0">
                <a:solidFill>
                  <a:srgbClr val="3333CC"/>
                </a:solidFill>
              </a:rPr>
              <a:t>●テーマ業務③</a:t>
            </a:r>
            <a:endParaRPr kumimoji="1" lang="ja-JP" altLang="en-US" dirty="0">
              <a:solidFill>
                <a:srgbClr val="3333CC"/>
              </a:solidFill>
            </a:endParaRPr>
          </a:p>
        </p:txBody>
      </p:sp>
      <p:pic>
        <p:nvPicPr>
          <p:cNvPr id="5" name="コンテンツ プレースホルダー 4">
            <a:extLst>
              <a:ext uri="{FF2B5EF4-FFF2-40B4-BE49-F238E27FC236}">
                <a16:creationId xmlns:a16="http://schemas.microsoft.com/office/drawing/2014/main" id="{A2142AE4-3285-FF01-54B6-7D3FAC9FCF14}"/>
              </a:ext>
            </a:extLst>
          </p:cNvPr>
          <p:cNvPicPr>
            <a:picLocks noGrp="1" noChangeAspect="1"/>
          </p:cNvPicPr>
          <p:nvPr>
            <p:ph idx="1"/>
          </p:nvPr>
        </p:nvPicPr>
        <p:blipFill>
          <a:blip r:embed="rId2"/>
          <a:stretch>
            <a:fillRect/>
          </a:stretch>
        </p:blipFill>
        <p:spPr bwMode="auto">
          <a:xfrm>
            <a:off x="552971" y="1556792"/>
            <a:ext cx="9993120" cy="1400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コンテンツ プレースホルダー 6">
            <a:extLst>
              <a:ext uri="{FF2B5EF4-FFF2-40B4-BE49-F238E27FC236}">
                <a16:creationId xmlns:a16="http://schemas.microsoft.com/office/drawing/2014/main" id="{F6BCA261-E2C9-BDBC-1CAE-0121121484BD}"/>
              </a:ext>
            </a:extLst>
          </p:cNvPr>
          <p:cNvSpPr txBox="1">
            <a:spLocks/>
          </p:cNvSpPr>
          <p:nvPr/>
        </p:nvSpPr>
        <p:spPr bwMode="auto">
          <a:xfrm>
            <a:off x="334521" y="3606795"/>
            <a:ext cx="10659610" cy="241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kumimoji="1"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kumimoji="1" sz="2800">
                <a:solidFill>
                  <a:schemeClr val="tx1"/>
                </a:solidFill>
                <a:latin typeface="+mn-lt"/>
                <a:ea typeface="+mn-ea"/>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marL="0" indent="0">
              <a:buFontTx/>
              <a:buNone/>
            </a:pPr>
            <a:r>
              <a:rPr lang="en-US" altLang="ja-JP" kern="0" dirty="0"/>
              <a:t>〈</a:t>
            </a:r>
            <a:r>
              <a:rPr lang="ja-JP" altLang="en-US" kern="0" dirty="0"/>
              <a:t>コメント</a:t>
            </a:r>
            <a:r>
              <a:rPr lang="en-US" altLang="ja-JP" kern="0" dirty="0"/>
              <a:t>〉</a:t>
            </a:r>
          </a:p>
          <a:p>
            <a:pPr marL="0" indent="0">
              <a:buFontTx/>
              <a:buNone/>
            </a:pPr>
            <a:r>
              <a:rPr lang="ja-JP" altLang="en-US" kern="0" dirty="0"/>
              <a:t>・代替候補品</a:t>
            </a:r>
            <a:r>
              <a:rPr lang="en-US" altLang="ja-JP" kern="0" dirty="0"/>
              <a:t>AY-5218C</a:t>
            </a:r>
            <a:r>
              <a:rPr lang="ja-JP" altLang="en-US" kern="0" dirty="0"/>
              <a:t>に対して評価を実施。</a:t>
            </a:r>
            <a:endParaRPr lang="en-US" altLang="ja-JP" kern="0" dirty="0"/>
          </a:p>
          <a:p>
            <a:pPr marL="0" indent="0">
              <a:buFontTx/>
              <a:buNone/>
            </a:pPr>
            <a:r>
              <a:rPr lang="ja-JP" altLang="en-US" kern="0" dirty="0"/>
              <a:t>→粘度が現行品の</a:t>
            </a:r>
            <a:r>
              <a:rPr lang="en-US" altLang="ja-JP" kern="0" dirty="0"/>
              <a:t>1/4</a:t>
            </a:r>
            <a:r>
              <a:rPr lang="ja-JP" altLang="en-US" kern="0" dirty="0"/>
              <a:t>程度であり、ビアを介して裏面にアンダーフィル剤が漏れ出てしまうため、採用は難しい。</a:t>
            </a:r>
            <a:endParaRPr lang="en-US" altLang="ja-JP" kern="0" dirty="0"/>
          </a:p>
          <a:p>
            <a:pPr marL="0" indent="0">
              <a:buFontTx/>
              <a:buNone/>
            </a:pPr>
            <a:endParaRPr lang="ja-JP" altLang="en-US" kern="0" dirty="0"/>
          </a:p>
        </p:txBody>
      </p:sp>
    </p:spTree>
    <p:extLst>
      <p:ext uri="{BB962C8B-B14F-4D97-AF65-F5344CB8AC3E}">
        <p14:creationId xmlns:p14="http://schemas.microsoft.com/office/powerpoint/2010/main" val="1818031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C57EF-7101-EEF5-27EB-CB659FAE8A3D}"/>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606AAB61-463C-43E3-0BA2-E9CE9099916F}"/>
              </a:ext>
            </a:extLst>
          </p:cNvPr>
          <p:cNvSpPr>
            <a:spLocks noGrp="1"/>
          </p:cNvSpPr>
          <p:nvPr>
            <p:ph type="title"/>
          </p:nvPr>
        </p:nvSpPr>
        <p:spPr>
          <a:xfrm>
            <a:off x="334521" y="188640"/>
            <a:ext cx="9939530" cy="1081088"/>
          </a:xfrm>
        </p:spPr>
        <p:txBody>
          <a:bodyPr wrap="square" anchor="ctr">
            <a:normAutofit/>
          </a:bodyPr>
          <a:lstStyle/>
          <a:p>
            <a:r>
              <a:rPr lang="ja-JP" altLang="en-US" dirty="0">
                <a:solidFill>
                  <a:srgbClr val="3333CC"/>
                </a:solidFill>
              </a:rPr>
              <a:t>●テーマ業務④</a:t>
            </a:r>
            <a:endParaRPr kumimoji="1" lang="ja-JP" altLang="en-US" dirty="0">
              <a:solidFill>
                <a:srgbClr val="3333CC"/>
              </a:solidFill>
            </a:endParaRPr>
          </a:p>
        </p:txBody>
      </p:sp>
      <p:pic>
        <p:nvPicPr>
          <p:cNvPr id="6" name="コンテンツ プレースホルダー 5">
            <a:extLst>
              <a:ext uri="{FF2B5EF4-FFF2-40B4-BE49-F238E27FC236}">
                <a16:creationId xmlns:a16="http://schemas.microsoft.com/office/drawing/2014/main" id="{B1F88D51-D412-659E-4471-567B8453793A}"/>
              </a:ext>
            </a:extLst>
          </p:cNvPr>
          <p:cNvPicPr>
            <a:picLocks noGrp="1" noChangeAspect="1"/>
          </p:cNvPicPr>
          <p:nvPr>
            <p:ph idx="1"/>
          </p:nvPr>
        </p:nvPicPr>
        <p:blipFill>
          <a:blip r:embed="rId2"/>
          <a:stretch>
            <a:fillRect/>
          </a:stretch>
        </p:blipFill>
        <p:spPr bwMode="auto">
          <a:xfrm>
            <a:off x="624979" y="1447523"/>
            <a:ext cx="10012172" cy="1981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コンテンツ プレースホルダー 6">
            <a:extLst>
              <a:ext uri="{FF2B5EF4-FFF2-40B4-BE49-F238E27FC236}">
                <a16:creationId xmlns:a16="http://schemas.microsoft.com/office/drawing/2014/main" id="{6DBA8262-7025-87CE-D0B2-BF1373C39D61}"/>
              </a:ext>
            </a:extLst>
          </p:cNvPr>
          <p:cNvSpPr txBox="1">
            <a:spLocks/>
          </p:cNvSpPr>
          <p:nvPr/>
        </p:nvSpPr>
        <p:spPr bwMode="auto">
          <a:xfrm>
            <a:off x="334521" y="3606795"/>
            <a:ext cx="10659610" cy="241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kumimoji="1"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kumimoji="1" sz="2800">
                <a:solidFill>
                  <a:schemeClr val="tx1"/>
                </a:solidFill>
                <a:latin typeface="+mn-lt"/>
                <a:ea typeface="+mn-ea"/>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marL="0" indent="0">
              <a:buFontTx/>
              <a:buNone/>
            </a:pPr>
            <a:r>
              <a:rPr lang="en-US" altLang="ja-JP" kern="0" dirty="0"/>
              <a:t>〈</a:t>
            </a:r>
            <a:r>
              <a:rPr lang="ja-JP" altLang="en-US" kern="0" dirty="0"/>
              <a:t>コメント</a:t>
            </a:r>
            <a:r>
              <a:rPr lang="en-US" altLang="ja-JP" kern="0" dirty="0"/>
              <a:t>〉</a:t>
            </a:r>
          </a:p>
          <a:p>
            <a:pPr marL="0" indent="0">
              <a:buFontTx/>
              <a:buNone/>
            </a:pPr>
            <a:r>
              <a:rPr lang="ja-JP" altLang="en-US" kern="0" dirty="0"/>
              <a:t>・第二生産部の部課長へリプレイス資料を作成し会議にて報告実施</a:t>
            </a:r>
            <a:endParaRPr lang="en-US" altLang="ja-JP" kern="0" dirty="0"/>
          </a:p>
          <a:p>
            <a:pPr marL="0" indent="0">
              <a:buFontTx/>
              <a:buNone/>
            </a:pPr>
            <a:r>
              <a:rPr lang="ja-JP" altLang="en-US" kern="0" dirty="0"/>
              <a:t>→次回以降の会議招集</a:t>
            </a:r>
            <a:r>
              <a:rPr lang="en-US" altLang="ja-JP" kern="0" dirty="0"/>
              <a:t>&amp;</a:t>
            </a:r>
            <a:r>
              <a:rPr lang="ja-JP" altLang="en-US" kern="0" dirty="0"/>
              <a:t>スケジュール展開は生産二課</a:t>
            </a:r>
            <a:endParaRPr lang="en-US" altLang="ja-JP" kern="0" dirty="0"/>
          </a:p>
          <a:p>
            <a:pPr marL="0" indent="0">
              <a:buFontTx/>
              <a:buNone/>
            </a:pPr>
            <a:endParaRPr lang="ja-JP" altLang="en-US" kern="0" dirty="0"/>
          </a:p>
        </p:txBody>
      </p:sp>
    </p:spTree>
    <p:extLst>
      <p:ext uri="{BB962C8B-B14F-4D97-AF65-F5344CB8AC3E}">
        <p14:creationId xmlns:p14="http://schemas.microsoft.com/office/powerpoint/2010/main" val="4248576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C8986-6F3B-C4EE-65DD-4AEBDEE366EB}"/>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595A4676-6F92-B067-A107-9A2464B34B7A}"/>
              </a:ext>
            </a:extLst>
          </p:cNvPr>
          <p:cNvSpPr>
            <a:spLocks noGrp="1"/>
          </p:cNvSpPr>
          <p:nvPr>
            <p:ph type="title"/>
          </p:nvPr>
        </p:nvSpPr>
        <p:spPr>
          <a:xfrm>
            <a:off x="334521" y="188640"/>
            <a:ext cx="9939530" cy="1081088"/>
          </a:xfrm>
        </p:spPr>
        <p:txBody>
          <a:bodyPr wrap="square" anchor="ctr">
            <a:normAutofit/>
          </a:bodyPr>
          <a:lstStyle/>
          <a:p>
            <a:r>
              <a:rPr lang="ja-JP" altLang="en-US" dirty="0">
                <a:solidFill>
                  <a:srgbClr val="3333CC"/>
                </a:solidFill>
              </a:rPr>
              <a:t>●テーマ業務⑤</a:t>
            </a:r>
            <a:endParaRPr kumimoji="1" lang="ja-JP" altLang="en-US" dirty="0">
              <a:solidFill>
                <a:srgbClr val="3333CC"/>
              </a:solidFill>
            </a:endParaRPr>
          </a:p>
        </p:txBody>
      </p:sp>
      <p:pic>
        <p:nvPicPr>
          <p:cNvPr id="5" name="コンテンツ プレースホルダー 4">
            <a:extLst>
              <a:ext uri="{FF2B5EF4-FFF2-40B4-BE49-F238E27FC236}">
                <a16:creationId xmlns:a16="http://schemas.microsoft.com/office/drawing/2014/main" id="{CAEC0687-02F9-BE70-6C19-39F54C8248E3}"/>
              </a:ext>
            </a:extLst>
          </p:cNvPr>
          <p:cNvPicPr>
            <a:picLocks noGrp="1" noChangeAspect="1"/>
          </p:cNvPicPr>
          <p:nvPr>
            <p:ph idx="1"/>
          </p:nvPr>
        </p:nvPicPr>
        <p:blipFill>
          <a:blip r:embed="rId2"/>
          <a:stretch>
            <a:fillRect/>
          </a:stretch>
        </p:blipFill>
        <p:spPr bwMode="auto">
          <a:xfrm>
            <a:off x="696987" y="1484784"/>
            <a:ext cx="10021699" cy="1428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コンテンツ プレースホルダー 6">
            <a:extLst>
              <a:ext uri="{FF2B5EF4-FFF2-40B4-BE49-F238E27FC236}">
                <a16:creationId xmlns:a16="http://schemas.microsoft.com/office/drawing/2014/main" id="{45FEA6A3-5DA1-DD6F-55E8-BD83DED10532}"/>
              </a:ext>
            </a:extLst>
          </p:cNvPr>
          <p:cNvSpPr txBox="1">
            <a:spLocks/>
          </p:cNvSpPr>
          <p:nvPr/>
        </p:nvSpPr>
        <p:spPr bwMode="auto">
          <a:xfrm>
            <a:off x="334521" y="3606795"/>
            <a:ext cx="10659610" cy="241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kumimoji="1"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kumimoji="1" sz="2800">
                <a:solidFill>
                  <a:schemeClr val="tx1"/>
                </a:solidFill>
                <a:latin typeface="+mn-lt"/>
                <a:ea typeface="+mn-ea"/>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marL="0" indent="0">
              <a:buFontTx/>
              <a:buNone/>
            </a:pPr>
            <a:r>
              <a:rPr lang="en-US" altLang="ja-JP" kern="0" dirty="0"/>
              <a:t>〈</a:t>
            </a:r>
            <a:r>
              <a:rPr lang="ja-JP" altLang="en-US" kern="0" dirty="0"/>
              <a:t>コメント</a:t>
            </a:r>
            <a:r>
              <a:rPr lang="en-US" altLang="ja-JP" kern="0" dirty="0"/>
              <a:t>〉</a:t>
            </a:r>
            <a:br>
              <a:rPr lang="en-US" altLang="ja-JP" kern="0" dirty="0"/>
            </a:br>
            <a:r>
              <a:rPr lang="ja-JP" altLang="en-US" kern="0" dirty="0"/>
              <a:t>・外部講習を受講し、資格取得完了。</a:t>
            </a:r>
            <a:endParaRPr lang="en-US" altLang="ja-JP" kern="0" dirty="0"/>
          </a:p>
          <a:p>
            <a:pPr marL="0" indent="0">
              <a:buFontTx/>
              <a:buNone/>
            </a:pPr>
            <a:r>
              <a:rPr lang="ja-JP" altLang="en-US" kern="0" dirty="0"/>
              <a:t>→液化窒素の緊急時対応マニュアル作成中</a:t>
            </a:r>
            <a:endParaRPr lang="en-US" altLang="ja-JP" kern="0" dirty="0"/>
          </a:p>
          <a:p>
            <a:pPr marL="0" indent="0">
              <a:buFontTx/>
              <a:buNone/>
            </a:pPr>
            <a:endParaRPr lang="ja-JP" altLang="en-US" kern="0" dirty="0"/>
          </a:p>
        </p:txBody>
      </p:sp>
    </p:spTree>
    <p:extLst>
      <p:ext uri="{BB962C8B-B14F-4D97-AF65-F5344CB8AC3E}">
        <p14:creationId xmlns:p14="http://schemas.microsoft.com/office/powerpoint/2010/main" val="3323802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23C09-169D-56DC-175B-9B5868D81068}"/>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79385ED2-F9A9-F4EF-CD1F-17FA5D5660D6}"/>
              </a:ext>
            </a:extLst>
          </p:cNvPr>
          <p:cNvSpPr>
            <a:spLocks noGrp="1"/>
          </p:cNvSpPr>
          <p:nvPr>
            <p:ph type="title"/>
          </p:nvPr>
        </p:nvSpPr>
        <p:spPr>
          <a:xfrm>
            <a:off x="334521" y="188640"/>
            <a:ext cx="9939530" cy="1081088"/>
          </a:xfrm>
        </p:spPr>
        <p:txBody>
          <a:bodyPr wrap="square" anchor="ctr">
            <a:normAutofit/>
          </a:bodyPr>
          <a:lstStyle/>
          <a:p>
            <a:r>
              <a:rPr lang="ja-JP" altLang="en-US" dirty="0">
                <a:solidFill>
                  <a:srgbClr val="3333CC"/>
                </a:solidFill>
              </a:rPr>
              <a:t>●テーマ業務⑥</a:t>
            </a:r>
            <a:endParaRPr kumimoji="1" lang="ja-JP" altLang="en-US" dirty="0">
              <a:solidFill>
                <a:srgbClr val="3333CC"/>
              </a:solidFill>
            </a:endParaRPr>
          </a:p>
        </p:txBody>
      </p:sp>
      <p:pic>
        <p:nvPicPr>
          <p:cNvPr id="5" name="コンテンツ プレースホルダー 4">
            <a:extLst>
              <a:ext uri="{FF2B5EF4-FFF2-40B4-BE49-F238E27FC236}">
                <a16:creationId xmlns:a16="http://schemas.microsoft.com/office/drawing/2014/main" id="{E8437024-43EA-AA2C-5DF4-FEEE8AF16F92}"/>
              </a:ext>
            </a:extLst>
          </p:cNvPr>
          <p:cNvPicPr>
            <a:picLocks noGrp="1" noChangeAspect="1"/>
          </p:cNvPicPr>
          <p:nvPr>
            <p:ph idx="1"/>
          </p:nvPr>
        </p:nvPicPr>
        <p:blipFill>
          <a:blip r:embed="rId2"/>
          <a:stretch>
            <a:fillRect/>
          </a:stretch>
        </p:blipFill>
        <p:spPr bwMode="auto">
          <a:xfrm>
            <a:off x="696987" y="1504681"/>
            <a:ext cx="10012172" cy="192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コンテンツ プレースホルダー 6">
            <a:extLst>
              <a:ext uri="{FF2B5EF4-FFF2-40B4-BE49-F238E27FC236}">
                <a16:creationId xmlns:a16="http://schemas.microsoft.com/office/drawing/2014/main" id="{E6610F5E-7346-3601-ADA7-B84CB443EA17}"/>
              </a:ext>
            </a:extLst>
          </p:cNvPr>
          <p:cNvSpPr txBox="1">
            <a:spLocks/>
          </p:cNvSpPr>
          <p:nvPr/>
        </p:nvSpPr>
        <p:spPr bwMode="auto">
          <a:xfrm>
            <a:off x="334521" y="3606795"/>
            <a:ext cx="10659610" cy="241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kumimoji="1"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kumimoji="1" sz="2800">
                <a:solidFill>
                  <a:schemeClr val="tx1"/>
                </a:solidFill>
                <a:latin typeface="+mn-lt"/>
                <a:ea typeface="+mn-ea"/>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marL="0" indent="0">
              <a:buFontTx/>
              <a:buNone/>
            </a:pPr>
            <a:r>
              <a:rPr lang="en-US" altLang="ja-JP" kern="0" dirty="0"/>
              <a:t>〈</a:t>
            </a:r>
            <a:r>
              <a:rPr lang="ja-JP" altLang="en-US" kern="0" dirty="0"/>
              <a:t>コメント</a:t>
            </a:r>
            <a:r>
              <a:rPr lang="en-US" altLang="ja-JP" kern="0" dirty="0"/>
              <a:t>〉</a:t>
            </a:r>
          </a:p>
          <a:p>
            <a:pPr marL="0" indent="0">
              <a:buFontTx/>
              <a:buNone/>
            </a:pPr>
            <a:r>
              <a:rPr lang="ja-JP" altLang="en-US" kern="0" dirty="0"/>
              <a:t>・</a:t>
            </a:r>
            <a:r>
              <a:rPr lang="en-US" altLang="ja-JP" kern="0" dirty="0"/>
              <a:t>QC</a:t>
            </a:r>
            <a:r>
              <a:rPr lang="ja-JP" altLang="en-US" kern="0" dirty="0"/>
              <a:t>工程図の先頭から</a:t>
            </a:r>
            <a:r>
              <a:rPr lang="en-US" altLang="ja-JP" kern="0" dirty="0"/>
              <a:t>PFMEA</a:t>
            </a:r>
            <a:r>
              <a:rPr lang="ja-JP" altLang="en-US" kern="0" dirty="0"/>
              <a:t>作成開始</a:t>
            </a:r>
            <a:endParaRPr lang="en-US" altLang="ja-JP" kern="0" dirty="0"/>
          </a:p>
          <a:p>
            <a:pPr marL="0" indent="0">
              <a:buFontTx/>
              <a:buNone/>
            </a:pPr>
            <a:r>
              <a:rPr lang="ja-JP" altLang="en-US" kern="0" dirty="0"/>
              <a:t>→部品出庫工程の</a:t>
            </a:r>
            <a:r>
              <a:rPr lang="en-US" altLang="ja-JP" kern="0" dirty="0"/>
              <a:t>PFMEA</a:t>
            </a:r>
            <a:r>
              <a:rPr lang="ja-JP" altLang="en-US" kern="0" dirty="0"/>
              <a:t>作成完了</a:t>
            </a:r>
          </a:p>
        </p:txBody>
      </p:sp>
    </p:spTree>
    <p:extLst>
      <p:ext uri="{BB962C8B-B14F-4D97-AF65-F5344CB8AC3E}">
        <p14:creationId xmlns:p14="http://schemas.microsoft.com/office/powerpoint/2010/main" val="680909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F2B67-6BEF-F156-1978-A51EA95305B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02252485-0265-2DFF-6FD9-D8364438DBE0}"/>
              </a:ext>
            </a:extLst>
          </p:cNvPr>
          <p:cNvSpPr>
            <a:spLocks noGrp="1"/>
          </p:cNvSpPr>
          <p:nvPr>
            <p:ph type="title"/>
          </p:nvPr>
        </p:nvSpPr>
        <p:spPr>
          <a:xfrm>
            <a:off x="334521" y="188640"/>
            <a:ext cx="9939530" cy="1081088"/>
          </a:xfrm>
        </p:spPr>
        <p:txBody>
          <a:bodyPr wrap="square" anchor="ctr">
            <a:normAutofit/>
          </a:bodyPr>
          <a:lstStyle/>
          <a:p>
            <a:r>
              <a:rPr lang="ja-JP" altLang="en-US" dirty="0">
                <a:solidFill>
                  <a:srgbClr val="3333CC"/>
                </a:solidFill>
              </a:rPr>
              <a:t>●</a:t>
            </a:r>
            <a:r>
              <a:rPr lang="en-US" altLang="ja-JP" dirty="0">
                <a:solidFill>
                  <a:srgbClr val="3333CC"/>
                </a:solidFill>
              </a:rPr>
              <a:t>Topics</a:t>
            </a:r>
            <a:endParaRPr kumimoji="1" lang="ja-JP" altLang="en-US" dirty="0">
              <a:solidFill>
                <a:srgbClr val="3333CC"/>
              </a:solidFill>
            </a:endParaRPr>
          </a:p>
        </p:txBody>
      </p:sp>
      <p:sp>
        <p:nvSpPr>
          <p:cNvPr id="3" name="コンテンツ プレースホルダー 2">
            <a:extLst>
              <a:ext uri="{FF2B5EF4-FFF2-40B4-BE49-F238E27FC236}">
                <a16:creationId xmlns:a16="http://schemas.microsoft.com/office/drawing/2014/main" id="{49FC4013-A15B-5C78-0CB3-485E3DC2D2EF}"/>
              </a:ext>
            </a:extLst>
          </p:cNvPr>
          <p:cNvSpPr>
            <a:spLocks noGrp="1"/>
          </p:cNvSpPr>
          <p:nvPr>
            <p:ph idx="1"/>
          </p:nvPr>
        </p:nvSpPr>
        <p:spPr/>
        <p:txBody>
          <a:bodyPr/>
          <a:lstStyle/>
          <a:p>
            <a:pPr marL="0" indent="0">
              <a:buNone/>
            </a:pPr>
            <a:r>
              <a:rPr kumimoji="1" lang="ja-JP" altLang="en-US" dirty="0"/>
              <a:t>・治具図面の登録について</a:t>
            </a:r>
            <a:endParaRPr kumimoji="1" lang="en-US" altLang="ja-JP" dirty="0"/>
          </a:p>
          <a:p>
            <a:pPr marL="0" indent="0">
              <a:buNone/>
            </a:pPr>
            <a:r>
              <a:rPr lang="ja-JP" altLang="en-US" dirty="0"/>
              <a:t>→仕様書に記載する内容が定まらず、進められていない</a:t>
            </a:r>
            <a:endParaRPr kumimoji="1" lang="ja-JP" altLang="en-US" dirty="0"/>
          </a:p>
        </p:txBody>
      </p:sp>
      <p:pic>
        <p:nvPicPr>
          <p:cNvPr id="8" name="図 7">
            <a:extLst>
              <a:ext uri="{FF2B5EF4-FFF2-40B4-BE49-F238E27FC236}">
                <a16:creationId xmlns:a16="http://schemas.microsoft.com/office/drawing/2014/main" id="{E9CE1482-8E8F-EB7E-6AE5-DB0002E08CEC}"/>
              </a:ext>
            </a:extLst>
          </p:cNvPr>
          <p:cNvPicPr>
            <a:picLocks noChangeAspect="1"/>
          </p:cNvPicPr>
          <p:nvPr/>
        </p:nvPicPr>
        <p:blipFill>
          <a:blip r:embed="rId2"/>
          <a:stretch>
            <a:fillRect/>
          </a:stretch>
        </p:blipFill>
        <p:spPr>
          <a:xfrm>
            <a:off x="768995" y="2780928"/>
            <a:ext cx="7882684" cy="1014275"/>
          </a:xfrm>
          <a:prstGeom prst="rect">
            <a:avLst/>
          </a:prstGeom>
          <a:ln>
            <a:solidFill>
              <a:schemeClr val="tx1"/>
            </a:solidFill>
          </a:ln>
        </p:spPr>
      </p:pic>
    </p:spTree>
    <p:extLst>
      <p:ext uri="{BB962C8B-B14F-4D97-AF65-F5344CB8AC3E}">
        <p14:creationId xmlns:p14="http://schemas.microsoft.com/office/powerpoint/2010/main" val="1083393332"/>
      </p:ext>
    </p:extLst>
  </p:cSld>
  <p:clrMapOvr>
    <a:masterClrMapping/>
  </p:clrMapOvr>
</p:sld>
</file>

<file path=ppt/theme/theme1.xml><?xml version="1.0" encoding="utf-8"?>
<a:theme xmlns:a="http://schemas.openxmlformats.org/drawingml/2006/main" name="07">
  <a:themeElements>
    <a:clrScheme name="01_NKstandard-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01_NKstandard-A">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01_NKstandard-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1_NKstandard-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1_NKstandard-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1_NKstandard-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1_NKstandard-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1_NKstandard-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1_NKstandard-A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1_NKstandard-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1_NKstandard-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1_NKstandard-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01_NKstandard-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1_NKstandard-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ca9c2885-f052-48d0-98f2-4ee2bfc5cc07}" enabled="0" method="" siteId="{ca9c2885-f052-48d0-98f2-4ee2bfc5cc07}" removed="1"/>
</clbl:labelList>
</file>

<file path=docProps/app.xml><?xml version="1.0" encoding="utf-8"?>
<Properties xmlns="http://schemas.openxmlformats.org/officeDocument/2006/extended-properties" xmlns:vt="http://schemas.openxmlformats.org/officeDocument/2006/docPropsVTypes">
  <Template>2018-05</Template>
  <TotalTime>405</TotalTime>
  <Words>293</Words>
  <Application>Microsoft Office PowerPoint</Application>
  <PresentationFormat>ユーザー設定</PresentationFormat>
  <Paragraphs>34</Paragraphs>
  <Slides>9</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9</vt:i4>
      </vt:variant>
    </vt:vector>
  </HeadingPairs>
  <TitlesOfParts>
    <vt:vector size="12" baseType="lpstr">
      <vt:lpstr>ＭＳ Ｐゴシック</vt:lpstr>
      <vt:lpstr>Arial</vt:lpstr>
      <vt:lpstr>07</vt:lpstr>
      <vt:lpstr>76期　業務報告</vt:lpstr>
      <vt:lpstr>●定型業務</vt:lpstr>
      <vt:lpstr>●テーマ業務①</vt:lpstr>
      <vt:lpstr>●テーマ業務②</vt:lpstr>
      <vt:lpstr>●テーマ業務③</vt:lpstr>
      <vt:lpstr>●テーマ業務④</vt:lpstr>
      <vt:lpstr>●テーマ業務⑤</vt:lpstr>
      <vt:lpstr>●テーマ業務⑥</vt:lpstr>
      <vt:lpstr>●Topics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一個流しに伴うCMDIマスタの見直し</dc:title>
  <dc:creator>ISHII Masato (石井 将人)</dc:creator>
  <cp:lastModifiedBy>ISHII Masato (石井 将人)</cp:lastModifiedBy>
  <cp:revision>5</cp:revision>
  <dcterms:created xsi:type="dcterms:W3CDTF">2024-06-24T14:26:10Z</dcterms:created>
  <dcterms:modified xsi:type="dcterms:W3CDTF">2026-09-04T07:33:32Z</dcterms:modified>
</cp:coreProperties>
</file>