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ja-JP&amp;assetid=WA200003233&amp;isWac=True&amp;ui=ja-JP&amp;ad=JP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Microsoft Power BI のアイコンです。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Microsoft Power BI のアドイン コンテンツです。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Microsoft Power BI のアドイン コンテンツです。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インターネット ブラウザーに戻るか、ブラウザーにこのリンクをコピーしてください: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https://pages.store.office.com/addinsinstallpage.aspx?rs=ja-JP&amp;assetid=WA200003233&amp;isWac=True&amp;ui=ja-JP&amp;ad=JP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ヘルプを表示</a:t>
            </a:r>
          </a:p>
        </p:txBody>
      </p:sp>
      <p:pic>
        <p:nvPicPr>
          <p:cNvPr id="17" name="LaunchHelpImage" descr="[ホーム] タブで開く Office のリボンです。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ホーム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[ホーム] タブで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アドインのインストール後は、[ホーム] タブのアドイン ボタンを選択すると、アドインを起動できます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アドインの再起動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Microsoft Power BI のアイコンです。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2e84b4b0-2c82-4640-974e-97a506b3c074}">
  <we:reference id="WA200003233" version="2.0.0.3" store="ja-JP" storeType="OMEX"/>
  <we:alternateReferences/>
  <we:properties>
    <we:property name="Microsoft.Office.CampaignId" value="&quot;none&quot;"/>
    <we:property name="reportUrl" value="&quot;/groups/d71b366d-4277-4bef-829c-f54b6e416107/reports/8a8b7a2c-bc18-46f4-a7d2-78045736eb16/5c701af868bb6bada1de?bookmarkGuid=b95f71d8-131b-45b4-a311-f69b189d8e51&amp;bookmarkUsage=1&amp;ctid=ca9c2885-f052-48d0-98f2-4ee2bfc5cc07&amp;fromEntryPoint=export&quot;"/>
    <we:property name="reportState" value="&quot;CONNECTED&quot;"/>
    <we:property name="artifactViewState" value="&quot;live&quot;"/>
    <we:property name="reportEmbeddedTime" value="&quot;2026-10-19T04:26:01.659Z&quot;"/>
    <we:property name="creatorSessionId" value="&quot;4d550036-5ed1-4277-824a-add5c24038c8&quot;"/>
    <we:property name="creatorUserId" value="&quot;10032005ED5A61DE&quot;"/>
    <we:property name="creatorTenantId" value="&quot;ca9c2885-f052-48d0-98f2-4ee2bfc5cc07&quot;"/>
    <we:property name="pageDisplayName" value="&quot;浸漬はんだ&quot;"/>
    <we:property name="pageName" value="&quot;5c701af868bb6bada1de&quot;"/>
    <we:property name="reportName" value="&quot;THT設備データ&quot;"/>
    <we:property name="isVisualContainerHeaderHidden" value="false"/>
    <we:property name="isFiltersActionButtonVisible" value="true"/>
    <we:property name="initialStateBookmark" value="&quot;H4sIAAAAAAAAA9WYQW/bNhSA/8qgSy/aIMm2bOXmug5WtEmNOEsPQ2BQ1JPMghIFinKtBr7Mhx0GbKft2F8woKcCPfTfGO3+xh4luXEXJzPSxlF9sOXHx8fvPYrvkbwwApalnBTHJAbjwFgt/1otl6tf3qyWr1fL9/jwnW2YRlK1Pnz27MlR/+TJ5Lh/NESxSBUTSWYcXBiKyAjUGctywrUtFP58bhqphAzkDI7hZdWG38xnnKnCOFAyB9MgnI9IpDuEhGcoSEFmIiGcvYKqT1apLkwD5ikXkuhRx4oo0CPPUB3/I579QwuhCFVsBmOgqpJ2aNeySdhze77v+iQgdgCollUKJfxWFW26HH4gEkVYgsNomWu5bcu1wfJ96rgWtFuOq+Uh46pW8YvhPJUYgIt14MIWtaDr2TZxvY4dehbtOMigilS3DtCTSEhGCUdhZUjbOVt75pjGoRRxabGeqBA1h4kq42gczuNBQTk8FdHk49t3H9//ja2npXFrgbPwfAoSyt7oS8CqwKApofSPhoUsq4WPk89lWd2P53FyVXsscknhBMLLPyXcAidrJAVOZQlYOrrQKGeE5+XLgUafMnQUfdauajEqPmh/bz96PDodjk+HJw/KLtco/jjsn/40KlXOF/pzXr0fG3A7Qd8UxO1emMZUvBxIwFkLjAN7YV6sJ7IfzEhCUXrXJBkuNzVRLIZJAURegbLuGSrGJTNtHFVAitsxHQHJcglfD+rDH28+/PbnP7//2jSeScjmW5j02spYEvE6I18mxyrLGBzz42CKkdZVwX+BuVVnQuwlZADyYVEmkUdMrrOybf6H/O5XiA7sPRGsl8M9IlTvvs7AVX1ErRcbFbAuQcXuyf7LstV+ss8eIqprj2n4luO6tks9aIVeGDh22/e05RvXjIK58sX88xWjrXmeFYDfc0jP9mzH6pE2ta/fYmzdROwxp6qrNXEzie2Ta2uBvi+YyyA1BgmS4P+Brq06/SiSEJH17vFuUxdwkmawgXuYJ3XatL4t+k8l9Us9+NqQVDdXiGQWNWS3lkpSNAcHbUz1+NJuIJPTQKZWA5nazWHKBMftMG4KmoNEheCNAgpY2rCkREWcclAwSfL4NocjRXwOw3nzjkbliUC3tqgfEKdDoQuW7Ti+B0H79vvXoOt0waeu1/FabQoQkm7wje1fdzjwZmrMGQW547Q6ez3sKbjptPfpEm4fFNXt3GIzSkYMMiqvL0SuspRQGJGkuqBMK1MMSj18DUgSQFA/l7eiWy4D9e1webzWc8Rwse2oX8P9C97jUcgFFwAA&quot;"/>
    <we:property name="bookmark" value="&quot;H4sIAAAAAAAAA9WYQW/bNhSA/8rASy/eIMmybOWWuQ5WoCuMOssOQ2BQ5JPMghIFinKtBb7Uhx0GbKftuF8woKcBO/TfGO3+xh4lu3EXJwvSxlF9sOXHx8ePj+J75LsgXBS5pNUzmgI5IuvV7+vVav3q9Xr1x3r1Bh++cEmHZE0r+H7XC+Kwy8HxohAGg34PW1VuhMoKcnRBDNUJmDNRlFRakyj84bxDcg0F6Dk8g5dNG36LSEhhKnJkdAkdQqUc08R2iKksUJCDLlRGpfgRmj5Fo7rsEFjkUmlqR50YasCOPEd1/I+U7lddhKLMiDlMgJlG2mN9x6XxIBhEURBRTl0OqFY0CjX8XhVruh5+qDJDRYbDWFngBL4TuOBEEfMCB6xjrDwW0mxUomq0yDU64GLrv7jLHOiHrkuDsOfGocN6HjKYKretQ5xJorRgVKKwMWTtnG1n5nXIiVZpbXGzXjFqjjJT+5GcLNJhxSQ8Vcn03V9/v3vzJ7ae1sadJa7C9zPQUPfGuXDROAZNKWN/LCwUxUb4JPtQVmz6yTLNrmpPVKkZPIf48k8Nt8TFGmuFS1kD1hNdWpQzKsv65UCjTwVOFOdsp2rFqPjI/9J9/GR8Opqcjp4/qrtco/jN6Pj0u3Gtcr60n/Pm/diBuxX0TU7cP4sOmamXQw24apwcucvOxXYhj/mcZgyl901S4HYzUyNSmFZA9RUo54GhUtwys9ZRcVrdjelboEWp4dNBvf319duff/vnl5/axjONxWIPk91bhcgSuYnIl8GxiTJEYnwcztDTNitELzC22kiIvZTmoL+u6iDyWOhtVHY7/yG//x1iHftABNvt8IAIzbtvI3CTH1HrxU4G3KSg6vbB/uOi1WGizwE8anNPh0SOFwRuwELoxmHMPdePQmv5xj1jYGEitfhwx1hrYehwiAYeHbih6zkD6jP3+iPG3kPEAWOquZoTd4PYIbn2JuiHgrl0UmuQIOP/D3Rt1jlOEg0J3Z4e7zd0gaR5ATu4J2W2CZvO50X/PqV+7Aw+NSSzzQ0inSctOa3lmlbtwUEbMzu+dlvI5LWQqdtCJr89TIWSeBzGQ0F7kJhSslVAXOQtC0pMpbkEA9OsTO9yOTI0kjBatO9qVN8IbGuXRZx6PQZ9cFzPVvi4f/fzK+97fYhYEPbCrs8AYtrnn9n59RYX3sJMpGCgb7ms3kEvewZuuu29L8IdgqKpzi13vURS0EldvlClKXLKYEyzpkCZN6YE1Hr4GtCMA98811XRPcVAWx0mmyIgfv4FJsGJg9wWAAA=&quot;"/>
    <we:property name="datasetId" value="&quot;8f90495a-402d-4061-b092-1b7641f6d79e&quot;"/>
    <we:property name="embedUrl" value="&quot;/reportEmbed?reportId=8a8b7a2c-bc18-46f4-a7d2-78045736eb16&amp;groupId=d71b366d-4277-4bef-829c-f54b6e416107&amp;w=2&amp;config=eyJjbHVzdGVyVXJsIjoiaHR0cHM6Ly9XQUJJLUpBUEFOLUVBU1QtQi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60</Words>
  <Application>Microsoft Office PowerPoint</Application>
  <PresentationFormat>ワイド画面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アドインの再起動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SHINOHARA Soshi (篠原 想詩)</cp:lastModifiedBy>
  <cp:revision>3</cp:revision>
  <dcterms:created xsi:type="dcterms:W3CDTF">2018-06-07T21:39:02Z</dcterms:created>
  <dcterms:modified xsi:type="dcterms:W3CDTF">2026-10-19T04:27:57Z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