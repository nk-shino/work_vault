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  <p:sldId id="258" r:id="rId5"/>
    <p:sldId id="261" r:id="rId6"/>
    <p:sldId id="256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1C14F5-22AD-7FFB-05B4-5E6815C60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A1CF93E-9BEF-4E99-C7E7-771F4916D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5A0B67-EF82-50F6-5CF6-3647F3730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936DAE-5836-736E-9009-DEC22477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EC73D6-67DE-E727-6E6F-5DD279E5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478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281BC8-2E11-D254-4CCC-4055070E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EE4ECB-C697-4E9B-2C56-47ADCC8C1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F3B594-17FB-900A-5373-117AE3F9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23F404-CF64-96D6-CCBD-E596B494D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D2C956-9641-A812-8723-6AC5675A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1148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9A389-16AD-1E75-3975-B90CD1A9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569DAB-C7C8-56C7-17D9-63DE6F577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4467F1-9AC4-0C87-A2C3-09365481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5ECE69-091C-07AF-1CDA-46C27546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8F2F8C-3BEA-BC8C-CEB2-B8E8920EF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30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21E96B-88EC-B5F8-C86C-7977DB3B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4946DD-8CAD-78D0-112A-5AAFD8127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3E065D-E353-7066-BBFF-F8698B34E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203C02-5EF3-9D48-6988-F9C5E4C2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8ABA71B-DCCF-966E-8A07-DE6DEC67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7B2CAE-C61A-DD32-8C72-75834E8B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08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EF965-61AB-A0D7-4A1F-72C8F7D4C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CA81CD-7EDF-182C-24F5-AA17E2A84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E0F672-EBE8-3661-0831-45F44F167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C389C6B-E6E4-EF87-B7B9-97113714C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894410C-94E7-E777-2EC0-1A1DCF694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6CEC95-2A1F-F7E8-9281-A7103E74C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96B2FC3-B71F-C0F7-7F9B-09AC7ED96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2DFE2DC-ED6A-F563-E967-6A2F5D09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2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00DE38-B6E6-3CC4-8110-877E7AFB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D889C2-C3FA-C8A3-CDE5-ED587AD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13B6E5-18D1-33C9-9434-C04C130F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C1148F9-EED4-02F2-259E-EAFC4DA4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73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DA1124A-423D-E5ED-5BB5-87688EEE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6CB0219-4406-2248-D430-DBA9EEBB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10C84E-6755-3C44-54AD-7FAED582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12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D060DC-A1FC-C1B9-936E-492E3B4B1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514429-388C-6F0C-8C4C-6152300FE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D90109A-3084-CAA5-7936-F857D12E0B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8B325B-C346-DA55-C50D-69692ADFA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958150-4486-19DA-C5D1-9ADBB045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2F2A86-0F60-E57C-BF6F-C6EE853F9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292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8FE60-00E7-8C0D-2C00-D3863D2B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BD157A-5A89-E022-1701-F7AF69A2D1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CC7970D-E4AF-4433-631E-9B796D8F4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513D1CA-7F04-E0C0-6B81-D6E45523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37475A-19EE-1011-7EA5-6C501450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C8DB4B-1D80-CFAB-80DF-4EC0C04C6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574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1FE87-DCBA-8A6F-BB6D-AA8AA2C1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DAD8F5-F5E1-BB75-4E29-5A8A46C7F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A358C8-F0FD-0006-74A1-E4242E7E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34867B-B939-F57E-0C30-B9BEF42A7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31B6B6-0789-52BB-6F42-A8CFE47A6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8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089BB6-2CDC-1DED-F7F7-BF0DF09DC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DD0F754-02C2-2AD2-0CCD-4B1EE4ADC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A64F35-F211-84C3-A600-0ECEBBE6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999E2E-D71B-2D6D-8241-3BBAC0A1D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D6B812-B9A6-6AB5-C80D-564C52A4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6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96E572-4A3E-86A3-E6E6-DDB2A043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A67D16-B522-E642-5934-4BA89E5C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F2583-366B-C8A0-6DFD-97FBF75877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6F83A-7791-4205-833A-F5D5B793FC20}" type="datetimeFigureOut">
              <a:rPr kumimoji="1" lang="ja-JP" altLang="en-US" smtClean="0"/>
              <a:t>2023/7/18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770AD8-E17F-5A6A-423A-C07288595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059DB-73FD-5AB5-0D99-088326F4B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F8F25-2240-4088-8507-E680FD64F0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754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DCD97B1-46D7-C744-78ED-E2B6AC170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371" y="549000"/>
            <a:ext cx="7016169" cy="57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1862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9505E5C-4A70-4FAF-B9B7-9083537BA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654" y="906800"/>
            <a:ext cx="8960292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418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376E9DB-C367-6F0C-DF37-E77F5E1AA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52" y="549000"/>
            <a:ext cx="6990592" cy="576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4379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3E331C04-E630-3B88-51FF-34542FBA3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346" y="900346"/>
            <a:ext cx="9419240" cy="54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7224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46050FD-2308-00AB-B329-9480F1A63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53" y="605034"/>
            <a:ext cx="11304776" cy="47035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43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EB5917C-C129-25B9-D829-32C559967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2" y="1420962"/>
            <a:ext cx="10971169" cy="4116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3969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44F9CD8-BF82-26DB-A654-3CD9A1CB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47" y="429000"/>
            <a:ext cx="10761905" cy="60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35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FC8BC07E3BBA34EB92D3ED2768D585A" ma:contentTypeVersion="13" ma:contentTypeDescription="新しいドキュメントを作成します。" ma:contentTypeScope="" ma:versionID="166de0e46fe40a3f21efa10994cd7d30">
  <xsd:schema xmlns:xsd="http://www.w3.org/2001/XMLSchema" xmlns:xs="http://www.w3.org/2001/XMLSchema" xmlns:p="http://schemas.microsoft.com/office/2006/metadata/properties" xmlns:ns2="ea180fb7-6417-4417-bcc2-1a1988547c9d" xmlns:ns3="a7e61ba0-4c47-4710-ac4c-031e401f92bd" targetNamespace="http://schemas.microsoft.com/office/2006/metadata/properties" ma:root="true" ma:fieldsID="b4fc694f3b74ae49e84fefe266af03af" ns2:_="" ns3:_="">
    <xsd:import namespace="ea180fb7-6417-4417-bcc2-1a1988547c9d"/>
    <xsd:import namespace="a7e61ba0-4c47-4710-ac4c-031e401f9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180fb7-6417-4417-bcc2-1a1988547c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053ac32-7e03-4b82-88d1-ba6959e72a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e61ba0-4c47-4710-ac4c-031e401f92b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bb655bd8-43ec-4458-8694-0c5137fe8b12}" ma:internalName="TaxCatchAll" ma:showField="CatchAllData" ma:web="a7e61ba0-4c47-4710-ac4c-031e401f92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180fb7-6417-4417-bcc2-1a1988547c9d">
      <Terms xmlns="http://schemas.microsoft.com/office/infopath/2007/PartnerControls"/>
    </lcf76f155ced4ddcb4097134ff3c332f>
    <TaxCatchAll xmlns="a7e61ba0-4c47-4710-ac4c-031e401f92bd" xsi:nil="true"/>
  </documentManagement>
</p:properties>
</file>

<file path=customXml/itemProps1.xml><?xml version="1.0" encoding="utf-8"?>
<ds:datastoreItem xmlns:ds="http://schemas.openxmlformats.org/officeDocument/2006/customXml" ds:itemID="{B40ACC9D-A0E7-4145-98A7-9A74BD546F7A}"/>
</file>

<file path=customXml/itemProps2.xml><?xml version="1.0" encoding="utf-8"?>
<ds:datastoreItem xmlns:ds="http://schemas.openxmlformats.org/officeDocument/2006/customXml" ds:itemID="{A2058468-CF99-4EA7-944F-58D7D779F973}"/>
</file>

<file path=customXml/itemProps3.xml><?xml version="1.0" encoding="utf-8"?>
<ds:datastoreItem xmlns:ds="http://schemas.openxmlformats.org/officeDocument/2006/customXml" ds:itemID="{BB38EC23-8DD7-42C5-876C-79820B5D292F}"/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TAKEBUCHI Masaki (竹渕 正樹)</dc:creator>
  <cp:lastModifiedBy>TAKEBUCHI Masaki (竹渕 正樹)</cp:lastModifiedBy>
  <cp:revision>1</cp:revision>
  <dcterms:created xsi:type="dcterms:W3CDTF">2023-07-18T02:14:21Z</dcterms:created>
  <dcterms:modified xsi:type="dcterms:W3CDTF">2023-07-18T02:28:49Z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0x010100AFC8BC07E3BBA34EB92D3ED2768D585A</vt:lpwstr>
  </property>
</Properties>
</file>