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9" r:id="rId7"/>
    <p:sldId id="258" r:id="rId8"/>
  </p:sldIdLst>
  <p:sldSz cx="12195175" cy="6858000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53D04-DB58-4620-A21B-0C33201988D1}" v="5" dt="2025-10-30T08:27:11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62" y="342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 Yuki (佐藤 勇希)" userId="355fd401-9c31-44b5-8919-d33e419f9bed" providerId="ADAL" clId="{664FC4ED-BB96-4AFC-921A-E981B4BA7711}"/>
    <pc:docChg chg="undo redo custSel modSld sldOrd">
      <pc:chgData name="SATO Yuki (佐藤 勇希)" userId="355fd401-9c31-44b5-8919-d33e419f9bed" providerId="ADAL" clId="{664FC4ED-BB96-4AFC-921A-E981B4BA7711}" dt="2024-11-15T05:20:36.073" v="572" actId="1076"/>
      <pc:docMkLst>
        <pc:docMk/>
      </pc:docMkLst>
      <pc:sldChg chg="addSp delSp modSp mod ord">
        <pc:chgData name="SATO Yuki (佐藤 勇希)" userId="355fd401-9c31-44b5-8919-d33e419f9bed" providerId="ADAL" clId="{664FC4ED-BB96-4AFC-921A-E981B4BA7711}" dt="2024-11-15T05:20:36.073" v="572" actId="1076"/>
        <pc:sldMkLst>
          <pc:docMk/>
          <pc:sldMk cId="2683593638" sldId="258"/>
        </pc:sldMkLst>
      </pc:sldChg>
    </pc:docChg>
  </pc:docChgLst>
  <pc:docChgLst>
    <pc:chgData name="SATO Yuki (佐藤 勇希)" userId="355fd401-9c31-44b5-8919-d33e419f9bed" providerId="ADAL" clId="{2AE68809-DDFE-41FB-88EE-624054486477}"/>
    <pc:docChg chg="undo redo custSel delSld modSld sldOrd">
      <pc:chgData name="SATO Yuki (佐藤 勇希)" userId="355fd401-9c31-44b5-8919-d33e419f9bed" providerId="ADAL" clId="{2AE68809-DDFE-41FB-88EE-624054486477}" dt="2023-07-12T05:11:14.629" v="769" actId="2696"/>
      <pc:docMkLst>
        <pc:docMk/>
      </pc:docMkLst>
      <pc:sldChg chg="addSp delSp modSp mod">
        <pc:chgData name="SATO Yuki (佐藤 勇希)" userId="355fd401-9c31-44b5-8919-d33e419f9bed" providerId="ADAL" clId="{2AE68809-DDFE-41FB-88EE-624054486477}" dt="2023-07-11T23:59:26.333" v="768"/>
        <pc:sldMkLst>
          <pc:docMk/>
          <pc:sldMk cId="0" sldId="257"/>
        </pc:sldMkLst>
      </pc:sldChg>
      <pc:sldChg chg="addSp delSp modSp mod ord">
        <pc:chgData name="SATO Yuki (佐藤 勇希)" userId="355fd401-9c31-44b5-8919-d33e419f9bed" providerId="ADAL" clId="{2AE68809-DDFE-41FB-88EE-624054486477}" dt="2023-07-11T02:52:56.597" v="640"/>
        <pc:sldMkLst>
          <pc:docMk/>
          <pc:sldMk cId="3766733155" sldId="259"/>
        </pc:sldMkLst>
      </pc:sldChg>
      <pc:sldChg chg="addSp delSp modSp del mod">
        <pc:chgData name="SATO Yuki (佐藤 勇希)" userId="355fd401-9c31-44b5-8919-d33e419f9bed" providerId="ADAL" clId="{2AE68809-DDFE-41FB-88EE-624054486477}" dt="2023-07-12T05:11:14.629" v="769" actId="2696"/>
        <pc:sldMkLst>
          <pc:docMk/>
          <pc:sldMk cId="867749248" sldId="260"/>
        </pc:sldMkLst>
      </pc:sldChg>
    </pc:docChg>
  </pc:docChgLst>
  <pc:docChgLst>
    <pc:chgData name="UCHIDA Yoshiharu (内田 寿治)" userId="c914e0ea-da78-4960-8d50-6c06cba8d892" providerId="ADAL" clId="{D449F194-4E22-49B8-AD44-812C9E69B65B}"/>
    <pc:docChg chg="modSld">
      <pc:chgData name="UCHIDA Yoshiharu (内田 寿治)" userId="c914e0ea-da78-4960-8d50-6c06cba8d892" providerId="ADAL" clId="{D449F194-4E22-49B8-AD44-812C9E69B65B}" dt="2023-07-12T02:44:42.242" v="0"/>
      <pc:docMkLst>
        <pc:docMk/>
      </pc:docMkLst>
      <pc:sldChg chg="modSp">
        <pc:chgData name="UCHIDA Yoshiharu (内田 寿治)" userId="c914e0ea-da78-4960-8d50-6c06cba8d892" providerId="ADAL" clId="{D449F194-4E22-49B8-AD44-812C9E69B65B}" dt="2023-07-12T02:44:42.242" v="0"/>
        <pc:sldMkLst>
          <pc:docMk/>
          <pc:sldMk cId="0" sldId="257"/>
        </pc:sldMkLst>
      </pc:sldChg>
    </pc:docChg>
  </pc:docChgLst>
  <pc:docChgLst>
    <pc:chgData name="UCHIDA Yoshiharu (内田 寿治)" userId="c914e0ea-da78-4960-8d50-6c06cba8d892" providerId="ADAL" clId="{92D4F68C-FDB0-46C7-BD71-D55D7311ED0A}"/>
    <pc:docChg chg="modSld">
      <pc:chgData name="UCHIDA Yoshiharu (内田 寿治)" userId="c914e0ea-da78-4960-8d50-6c06cba8d892" providerId="ADAL" clId="{92D4F68C-FDB0-46C7-BD71-D55D7311ED0A}" dt="2023-07-14T03:32:13.454" v="1"/>
      <pc:docMkLst>
        <pc:docMk/>
      </pc:docMkLst>
      <pc:sldChg chg="modSp">
        <pc:chgData name="UCHIDA Yoshiharu (内田 寿治)" userId="c914e0ea-da78-4960-8d50-6c06cba8d892" providerId="ADAL" clId="{92D4F68C-FDB0-46C7-BD71-D55D7311ED0A}" dt="2023-07-14T03:32:13.454" v="1"/>
        <pc:sldMkLst>
          <pc:docMk/>
          <pc:sldMk cId="0" sldId="257"/>
        </pc:sldMkLst>
      </pc:sldChg>
    </pc:docChg>
  </pc:docChgLst>
  <pc:docChgLst>
    <pc:chgData name="SATO Yuki (佐藤 勇希)" userId="355fd401-9c31-44b5-8919-d33e419f9bed" providerId="ADAL" clId="{E0FA3E91-D47F-4BE5-A980-ED66041F6280}"/>
    <pc:docChg chg="modSld">
      <pc:chgData name="SATO Yuki (佐藤 勇希)" userId="355fd401-9c31-44b5-8919-d33e419f9bed" providerId="ADAL" clId="{E0FA3E91-D47F-4BE5-A980-ED66041F6280}" dt="2025-10-30T08:27:16.552" v="37" actId="1076"/>
      <pc:docMkLst>
        <pc:docMk/>
      </pc:docMkLst>
      <pc:sldChg chg="addSp modSp mod">
        <pc:chgData name="SATO Yuki (佐藤 勇希)" userId="355fd401-9c31-44b5-8919-d33e419f9bed" providerId="ADAL" clId="{E0FA3E91-D47F-4BE5-A980-ED66041F6280}" dt="2025-10-30T08:27:16.552" v="37" actId="1076"/>
        <pc:sldMkLst>
          <pc:docMk/>
          <pc:sldMk cId="0" sldId="257"/>
        </pc:sldMkLst>
        <pc:spChg chg="add mod">
          <ac:chgData name="SATO Yuki (佐藤 勇希)" userId="355fd401-9c31-44b5-8919-d33e419f9bed" providerId="ADAL" clId="{E0FA3E91-D47F-4BE5-A980-ED66041F6280}" dt="2025-10-30T08:27:16.552" v="37" actId="1076"/>
          <ac:spMkLst>
            <pc:docMk/>
            <pc:sldMk cId="0" sldId="257"/>
            <ac:spMk id="9" creationId="{0696F952-CF8E-5435-9004-1AD5653645FF}"/>
          </ac:spMkLst>
        </pc:spChg>
        <pc:graphicFrameChg chg="mod">
          <ac:chgData name="SATO Yuki (佐藤 勇希)" userId="355fd401-9c31-44b5-8919-d33e419f9bed" providerId="ADAL" clId="{E0FA3E91-D47F-4BE5-A980-ED66041F6280}" dt="2025-10-30T08:25:00.724" v="0"/>
          <ac:graphicFrameMkLst>
            <pc:docMk/>
            <pc:sldMk cId="0" sldId="257"/>
            <ac:graphicFrameMk id="22" creationId="{24A561B7-99E5-DF96-0C64-F343D4870CA0}"/>
          </ac:graphicFrameMkLst>
        </pc:graphicFrameChg>
        <pc:cxnChg chg="add mod">
          <ac:chgData name="SATO Yuki (佐藤 勇希)" userId="355fd401-9c31-44b5-8919-d33e419f9bed" providerId="ADAL" clId="{E0FA3E91-D47F-4BE5-A980-ED66041F6280}" dt="2025-10-30T08:26:52.746" v="7" actId="14100"/>
          <ac:cxnSpMkLst>
            <pc:docMk/>
            <pc:sldMk cId="0" sldId="257"/>
            <ac:cxnSpMk id="3" creationId="{51DAE2D0-4093-924B-F6EF-57AB30D2839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fld id="{2B45C14F-2C3B-454A-9C64-72E4D0040D5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X:\Hirao\日本光電PPTテンプレート\作業\20180621_2018年度\PNG\PPT_08-01タイトル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" y="283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Rectangle 34"/>
          <p:cNvSpPr>
            <a:spLocks noGrp="1" noChangeArrowheads="1"/>
          </p:cNvSpPr>
          <p:nvPr>
            <p:ph type="ctrTitle"/>
          </p:nvPr>
        </p:nvSpPr>
        <p:spPr>
          <a:xfrm>
            <a:off x="3937348" y="2132856"/>
            <a:ext cx="7924132" cy="1295400"/>
          </a:xfrm>
        </p:spPr>
        <p:txBody>
          <a:bodyPr/>
          <a:lstStyle>
            <a:lvl1pPr algn="ctr">
              <a:defRPr smtClean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18436" name="Rectangle 35"/>
          <p:cNvSpPr>
            <a:spLocks noGrp="1" noChangeArrowheads="1"/>
          </p:cNvSpPr>
          <p:nvPr>
            <p:ph type="subTitle" idx="1"/>
          </p:nvPr>
        </p:nvSpPr>
        <p:spPr>
          <a:xfrm>
            <a:off x="4513412" y="3645768"/>
            <a:ext cx="6772004" cy="1655763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9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25344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25344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25344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590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521" y="1412603"/>
            <a:ext cx="11526134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222B9-45DE-4B6D-9428-0A9195C03EC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236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336" y="3993108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336" y="2492921"/>
            <a:ext cx="1036589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9A24C-A272-4486-8F9A-69EE51C359A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5332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188640"/>
            <a:ext cx="9939530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537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9230" y="1412603"/>
            <a:ext cx="5661441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1CE1F5-ED16-4AEF-B63E-AAE983240A8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3531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59" y="188640"/>
            <a:ext cx="966429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759" y="1449115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759" y="2088877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4996" y="1449115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4996" y="2088877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677F9-7C58-4F7A-AFDE-56987A05C8C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68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04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521" y="0"/>
            <a:ext cx="9939530" cy="9087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CAE6F-8457-4CF3-B140-0929F546505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4136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33BEFA-5DDA-4D8A-B395-1CF36B342F7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2995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775" y="456182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7974" y="456207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775" y="161823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3D193-01C8-47D4-B4B3-1AC86D9D494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7735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90341" y="4649688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90341" y="461863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90341" y="5216426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62217-EA11-42EC-986B-B23AF75AD62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743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9138" y="404837"/>
            <a:ext cx="288153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521" y="404837"/>
            <a:ext cx="8441348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4783D-9110-4ABB-80DE-82E186775B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060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X:\Hirao\日本光電PPTテンプレート\作業\20180621_2018年度\PNG\PPT_08-02帯なし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" y="283"/>
            <a:ext cx="12190993" cy="685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188913"/>
            <a:ext cx="99390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412875"/>
            <a:ext cx="1152525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93347" y="6525344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7313" y="6525344"/>
            <a:ext cx="3935412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14211" y="6525344"/>
            <a:ext cx="398414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3589AB9E-BF93-44F0-AACD-B21BAF28FE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21" r:id="rId2"/>
    <p:sldLayoutId id="2147483822" r:id="rId3"/>
    <p:sldLayoutId id="2147483823" r:id="rId4"/>
    <p:sldLayoutId id="2147483824" r:id="rId5"/>
    <p:sldLayoutId id="2147483830" r:id="rId6"/>
    <p:sldLayoutId id="2147483825" r:id="rId7"/>
    <p:sldLayoutId id="2147483826" r:id="rId8"/>
    <p:sldLayoutId id="2147483827" r:id="rId9"/>
    <p:sldLayoutId id="2147483828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\\nksv1359.ad.nkc.co.jp\WWW\cgi\bom_diff" TargetMode="External"/><Relationship Id="rId5" Type="http://schemas.openxmlformats.org/officeDocument/2006/relationships/hyperlink" Target="file:///\\nksv1359.ad.nkc.co.jp\WWW\cgi\qcd_DB\qcd_DB_Release" TargetMode="External"/><Relationship Id="rId4" Type="http://schemas.openxmlformats.org/officeDocument/2006/relationships/hyperlink" Target="file:///\\nksv1359.ad.nkc.co.jp\WWW\cgi\scheduled\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\\nksv523.ad.nkc.co.jp\&#31532;&#20108;&#24037;&#22580;&#23455;&#35013;&#35506;&#29992;\1&#20418;&#29992;\Job&#20316;&#25104;\&#12510;&#12463;&#12525;&#31561;\bin" TargetMode="External"/><Relationship Id="rId2" Type="http://schemas.openxmlformats.org/officeDocument/2006/relationships/hyperlink" Target="file:///\\nksv523.ad.nkc.co.jp\&#31532;&#20108;&#24037;&#22580;&#23455;&#35013;&#35506;&#29992;\1&#20418;&#29992;\AccessDB\SMT_Schedule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nksv1359.ad.nkc.co.jp\WWW\cgi\qcd_DB\qcd_DB_Releas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サブタイトル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306F28B-6F78-2202-32AB-6962040136AA}"/>
              </a:ext>
            </a:extLst>
          </p:cNvPr>
          <p:cNvSpPr/>
          <p:nvPr/>
        </p:nvSpPr>
        <p:spPr>
          <a:xfrm>
            <a:off x="120923" y="379481"/>
            <a:ext cx="1008112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BOSS</a:t>
            </a:r>
            <a:endParaRPr kumimoji="1" lang="ja-JP" altLang="en-US"/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441723AC-0948-A50E-3CE0-56D5F179C8EE}"/>
              </a:ext>
            </a:extLst>
          </p:cNvPr>
          <p:cNvGrpSpPr/>
          <p:nvPr/>
        </p:nvGrpSpPr>
        <p:grpSpPr>
          <a:xfrm>
            <a:off x="1777107" y="163457"/>
            <a:ext cx="2376264" cy="1656184"/>
            <a:chOff x="913011" y="1484784"/>
            <a:chExt cx="2376264" cy="1656184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73F73AA3-2A1A-6C5B-D6A9-7700A539A459}"/>
                </a:ext>
              </a:extLst>
            </p:cNvPr>
            <p:cNvGrpSpPr/>
            <p:nvPr/>
          </p:nvGrpSpPr>
          <p:grpSpPr>
            <a:xfrm>
              <a:off x="913011" y="1484784"/>
              <a:ext cx="2376264" cy="1656184"/>
              <a:chOff x="120923" y="1556792"/>
              <a:chExt cx="1872208" cy="1584176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F0948F44-148B-EA2B-1C41-AAC53528F4A3}"/>
                  </a:ext>
                </a:extLst>
              </p:cNvPr>
              <p:cNvSpPr/>
              <p:nvPr/>
            </p:nvSpPr>
            <p:spPr>
              <a:xfrm>
                <a:off x="120923" y="1556792"/>
                <a:ext cx="1872208" cy="15841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kumimoji="1" lang="en-US" altLang="ja-JP" sz="1100">
                    <a:solidFill>
                      <a:schemeClr val="tx1"/>
                    </a:solidFill>
                  </a:rPr>
                  <a:t>/nksvasp23/SMT_RCV</a:t>
                </a:r>
              </a:p>
              <a:p>
                <a:r>
                  <a:rPr kumimoji="1" lang="en-US" altLang="ja-JP" sz="1100">
                    <a:solidFill>
                      <a:schemeClr val="tx1"/>
                    </a:solidFill>
                  </a:rPr>
                  <a:t>[/</a:t>
                </a:r>
                <a:r>
                  <a:rPr kumimoji="1" lang="en-US" altLang="ja-JP" sz="1100" err="1">
                    <a:solidFill>
                      <a:schemeClr val="tx1"/>
                    </a:solidFill>
                  </a:rPr>
                  <a:t>mnt</a:t>
                </a:r>
                <a:r>
                  <a:rPr kumimoji="1" lang="en-US" altLang="ja-JP" sz="1100">
                    <a:solidFill>
                      <a:schemeClr val="tx1"/>
                    </a:solidFill>
                  </a:rPr>
                  <a:t>/nksvasp23_SMT_RCV]</a:t>
                </a:r>
                <a:endParaRPr lang="en-US" altLang="ja-JP" sz="1100">
                  <a:solidFill>
                    <a:schemeClr val="tx1"/>
                  </a:solidFill>
                </a:endParaRPr>
              </a:p>
              <a:p>
                <a:r>
                  <a:rPr kumimoji="1" lang="en-US" altLang="ja-JP" sz="1100">
                    <a:solidFill>
                      <a:schemeClr val="tx1"/>
                    </a:solidFill>
                  </a:rPr>
                  <a:t>                                         </a:t>
                </a:r>
                <a:r>
                  <a:rPr kumimoji="1" lang="ja-JP" altLang="en-US" sz="1100">
                    <a:solidFill>
                      <a:schemeClr val="tx1"/>
                    </a:solidFill>
                  </a:rPr>
                  <a:t>↓定義書</a:t>
                </a:r>
                <a:br>
                  <a:rPr kumimoji="1" lang="en-US" altLang="ja-JP" sz="1100">
                    <a:solidFill>
                      <a:schemeClr val="tx1"/>
                    </a:solidFill>
                  </a:rPr>
                </a:br>
                <a:endParaRPr kumimoji="1" lang="ja-JP" altLang="en-US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243074E0-3151-AF60-EFCC-444D8D1C327F}"/>
                  </a:ext>
                </a:extLst>
              </p:cNvPr>
              <p:cNvSpPr/>
              <p:nvPr/>
            </p:nvSpPr>
            <p:spPr>
              <a:xfrm>
                <a:off x="228935" y="1988841"/>
                <a:ext cx="965354" cy="284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>
                    <a:solidFill>
                      <a:schemeClr val="tx1"/>
                    </a:solidFill>
                  </a:rPr>
                  <a:t>IFID142.csv</a:t>
                </a:r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A94C7AC3-7448-9015-E490-6FBC60466FEB}"/>
                  </a:ext>
                </a:extLst>
              </p:cNvPr>
              <p:cNvSpPr/>
              <p:nvPr/>
            </p:nvSpPr>
            <p:spPr>
              <a:xfrm>
                <a:off x="228935" y="2353869"/>
                <a:ext cx="965354" cy="284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>
                    <a:solidFill>
                      <a:schemeClr val="tx1"/>
                    </a:solidFill>
                  </a:rPr>
                  <a:t>IFID139.csv</a:t>
                </a:r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ACD83D5-62D0-E1B4-CFFA-22C5FD9FF2B8}"/>
                  </a:ext>
                </a:extLst>
              </p:cNvPr>
              <p:cNvSpPr/>
              <p:nvPr/>
            </p:nvSpPr>
            <p:spPr>
              <a:xfrm>
                <a:off x="228935" y="2718897"/>
                <a:ext cx="965354" cy="284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>
                    <a:solidFill>
                      <a:schemeClr val="tx1"/>
                    </a:solidFill>
                  </a:rPr>
                  <a:t>IFID146.csv</a:t>
                </a:r>
                <a:endParaRPr kumimoji="1" lang="ja-JP" altLang="en-US" sz="1400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22" name="オブジェクト 21">
              <a:extLst>
                <a:ext uri="{FF2B5EF4-FFF2-40B4-BE49-F238E27FC236}">
                  <a16:creationId xmlns:a16="http://schemas.microsoft.com/office/drawing/2014/main" id="{24A561B7-99E5-DF96-0C64-F343D4870C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2864313"/>
                </p:ext>
              </p:extLst>
            </p:nvPr>
          </p:nvGraphicFramePr>
          <p:xfrm>
            <a:off x="2374875" y="2225922"/>
            <a:ext cx="914400" cy="771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showAsIcon="1" r:id="rId2" imgW="914400" imgH="771480" progId="Excel.Sheet.12">
                    <p:embed/>
                  </p:oleObj>
                </mc:Choice>
                <mc:Fallback>
                  <p:oleObj name="Worksheet" showAsIcon="1" r:id="rId2" imgW="914400" imgH="771480" progId="Excel.Sheet.12">
                    <p:embed/>
                    <p:pic>
                      <p:nvPicPr>
                        <p:cNvPr id="22" name="オブジェクト 21">
                          <a:extLst>
                            <a:ext uri="{FF2B5EF4-FFF2-40B4-BE49-F238E27FC236}">
                              <a16:creationId xmlns:a16="http://schemas.microsoft.com/office/drawing/2014/main" id="{24A561B7-99E5-DF96-0C64-F343D4870C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74875" y="2225922"/>
                          <a:ext cx="914400" cy="7715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CF14B805-54CC-9939-41F2-3D33843F7004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1075029" y="289471"/>
            <a:ext cx="252028" cy="1152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032C552-D14B-176C-AE35-5C68DC4C575F}"/>
              </a:ext>
            </a:extLst>
          </p:cNvPr>
          <p:cNvSpPr/>
          <p:nvPr/>
        </p:nvSpPr>
        <p:spPr>
          <a:xfrm>
            <a:off x="1777107" y="1903526"/>
            <a:ext cx="2376264" cy="16561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</a:rPr>
              <a:t>//nksvasp21/download</a:t>
            </a:r>
          </a:p>
          <a:p>
            <a:r>
              <a:rPr kumimoji="1" lang="en-US" altLang="ja-JP" sz="1100">
                <a:solidFill>
                  <a:schemeClr val="tx1"/>
                </a:solidFill>
              </a:rPr>
              <a:t>[/</a:t>
            </a:r>
            <a:r>
              <a:rPr kumimoji="1" lang="en-US" altLang="ja-JP" sz="1100" err="1">
                <a:solidFill>
                  <a:schemeClr val="tx1"/>
                </a:solidFill>
              </a:rPr>
              <a:t>mnt</a:t>
            </a:r>
            <a:r>
              <a:rPr kumimoji="1" lang="en-US" altLang="ja-JP" sz="1100">
                <a:solidFill>
                  <a:schemeClr val="tx1"/>
                </a:solidFill>
              </a:rPr>
              <a:t>/nksvasp21_download]</a:t>
            </a:r>
            <a:br>
              <a:rPr kumimoji="1" lang="en-US" altLang="ja-JP" sz="1100">
                <a:solidFill>
                  <a:schemeClr val="tx1"/>
                </a:solidFill>
              </a:rPr>
            </a:br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B74840C-C3E0-A827-970A-FA3FD7D9F5F6}"/>
              </a:ext>
            </a:extLst>
          </p:cNvPr>
          <p:cNvSpPr/>
          <p:nvPr/>
        </p:nvSpPr>
        <p:spPr>
          <a:xfrm>
            <a:off x="1801189" y="2469047"/>
            <a:ext cx="2239838" cy="525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P80PP854_REPR</a:t>
            </a:r>
            <a:r>
              <a:rPr kumimoji="1" lang="ja-JP" altLang="en-US" sz="1400">
                <a:solidFill>
                  <a:schemeClr val="tx1"/>
                </a:solidFill>
              </a:rPr>
              <a:t>工番計画</a:t>
            </a:r>
            <a:r>
              <a:rPr kumimoji="1" lang="en-US" altLang="ja-JP" sz="1400">
                <a:solidFill>
                  <a:schemeClr val="tx1"/>
                </a:solidFill>
              </a:rPr>
              <a:t>_</a:t>
            </a:r>
            <a:r>
              <a:rPr kumimoji="1" lang="ja-JP" altLang="en-US" sz="1400">
                <a:solidFill>
                  <a:schemeClr val="tx1"/>
                </a:solidFill>
              </a:rPr>
              <a:t>品目置き換えなし</a:t>
            </a:r>
            <a:r>
              <a:rPr kumimoji="1" lang="en-US" altLang="ja-JP" sz="1400">
                <a:solidFill>
                  <a:schemeClr val="tx1"/>
                </a:solidFill>
              </a:rPr>
              <a:t>.csv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F2FF0CC1-20A9-C797-27FB-9DC6F0453887}"/>
              </a:ext>
            </a:extLst>
          </p:cNvPr>
          <p:cNvCxnSpPr>
            <a:cxnSpLocks/>
            <a:stCxn id="6" idx="2"/>
            <a:endCxn id="30" idx="1"/>
          </p:cNvCxnSpPr>
          <p:nvPr/>
        </p:nvCxnSpPr>
        <p:spPr>
          <a:xfrm rot="16200000" flipH="1">
            <a:off x="204995" y="1159505"/>
            <a:ext cx="1992097" cy="1152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45A18F3-DB56-FE6C-0701-0B3B62A7AD12}"/>
              </a:ext>
            </a:extLst>
          </p:cNvPr>
          <p:cNvSpPr/>
          <p:nvPr/>
        </p:nvSpPr>
        <p:spPr>
          <a:xfrm>
            <a:off x="6513395" y="460865"/>
            <a:ext cx="2545525" cy="3340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100">
                <a:solidFill>
                  <a:schemeClr val="tx1"/>
                </a:solidFill>
              </a:rPr>
              <a:t>nksv1359</a:t>
            </a:r>
            <a:br>
              <a:rPr kumimoji="1" lang="en-US" altLang="ja-JP" sz="1100">
                <a:solidFill>
                  <a:schemeClr val="tx1"/>
                </a:solidFill>
              </a:rPr>
            </a:br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9EAC6B2-4356-E77F-9037-2B1E35918ADB}"/>
              </a:ext>
            </a:extLst>
          </p:cNvPr>
          <p:cNvSpPr/>
          <p:nvPr/>
        </p:nvSpPr>
        <p:spPr>
          <a:xfrm>
            <a:off x="6754018" y="952196"/>
            <a:ext cx="1960456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</a:t>
            </a:r>
            <a:r>
              <a:rPr kumimoji="1" lang="en-US" altLang="ja-JP" sz="1400" err="1">
                <a:solidFill>
                  <a:schemeClr val="tx1"/>
                </a:solidFill>
              </a:rPr>
              <a:t>cheduled.liveOrder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0C825A28-CA07-8820-F474-FA17C9B252C3}"/>
              </a:ext>
            </a:extLst>
          </p:cNvPr>
          <p:cNvCxnSpPr>
            <a:cxnSpLocks/>
            <a:stCxn id="32" idx="3"/>
            <a:endCxn id="46" idx="1"/>
          </p:cNvCxnSpPr>
          <p:nvPr/>
        </p:nvCxnSpPr>
        <p:spPr>
          <a:xfrm flipV="1">
            <a:off x="4041027" y="1102402"/>
            <a:ext cx="2712991" cy="16292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AD46A74A-4BFB-DCEE-56FD-374717801068}"/>
              </a:ext>
            </a:extLst>
          </p:cNvPr>
          <p:cNvSpPr/>
          <p:nvPr/>
        </p:nvSpPr>
        <p:spPr>
          <a:xfrm>
            <a:off x="4455927" y="1332936"/>
            <a:ext cx="1682081" cy="64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  <a:hlinkClick r:id="rId4" action="ppaction://hlinkfile"/>
              </a:rPr>
              <a:t>\\nksv1359.ad.nkc.co.jp\WWW\cgi\scheduled\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BOSS_SQL.pl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34E0A4AC-0B3C-E83C-C850-A41E26414441}"/>
              </a:ext>
            </a:extLst>
          </p:cNvPr>
          <p:cNvGrpSpPr/>
          <p:nvPr/>
        </p:nvGrpSpPr>
        <p:grpSpPr>
          <a:xfrm>
            <a:off x="9490968" y="606494"/>
            <a:ext cx="2545525" cy="808964"/>
            <a:chOff x="9490968" y="606494"/>
            <a:chExt cx="2545525" cy="808964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54B8525F-E612-3630-F189-4017E9477A98}"/>
                </a:ext>
              </a:extLst>
            </p:cNvPr>
            <p:cNvSpPr/>
            <p:nvPr/>
          </p:nvSpPr>
          <p:spPr>
            <a:xfrm>
              <a:off x="9490968" y="606494"/>
              <a:ext cx="2545525" cy="8089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ja-JP" altLang="en-US" sz="1100">
                  <a:solidFill>
                    <a:schemeClr val="tx1"/>
                  </a:solidFill>
                </a:rPr>
                <a:t>現場</a:t>
              </a:r>
              <a:r>
                <a:rPr lang="en-US" altLang="ja-JP" sz="1100">
                  <a:solidFill>
                    <a:schemeClr val="tx1"/>
                  </a:solidFill>
                </a:rPr>
                <a:t>PC</a:t>
              </a:r>
              <a:endParaRPr kumimoji="1" lang="ja-JP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066E9A17-1951-9BD4-90CB-753CC158DA4B}"/>
                </a:ext>
              </a:extLst>
            </p:cNvPr>
            <p:cNvSpPr/>
            <p:nvPr/>
          </p:nvSpPr>
          <p:spPr>
            <a:xfrm>
              <a:off x="9706991" y="962606"/>
              <a:ext cx="2016226" cy="2903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目視不良集計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Ver2.0.mdb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C3C72479-B5F3-1AEC-F238-80C6CD6CEBCE}"/>
              </a:ext>
            </a:extLst>
          </p:cNvPr>
          <p:cNvCxnSpPr>
            <a:cxnSpLocks/>
            <a:stCxn id="46" idx="3"/>
            <a:endCxn id="51" idx="1"/>
          </p:cNvCxnSpPr>
          <p:nvPr/>
        </p:nvCxnSpPr>
        <p:spPr>
          <a:xfrm>
            <a:off x="8714474" y="1102402"/>
            <a:ext cx="992517" cy="53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BEF850C5-7801-B0A3-7E45-A961E3361E8A}"/>
              </a:ext>
            </a:extLst>
          </p:cNvPr>
          <p:cNvSpPr/>
          <p:nvPr/>
        </p:nvSpPr>
        <p:spPr>
          <a:xfrm>
            <a:off x="3032915" y="3801195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err="1"/>
              <a:t>EGPro</a:t>
            </a:r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188D3ADF-2F8F-726C-D97C-C2594B9BB471}"/>
              </a:ext>
            </a:extLst>
          </p:cNvPr>
          <p:cNvSpPr/>
          <p:nvPr/>
        </p:nvSpPr>
        <p:spPr>
          <a:xfrm>
            <a:off x="6706663" y="1460538"/>
            <a:ext cx="2095467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</a:t>
            </a:r>
            <a:r>
              <a:rPr kumimoji="1" lang="en-US" altLang="ja-JP" sz="1400" err="1">
                <a:solidFill>
                  <a:schemeClr val="tx1"/>
                </a:solidFill>
              </a:rPr>
              <a:t>cheduled.SMT_result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4972C593-71B7-F64D-EFE1-1493BAB518FE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 flipV="1">
            <a:off x="4041027" y="1610744"/>
            <a:ext cx="2665636" cy="2514487"/>
          </a:xfrm>
          <a:prstGeom prst="bentConnector3">
            <a:avLst>
              <a:gd name="adj1" fmla="val 8460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CCD105D-BDC3-63CC-66FF-8DD7032F9C67}"/>
              </a:ext>
            </a:extLst>
          </p:cNvPr>
          <p:cNvSpPr/>
          <p:nvPr/>
        </p:nvSpPr>
        <p:spPr>
          <a:xfrm>
            <a:off x="4329413" y="3777625"/>
            <a:ext cx="1682081" cy="64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hlinkClick r:id="rId4" action="ppaction://hlinkfile"/>
              </a:rPr>
              <a:t>\\nksv1359.ad.nkc.co.jp\WWW\cgi\scheduled\</a:t>
            </a:r>
            <a:endParaRPr kumimoji="1" lang="en-US" altLang="ja-JP" sz="100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SMT_result.pl</a:t>
            </a: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33152B5-B9D4-D37B-235F-C95036CD7973}"/>
              </a:ext>
            </a:extLst>
          </p:cNvPr>
          <p:cNvSpPr/>
          <p:nvPr/>
        </p:nvSpPr>
        <p:spPr>
          <a:xfrm>
            <a:off x="6666560" y="1968880"/>
            <a:ext cx="2175671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QCD.AOIMaster_access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CD0331E5-ED12-B782-F2EC-FF1E6B5EA0E2}"/>
              </a:ext>
            </a:extLst>
          </p:cNvPr>
          <p:cNvGrpSpPr/>
          <p:nvPr/>
        </p:nvGrpSpPr>
        <p:grpSpPr>
          <a:xfrm>
            <a:off x="9465449" y="1698253"/>
            <a:ext cx="2545525" cy="1275281"/>
            <a:chOff x="9416860" y="1577654"/>
            <a:chExt cx="2545525" cy="1275281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2C4DB6AB-C7C7-6D15-0CA6-C7E08BA3B48F}"/>
                </a:ext>
              </a:extLst>
            </p:cNvPr>
            <p:cNvSpPr/>
            <p:nvPr/>
          </p:nvSpPr>
          <p:spPr>
            <a:xfrm>
              <a:off x="9416860" y="1577654"/>
              <a:ext cx="2545525" cy="12752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ja-JP" sz="1100">
                  <a:solidFill>
                    <a:schemeClr val="tx1"/>
                  </a:solidFill>
                </a:rPr>
                <a:t>\\nksv523.ad.nkc.co.jp\</a:t>
              </a:r>
              <a:r>
                <a:rPr lang="ja-JP" altLang="en-US" sz="1100">
                  <a:solidFill>
                    <a:schemeClr val="tx1"/>
                  </a:solidFill>
                </a:rPr>
                <a:t>第二工場実装課用</a:t>
              </a:r>
              <a:r>
                <a:rPr lang="en-US" altLang="ja-JP" sz="1100">
                  <a:solidFill>
                    <a:schemeClr val="tx1"/>
                  </a:solidFill>
                </a:rPr>
                <a:t>\1</a:t>
              </a:r>
              <a:r>
                <a:rPr lang="ja-JP" altLang="en-US" sz="1100">
                  <a:solidFill>
                    <a:schemeClr val="tx1"/>
                  </a:solidFill>
                </a:rPr>
                <a:t>係用</a:t>
              </a:r>
              <a:r>
                <a:rPr lang="en-US" altLang="ja-JP" sz="1100">
                  <a:solidFill>
                    <a:schemeClr val="tx1"/>
                  </a:solidFill>
                </a:rPr>
                <a:t>\MASTER</a:t>
              </a:r>
              <a:endParaRPr kumimoji="1" lang="ja-JP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467B7E03-7159-A641-2F5A-817948841CC9}"/>
                </a:ext>
              </a:extLst>
            </p:cNvPr>
            <p:cNvSpPr/>
            <p:nvPr/>
          </p:nvSpPr>
          <p:spPr>
            <a:xfrm>
              <a:off x="9577390" y="2084053"/>
              <a:ext cx="2016226" cy="2903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実装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Master.mdb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91" name="コネクタ: カギ線 90">
            <a:extLst>
              <a:ext uri="{FF2B5EF4-FFF2-40B4-BE49-F238E27FC236}">
                <a16:creationId xmlns:a16="http://schemas.microsoft.com/office/drawing/2014/main" id="{39FE2368-FEC5-398F-2B94-0FBF249AC8AC}"/>
              </a:ext>
            </a:extLst>
          </p:cNvPr>
          <p:cNvCxnSpPr>
            <a:cxnSpLocks/>
            <a:stCxn id="51" idx="3"/>
            <a:endCxn id="86" idx="3"/>
          </p:cNvCxnSpPr>
          <p:nvPr/>
        </p:nvCxnSpPr>
        <p:spPr>
          <a:xfrm flipH="1">
            <a:off x="11642205" y="1107780"/>
            <a:ext cx="81012" cy="1242046"/>
          </a:xfrm>
          <a:prstGeom prst="bentConnector3">
            <a:avLst>
              <a:gd name="adj1" fmla="val -16231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コネクタ: カギ線 101">
            <a:extLst>
              <a:ext uri="{FF2B5EF4-FFF2-40B4-BE49-F238E27FC236}">
                <a16:creationId xmlns:a16="http://schemas.microsoft.com/office/drawing/2014/main" id="{FA26970E-C8E3-F3A5-5300-1834E60B7D65}"/>
              </a:ext>
            </a:extLst>
          </p:cNvPr>
          <p:cNvCxnSpPr>
            <a:cxnSpLocks/>
            <a:stCxn id="86" idx="1"/>
            <a:endCxn id="80" idx="3"/>
          </p:cNvCxnSpPr>
          <p:nvPr/>
        </p:nvCxnSpPr>
        <p:spPr>
          <a:xfrm rot="10800000">
            <a:off x="8842231" y="2119086"/>
            <a:ext cx="783748" cy="2307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5F7261FC-33A6-5EEC-6C09-75C36D747C24}"/>
              </a:ext>
            </a:extLst>
          </p:cNvPr>
          <p:cNvSpPr/>
          <p:nvPr/>
        </p:nvSpPr>
        <p:spPr>
          <a:xfrm>
            <a:off x="6674294" y="2428808"/>
            <a:ext cx="2175671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QCD.Defects_AOI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A384A6DB-622F-3E18-3AA7-9744FA95FA6E}"/>
              </a:ext>
            </a:extLst>
          </p:cNvPr>
          <p:cNvCxnSpPr>
            <a:cxnSpLocks/>
            <a:stCxn id="80" idx="2"/>
            <a:endCxn id="114" idx="3"/>
          </p:cNvCxnSpPr>
          <p:nvPr/>
        </p:nvCxnSpPr>
        <p:spPr>
          <a:xfrm rot="16200000" flipH="1">
            <a:off x="8147319" y="1876367"/>
            <a:ext cx="309723" cy="1095569"/>
          </a:xfrm>
          <a:prstGeom prst="bentConnector4">
            <a:avLst>
              <a:gd name="adj1" fmla="val 25751"/>
              <a:gd name="adj2" fmla="val 12603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DB77DEF2-65D4-20E9-B9CF-2BF5516E2F20}"/>
              </a:ext>
            </a:extLst>
          </p:cNvPr>
          <p:cNvSpPr/>
          <p:nvPr/>
        </p:nvSpPr>
        <p:spPr>
          <a:xfrm>
            <a:off x="9465448" y="3207748"/>
            <a:ext cx="2545525" cy="15527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  <a:hlinkClick r:id="rId5" action="ppaction://hlinkfile"/>
              </a:rPr>
              <a:t>\\nksv1359.ad.nkc.co.jp\WWW\cgi\qcd_DB\qcd_DB_Release</a:t>
            </a:r>
            <a:endParaRPr kumimoji="1" lang="en-US" altLang="ja-JP" sz="1100">
              <a:solidFill>
                <a:schemeClr val="tx1"/>
              </a:solidFill>
            </a:endParaRPr>
          </a:p>
          <a:p>
            <a:r>
              <a:rPr kumimoji="1" lang="en-US" altLang="ja-JP" sz="1100">
                <a:solidFill>
                  <a:schemeClr val="tx1"/>
                </a:solidFill>
              </a:rPr>
              <a:t>Main.py</a:t>
            </a:r>
          </a:p>
          <a:p>
            <a:endParaRPr kumimoji="1" lang="en-US" altLang="ja-JP" sz="1100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1FE98C86-BCF3-9F5C-0C56-BD0B9183A93F}"/>
              </a:ext>
            </a:extLst>
          </p:cNvPr>
          <p:cNvSpPr/>
          <p:nvPr/>
        </p:nvSpPr>
        <p:spPr>
          <a:xfrm>
            <a:off x="9850343" y="3854232"/>
            <a:ext cx="20315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ImportAOIMaster.py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29" name="コネクタ: カギ線 128">
            <a:extLst>
              <a:ext uri="{FF2B5EF4-FFF2-40B4-BE49-F238E27FC236}">
                <a16:creationId xmlns:a16="http://schemas.microsoft.com/office/drawing/2014/main" id="{4470AA87-C06E-D6BE-70B7-187A7490ACAD}"/>
              </a:ext>
            </a:extLst>
          </p:cNvPr>
          <p:cNvCxnSpPr>
            <a:cxnSpLocks/>
            <a:stCxn id="128" idx="1"/>
          </p:cNvCxnSpPr>
          <p:nvPr/>
        </p:nvCxnSpPr>
        <p:spPr>
          <a:xfrm rot="10800000">
            <a:off x="9350397" y="2426764"/>
            <a:ext cx="499947" cy="1571484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A8F67204-C706-9F34-ADD5-D71C1FC9BDCE}"/>
              </a:ext>
            </a:extLst>
          </p:cNvPr>
          <p:cNvSpPr/>
          <p:nvPr/>
        </p:nvSpPr>
        <p:spPr>
          <a:xfrm>
            <a:off x="9850343" y="4273269"/>
            <a:ext cx="20315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ConvertAOIMaster.py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779B8606-87C8-EBC9-55B2-7F8FCF2F6112}"/>
              </a:ext>
            </a:extLst>
          </p:cNvPr>
          <p:cNvCxnSpPr>
            <a:cxnSpLocks/>
            <a:stCxn id="130" idx="1"/>
          </p:cNvCxnSpPr>
          <p:nvPr/>
        </p:nvCxnSpPr>
        <p:spPr>
          <a:xfrm rot="10800000">
            <a:off x="8993857" y="2645203"/>
            <a:ext cx="856487" cy="1772082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3913137E-838A-BED7-E1E8-C90754B39D66}"/>
              </a:ext>
            </a:extLst>
          </p:cNvPr>
          <p:cNvSpPr/>
          <p:nvPr/>
        </p:nvSpPr>
        <p:spPr>
          <a:xfrm>
            <a:off x="3032915" y="4831543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err="1"/>
              <a:t>EGPro</a:t>
            </a:r>
            <a:endParaRPr kumimoji="1" lang="ja-JP" altLang="en-US"/>
          </a:p>
        </p:txBody>
      </p:sp>
      <p:cxnSp>
        <p:nvCxnSpPr>
          <p:cNvPr id="135" name="コネクタ: カギ線 134">
            <a:extLst>
              <a:ext uri="{FF2B5EF4-FFF2-40B4-BE49-F238E27FC236}">
                <a16:creationId xmlns:a16="http://schemas.microsoft.com/office/drawing/2014/main" id="{F73A9F63-A248-8F94-3C26-1BDA6D0F62F3}"/>
              </a:ext>
            </a:extLst>
          </p:cNvPr>
          <p:cNvCxnSpPr>
            <a:cxnSpLocks/>
            <a:stCxn id="134" idx="3"/>
            <a:endCxn id="140" idx="1"/>
          </p:cNvCxnSpPr>
          <p:nvPr/>
        </p:nvCxnSpPr>
        <p:spPr>
          <a:xfrm flipV="1">
            <a:off x="4041027" y="3078623"/>
            <a:ext cx="2631281" cy="2076956"/>
          </a:xfrm>
          <a:prstGeom prst="bentConnector3">
            <a:avLst>
              <a:gd name="adj1" fmla="val 89672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9720733-F218-98C6-7264-64944012AE5D}"/>
              </a:ext>
            </a:extLst>
          </p:cNvPr>
          <p:cNvSpPr/>
          <p:nvPr/>
        </p:nvSpPr>
        <p:spPr>
          <a:xfrm>
            <a:off x="6672308" y="2876648"/>
            <a:ext cx="2175671" cy="4039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scheduled.unitInfo</a:t>
            </a:r>
            <a:endParaRPr lang="en-US" altLang="ja-JP" sz="140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</a:rPr>
              <a:t>大塚さんが登録したサブ品目マスタ</a:t>
            </a:r>
            <a:r>
              <a:rPr kumimoji="1" lang="en-US" altLang="ja-JP" sz="1000">
                <a:solidFill>
                  <a:schemeClr val="tx1"/>
                </a:solidFill>
              </a:rPr>
              <a:t>)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FA6D95B5-CB78-A6C1-AAC0-C4599CD1F1E7}"/>
              </a:ext>
            </a:extLst>
          </p:cNvPr>
          <p:cNvSpPr/>
          <p:nvPr/>
        </p:nvSpPr>
        <p:spPr>
          <a:xfrm>
            <a:off x="4211506" y="4747690"/>
            <a:ext cx="1980591" cy="7954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  <a:hlinkClick r:id="rId6" action="ppaction://hlinkfile"/>
              </a:rPr>
              <a:t>\\nksv1359.ad.nkc.co.jp\WWW\cgi\bom_diff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dirty="0" err="1">
                <a:solidFill>
                  <a:schemeClr val="tx1"/>
                </a:solidFill>
              </a:rPr>
              <a:t>copy_BOSS.cgi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(</a:t>
            </a:r>
            <a:r>
              <a:rPr lang="ja-JP" altLang="en-US" sz="1000" dirty="0">
                <a:solidFill>
                  <a:schemeClr val="tx1"/>
                </a:solidFill>
              </a:rPr>
              <a:t>差分チェックシステム</a:t>
            </a:r>
            <a:r>
              <a:rPr lang="en-US" altLang="ja-JP" sz="1000" dirty="0">
                <a:solidFill>
                  <a:schemeClr val="tx1"/>
                </a:solidFill>
              </a:rPr>
              <a:t>)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2" name="コネクタ: カギ線 1">
            <a:extLst>
              <a:ext uri="{FF2B5EF4-FFF2-40B4-BE49-F238E27FC236}">
                <a16:creationId xmlns:a16="http://schemas.microsoft.com/office/drawing/2014/main" id="{88F2080E-C149-78B6-D8DE-4BB32CA4924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153371" y="554532"/>
            <a:ext cx="557430" cy="4370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951C20-E3AF-5DE2-EF26-63B7A6974E07}"/>
              </a:ext>
            </a:extLst>
          </p:cNvPr>
          <p:cNvSpPr/>
          <p:nvPr/>
        </p:nvSpPr>
        <p:spPr>
          <a:xfrm>
            <a:off x="4710801" y="196183"/>
            <a:ext cx="1610867" cy="7166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err="1"/>
              <a:t>EGPro</a:t>
            </a:r>
            <a:r>
              <a:rPr kumimoji="1" lang="en-US" altLang="ja-JP" sz="1200" dirty="0"/>
              <a:t>/</a:t>
            </a:r>
          </a:p>
          <a:p>
            <a:pPr algn="ctr"/>
            <a:r>
              <a:rPr lang="ja-JP" altLang="en-US" sz="1200" dirty="0"/>
              <a:t>差分チェックシステム</a:t>
            </a:r>
            <a:endParaRPr lang="en-US" altLang="ja-JP" sz="1200" dirty="0"/>
          </a:p>
          <a:p>
            <a:pPr algn="ctr"/>
            <a:r>
              <a:rPr kumimoji="1" lang="en-US" altLang="ja-JP" sz="800" dirty="0"/>
              <a:t>[\\nksv1359.ad.nkc.co.jp\WWW\</a:t>
            </a:r>
            <a:r>
              <a:rPr kumimoji="1" lang="en-US" altLang="ja-JP" sz="800" dirty="0" err="1"/>
              <a:t>cgi</a:t>
            </a:r>
            <a:r>
              <a:rPr kumimoji="1" lang="en-US" altLang="ja-JP" sz="800" dirty="0"/>
              <a:t>\</a:t>
            </a:r>
            <a:r>
              <a:rPr kumimoji="1" lang="en-US" altLang="ja-JP" sz="800" dirty="0" err="1"/>
              <a:t>bom_diff</a:t>
            </a:r>
            <a:r>
              <a:rPr kumimoji="1" lang="en-US" altLang="ja-JP" sz="800" dirty="0"/>
              <a:t>]</a:t>
            </a:r>
            <a:endParaRPr kumimoji="1" lang="ja-JP" altLang="en-US" sz="800" dirty="0"/>
          </a:p>
        </p:txBody>
      </p:sp>
      <p:cxnSp>
        <p:nvCxnSpPr>
          <p:cNvPr id="3" name="コネクタ: カギ線 2">
            <a:extLst>
              <a:ext uri="{FF2B5EF4-FFF2-40B4-BE49-F238E27FC236}">
                <a16:creationId xmlns:a16="http://schemas.microsoft.com/office/drawing/2014/main" id="{51DAE2D0-4093-924B-F6EF-57AB30D28397}"/>
              </a:ext>
            </a:extLst>
          </p:cNvPr>
          <p:cNvCxnSpPr>
            <a:cxnSpLocks/>
            <a:stCxn id="46" idx="0"/>
          </p:cNvCxnSpPr>
          <p:nvPr/>
        </p:nvCxnSpPr>
        <p:spPr>
          <a:xfrm rot="16200000" flipV="1">
            <a:off x="6731767" y="-50284"/>
            <a:ext cx="612533" cy="13924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96F952-CF8E-5435-9004-1AD5653645FF}"/>
              </a:ext>
            </a:extLst>
          </p:cNvPr>
          <p:cNvSpPr/>
          <p:nvPr/>
        </p:nvSpPr>
        <p:spPr>
          <a:xfrm>
            <a:off x="7165216" y="35180"/>
            <a:ext cx="1231367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？要確認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45A18F3-DB56-FE6C-0701-0B3B62A7AD12}"/>
              </a:ext>
            </a:extLst>
          </p:cNvPr>
          <p:cNvSpPr/>
          <p:nvPr/>
        </p:nvSpPr>
        <p:spPr>
          <a:xfrm>
            <a:off x="5305499" y="404664"/>
            <a:ext cx="2448289" cy="43204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100">
                <a:solidFill>
                  <a:schemeClr val="tx1"/>
                </a:solidFill>
              </a:rPr>
              <a:t>nksv1359</a:t>
            </a:r>
            <a:br>
              <a:rPr kumimoji="1" lang="en-US" altLang="ja-JP" sz="1100">
                <a:solidFill>
                  <a:schemeClr val="tx1"/>
                </a:solidFill>
              </a:rPr>
            </a:br>
            <a:endParaRPr kumimoji="1" lang="ja-JP" altLang="en-US" sz="110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9EAC6B2-4356-E77F-9037-2B1E35918ADB}"/>
              </a:ext>
            </a:extLst>
          </p:cNvPr>
          <p:cNvSpPr/>
          <p:nvPr/>
        </p:nvSpPr>
        <p:spPr>
          <a:xfrm>
            <a:off x="5458520" y="896341"/>
            <a:ext cx="2095494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Scheduled.liveOrder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147CF7B-6032-7D8B-5A6E-D5C50C9F610E}"/>
              </a:ext>
            </a:extLst>
          </p:cNvPr>
          <p:cNvSpPr/>
          <p:nvPr/>
        </p:nvSpPr>
        <p:spPr>
          <a:xfrm>
            <a:off x="8257828" y="404665"/>
            <a:ext cx="2520280" cy="936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800">
                <a:solidFill>
                  <a:schemeClr val="tx1"/>
                </a:solidFill>
                <a:hlinkClick r:id="rId2" action="ppaction://hlinkfile"/>
              </a:rPr>
              <a:t>\\nksv523.ad.nkc.co.jp\</a:t>
            </a:r>
            <a:r>
              <a:rPr lang="ja-JP" altLang="en-US" sz="800">
                <a:solidFill>
                  <a:schemeClr val="tx1"/>
                </a:solidFill>
                <a:hlinkClick r:id="rId2" action="ppaction://hlinkfile"/>
              </a:rPr>
              <a:t>第二工場実装課用</a:t>
            </a:r>
            <a:r>
              <a:rPr lang="en-US" altLang="ja-JP" sz="800">
                <a:solidFill>
                  <a:schemeClr val="tx1"/>
                </a:solidFill>
                <a:hlinkClick r:id="rId2" action="ppaction://hlinkfile"/>
              </a:rPr>
              <a:t>\1</a:t>
            </a:r>
            <a:r>
              <a:rPr lang="ja-JP" altLang="en-US" sz="800">
                <a:solidFill>
                  <a:schemeClr val="tx1"/>
                </a:solidFill>
                <a:hlinkClick r:id="rId2" action="ppaction://hlinkfile"/>
              </a:rPr>
              <a:t>係用</a:t>
            </a:r>
            <a:r>
              <a:rPr lang="en-US" altLang="ja-JP" sz="800">
                <a:solidFill>
                  <a:schemeClr val="tx1"/>
                </a:solidFill>
                <a:hlinkClick r:id="rId2" action="ppaction://hlinkfile"/>
              </a:rPr>
              <a:t>\</a:t>
            </a:r>
            <a:r>
              <a:rPr lang="en-US" altLang="ja-JP" sz="800" err="1">
                <a:solidFill>
                  <a:schemeClr val="tx1"/>
                </a:solidFill>
                <a:hlinkClick r:id="rId2" action="ppaction://hlinkfile"/>
              </a:rPr>
              <a:t>AccessDB</a:t>
            </a:r>
            <a:r>
              <a:rPr lang="en-US" altLang="ja-JP" sz="800">
                <a:solidFill>
                  <a:schemeClr val="tx1"/>
                </a:solidFill>
                <a:hlinkClick r:id="rId2" action="ppaction://hlinkfile"/>
              </a:rPr>
              <a:t>\SMT_Schedule2</a:t>
            </a:r>
            <a:endParaRPr lang="en-US" altLang="ja-JP" sz="800">
              <a:solidFill>
                <a:schemeClr val="tx1"/>
              </a:solidFill>
            </a:endParaRPr>
          </a:p>
          <a:p>
            <a:endParaRPr kumimoji="1" lang="ja-JP" altLang="en-US" sz="90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467BC1-F8D3-5EBF-C45A-D97B03ABAC84}"/>
              </a:ext>
            </a:extLst>
          </p:cNvPr>
          <p:cNvSpPr/>
          <p:nvPr/>
        </p:nvSpPr>
        <p:spPr>
          <a:xfrm>
            <a:off x="8520424" y="802421"/>
            <a:ext cx="1960456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>
                <a:solidFill>
                  <a:schemeClr val="tx1"/>
                </a:solidFill>
              </a:rPr>
              <a:t>発令指図確認</a:t>
            </a:r>
            <a:r>
              <a:rPr kumimoji="1" lang="en-US" altLang="zh-TW" sz="1400">
                <a:solidFill>
                  <a:schemeClr val="tx1"/>
                </a:solidFill>
              </a:rPr>
              <a:t>.</a:t>
            </a:r>
            <a:r>
              <a:rPr kumimoji="1" lang="en-US" altLang="zh-TW" sz="1400" err="1">
                <a:solidFill>
                  <a:schemeClr val="tx1"/>
                </a:solidFill>
              </a:rPr>
              <a:t>accdb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1EBD3D7F-8EB8-EE5A-741B-0E9F3EFCBB3F}"/>
              </a:ext>
            </a:extLst>
          </p:cNvPr>
          <p:cNvCxnSpPr>
            <a:cxnSpLocks/>
            <a:stCxn id="46" idx="3"/>
            <a:endCxn id="4" idx="1"/>
          </p:cNvCxnSpPr>
          <p:nvPr/>
        </p:nvCxnSpPr>
        <p:spPr>
          <a:xfrm flipV="1">
            <a:off x="7554014" y="952627"/>
            <a:ext cx="966410" cy="93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BA9B3153-2821-CF8B-3633-49EA85902494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 flipV="1">
            <a:off x="10480880" y="697267"/>
            <a:ext cx="441243" cy="2553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A67871-F312-613A-1062-7081B87CDE58}"/>
              </a:ext>
            </a:extLst>
          </p:cNvPr>
          <p:cNvSpPr/>
          <p:nvPr/>
        </p:nvSpPr>
        <p:spPr>
          <a:xfrm>
            <a:off x="10922123" y="547061"/>
            <a:ext cx="1152128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solidFill>
                  <a:schemeClr val="tx1"/>
                </a:solidFill>
              </a:rPr>
              <a:t>Job</a:t>
            </a:r>
            <a:r>
              <a:rPr kumimoji="1" lang="ja-JP" altLang="en-US" sz="1400">
                <a:solidFill>
                  <a:schemeClr val="tx1"/>
                </a:solidFill>
              </a:rPr>
              <a:t>作成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5010227-5FC6-D6F9-143F-280936507897}"/>
              </a:ext>
            </a:extLst>
          </p:cNvPr>
          <p:cNvSpPr/>
          <p:nvPr/>
        </p:nvSpPr>
        <p:spPr>
          <a:xfrm>
            <a:off x="5466086" y="1385648"/>
            <a:ext cx="2087914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QCD.NewMaster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D098E62E-1F58-9229-38AB-9A4592562563}"/>
              </a:ext>
            </a:extLst>
          </p:cNvPr>
          <p:cNvCxnSpPr>
            <a:cxnSpLocks/>
            <a:stCxn id="4" idx="2"/>
            <a:endCxn id="25" idx="3"/>
          </p:cNvCxnSpPr>
          <p:nvPr/>
        </p:nvCxnSpPr>
        <p:spPr>
          <a:xfrm rot="5400000">
            <a:off x="8310815" y="346017"/>
            <a:ext cx="433022" cy="19466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C6B4B2D-72D8-49C4-5800-E4F6303D2E05}"/>
              </a:ext>
            </a:extLst>
          </p:cNvPr>
          <p:cNvSpPr/>
          <p:nvPr/>
        </p:nvSpPr>
        <p:spPr>
          <a:xfrm>
            <a:off x="5464608" y="1852714"/>
            <a:ext cx="2095495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QCD.CycleTime_Points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7E31D132-C745-D3B1-612B-7380EB2CE4C3}"/>
              </a:ext>
            </a:extLst>
          </p:cNvPr>
          <p:cNvCxnSpPr>
            <a:cxnSpLocks/>
            <a:stCxn id="15" idx="2"/>
            <a:endCxn id="34" idx="3"/>
          </p:cNvCxnSpPr>
          <p:nvPr/>
        </p:nvCxnSpPr>
        <p:spPr>
          <a:xfrm rot="5400000">
            <a:off x="8951421" y="-543846"/>
            <a:ext cx="1155448" cy="39380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6C05062-4CF3-66D7-B89B-FD2742390298}"/>
              </a:ext>
            </a:extLst>
          </p:cNvPr>
          <p:cNvCxnSpPr>
            <a:cxnSpLocks/>
            <a:stCxn id="15" idx="2"/>
            <a:endCxn id="54" idx="3"/>
          </p:cNvCxnSpPr>
          <p:nvPr/>
        </p:nvCxnSpPr>
        <p:spPr>
          <a:xfrm rot="5400000">
            <a:off x="8702905" y="-303056"/>
            <a:ext cx="1644755" cy="39458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BAE3FFC8-96B7-2652-7E7A-67CA6D1B39DF}"/>
              </a:ext>
            </a:extLst>
          </p:cNvPr>
          <p:cNvSpPr/>
          <p:nvPr/>
        </p:nvSpPr>
        <p:spPr>
          <a:xfrm>
            <a:off x="8761883" y="1831649"/>
            <a:ext cx="184278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hlinkClick r:id="rId3" action="ppaction://hlinkfile"/>
              </a:rPr>
              <a:t>\\nksv523.ad.nkc.co.jp\</a:t>
            </a:r>
            <a:r>
              <a:rPr kumimoji="1" lang="ja-JP" altLang="en-US" sz="1000">
                <a:solidFill>
                  <a:schemeClr val="tx1"/>
                </a:solidFill>
                <a:hlinkClick r:id="rId3" action="ppaction://hlinkfile"/>
              </a:rPr>
              <a:t>第二工場実装課用</a:t>
            </a:r>
            <a:r>
              <a:rPr kumimoji="1" lang="en-US" altLang="ja-JP" sz="1000">
                <a:solidFill>
                  <a:schemeClr val="tx1"/>
                </a:solidFill>
                <a:hlinkClick r:id="rId3" action="ppaction://hlinkfile"/>
              </a:rPr>
              <a:t>\1</a:t>
            </a:r>
            <a:r>
              <a:rPr kumimoji="1" lang="ja-JP" altLang="en-US" sz="1000">
                <a:solidFill>
                  <a:schemeClr val="tx1"/>
                </a:solidFill>
                <a:hlinkClick r:id="rId3" action="ppaction://hlinkfile"/>
              </a:rPr>
              <a:t>係用</a:t>
            </a:r>
            <a:r>
              <a:rPr kumimoji="1" lang="en-US" altLang="ja-JP" sz="1000">
                <a:solidFill>
                  <a:schemeClr val="tx1"/>
                </a:solidFill>
                <a:hlinkClick r:id="rId3" action="ppaction://hlinkfile"/>
              </a:rPr>
              <a:t>\Job</a:t>
            </a:r>
            <a:r>
              <a:rPr kumimoji="1" lang="ja-JP" altLang="en-US" sz="1000">
                <a:solidFill>
                  <a:schemeClr val="tx1"/>
                </a:solidFill>
                <a:hlinkClick r:id="rId3" action="ppaction://hlinkfile"/>
              </a:rPr>
              <a:t>作成</a:t>
            </a:r>
            <a:r>
              <a:rPr kumimoji="1" lang="en-US" altLang="ja-JP" sz="1000">
                <a:solidFill>
                  <a:schemeClr val="tx1"/>
                </a:solidFill>
                <a:hlinkClick r:id="rId3" action="ppaction://hlinkfile"/>
              </a:rPr>
              <a:t>\</a:t>
            </a:r>
            <a:r>
              <a:rPr kumimoji="1" lang="ja-JP" altLang="en-US" sz="1000">
                <a:solidFill>
                  <a:schemeClr val="tx1"/>
                </a:solidFill>
                <a:hlinkClick r:id="rId3" action="ppaction://hlinkfile"/>
              </a:rPr>
              <a:t>マクロ等</a:t>
            </a:r>
            <a:r>
              <a:rPr kumimoji="1" lang="en-US" altLang="ja-JP" sz="1000">
                <a:solidFill>
                  <a:schemeClr val="tx1"/>
                </a:solidFill>
                <a:hlinkClick r:id="rId3" action="ppaction://hlinkfile"/>
              </a:rPr>
              <a:t>\bin</a:t>
            </a:r>
            <a:endParaRPr kumimoji="1" lang="en-US" altLang="ja-JP" sz="100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</a:rPr>
              <a:t>JOB</a:t>
            </a:r>
            <a:r>
              <a:rPr kumimoji="1" lang="ja-JP" altLang="en-US" sz="1000">
                <a:solidFill>
                  <a:schemeClr val="tx1"/>
                </a:solidFill>
              </a:rPr>
              <a:t>作成関連マクロ</a:t>
            </a:r>
            <a:r>
              <a:rPr kumimoji="1" lang="en-US" altLang="ja-JP" sz="1000">
                <a:solidFill>
                  <a:schemeClr val="tx1"/>
                </a:solidFill>
              </a:rPr>
              <a:t>.</a:t>
            </a:r>
            <a:r>
              <a:rPr kumimoji="1" lang="en-US" altLang="ja-JP" sz="1000" err="1">
                <a:solidFill>
                  <a:schemeClr val="tx1"/>
                </a:solidFill>
              </a:rPr>
              <a:t>xlsm</a:t>
            </a:r>
            <a:endParaRPr kumimoji="1" lang="en-US" altLang="ja-JP" sz="100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3BCD084-BBB1-F5A6-A195-3D3019082C75}"/>
              </a:ext>
            </a:extLst>
          </p:cNvPr>
          <p:cNvSpPr/>
          <p:nvPr/>
        </p:nvSpPr>
        <p:spPr>
          <a:xfrm>
            <a:off x="5464462" y="2342021"/>
            <a:ext cx="2087914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QCD.orderNumberBOM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19DA5F8A-207A-78F0-D530-A4528DCA6294}"/>
              </a:ext>
            </a:extLst>
          </p:cNvPr>
          <p:cNvSpPr/>
          <p:nvPr/>
        </p:nvSpPr>
        <p:spPr>
          <a:xfrm>
            <a:off x="5460899" y="2765570"/>
            <a:ext cx="2095494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err="1">
                <a:solidFill>
                  <a:schemeClr val="tx1"/>
                </a:solidFill>
              </a:rPr>
              <a:t>QCD.Defects_AOI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1A11819-64D1-ADE8-303D-3618C433BF5C}"/>
              </a:ext>
            </a:extLst>
          </p:cNvPr>
          <p:cNvSpPr/>
          <p:nvPr/>
        </p:nvSpPr>
        <p:spPr>
          <a:xfrm>
            <a:off x="5456714" y="3189119"/>
            <a:ext cx="2103390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scheduled.unitInfo</a:t>
            </a:r>
            <a:endParaRPr lang="en-US" altLang="ja-JP" sz="140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0368706-B97C-E481-645B-27B5958DF12D}"/>
              </a:ext>
            </a:extLst>
          </p:cNvPr>
          <p:cNvSpPr/>
          <p:nvPr/>
        </p:nvSpPr>
        <p:spPr>
          <a:xfrm>
            <a:off x="5458533" y="3640727"/>
            <a:ext cx="2099428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</a:t>
            </a:r>
            <a:r>
              <a:rPr kumimoji="1" lang="en-US" altLang="ja-JP" sz="1400" err="1">
                <a:solidFill>
                  <a:schemeClr val="tx1"/>
                </a:solidFill>
              </a:rPr>
              <a:t>cheduled.SMT_result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5A653305-C782-49EA-0E29-2D46AD19B5F1}"/>
              </a:ext>
            </a:extLst>
          </p:cNvPr>
          <p:cNvSpPr/>
          <p:nvPr/>
        </p:nvSpPr>
        <p:spPr>
          <a:xfrm>
            <a:off x="5466087" y="4061044"/>
            <a:ext cx="2086290" cy="300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err="1">
                <a:solidFill>
                  <a:schemeClr val="tx1"/>
                </a:solidFill>
              </a:rPr>
              <a:t>s</a:t>
            </a:r>
            <a:r>
              <a:rPr kumimoji="1" lang="en-US" altLang="ja-JP" sz="1400" err="1">
                <a:solidFill>
                  <a:schemeClr val="tx1"/>
                </a:solidFill>
              </a:rPr>
              <a:t>cheduled.MASTER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CBDB4CC-E689-A976-A055-E8300AF89C70}"/>
              </a:ext>
            </a:extLst>
          </p:cNvPr>
          <p:cNvSpPr/>
          <p:nvPr/>
        </p:nvSpPr>
        <p:spPr>
          <a:xfrm>
            <a:off x="721292" y="404664"/>
            <a:ext cx="2406185" cy="34467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100">
                <a:solidFill>
                  <a:schemeClr val="tx1"/>
                </a:solidFill>
                <a:hlinkClick r:id="rId4" action="ppaction://hlinkfile"/>
              </a:rPr>
              <a:t>\\nksv1359.ad.nkc.co.jp\WWW\cgi\qcd_DB\qcd_DB_Release</a:t>
            </a:r>
            <a:endParaRPr kumimoji="1" lang="en-US" altLang="ja-JP" sz="1100">
              <a:solidFill>
                <a:schemeClr val="tx1"/>
              </a:solidFill>
            </a:endParaRPr>
          </a:p>
          <a:p>
            <a:r>
              <a:rPr kumimoji="1" lang="en-US" altLang="ja-JP" sz="1100">
                <a:solidFill>
                  <a:schemeClr val="tx1"/>
                </a:solidFill>
              </a:rPr>
              <a:t>Main.py</a:t>
            </a:r>
          </a:p>
          <a:p>
            <a:endParaRPr kumimoji="1" lang="en-US" altLang="ja-JP" sz="110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1CCBB04-0602-EE22-FF42-09FD9A56FBB0}"/>
              </a:ext>
            </a:extLst>
          </p:cNvPr>
          <p:cNvSpPr/>
          <p:nvPr/>
        </p:nvSpPr>
        <p:spPr>
          <a:xfrm>
            <a:off x="1081995" y="1028632"/>
            <a:ext cx="1579088" cy="1124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</a:rPr>
              <a:t>CreateMaster.py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2473E6A3-3903-1663-4117-11E777DB52F9}"/>
              </a:ext>
            </a:extLst>
          </p:cNvPr>
          <p:cNvCxnSpPr>
            <a:cxnSpLocks/>
            <a:stCxn id="58" idx="1"/>
            <a:endCxn id="98" idx="3"/>
          </p:cNvCxnSpPr>
          <p:nvPr/>
        </p:nvCxnSpPr>
        <p:spPr>
          <a:xfrm rot="10800000">
            <a:off x="2447192" y="1429411"/>
            <a:ext cx="3009522" cy="19099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D708CC43-E8B1-0159-4C70-6D014FD3AE40}"/>
              </a:ext>
            </a:extLst>
          </p:cNvPr>
          <p:cNvCxnSpPr>
            <a:cxnSpLocks/>
            <a:stCxn id="59" idx="1"/>
            <a:endCxn id="98" idx="3"/>
          </p:cNvCxnSpPr>
          <p:nvPr/>
        </p:nvCxnSpPr>
        <p:spPr>
          <a:xfrm rot="10800000">
            <a:off x="2447193" y="1429411"/>
            <a:ext cx="3011341" cy="23615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" name="コネクタ: カギ線 93">
            <a:extLst>
              <a:ext uri="{FF2B5EF4-FFF2-40B4-BE49-F238E27FC236}">
                <a16:creationId xmlns:a16="http://schemas.microsoft.com/office/drawing/2014/main" id="{A0A913FB-266B-95BF-740F-40A4F01DF9E9}"/>
              </a:ext>
            </a:extLst>
          </p:cNvPr>
          <p:cNvCxnSpPr>
            <a:cxnSpLocks/>
            <a:stCxn id="98" idx="1"/>
            <a:endCxn id="60" idx="1"/>
          </p:cNvCxnSpPr>
          <p:nvPr/>
        </p:nvCxnSpPr>
        <p:spPr>
          <a:xfrm rot="10800000" flipH="1" flipV="1">
            <a:off x="1201043" y="1429410"/>
            <a:ext cx="4265044" cy="2781840"/>
          </a:xfrm>
          <a:prstGeom prst="bentConnector3">
            <a:avLst>
              <a:gd name="adj1" fmla="val -536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E5EF425F-1BAE-D4A9-36CF-8F2AFFDAF0EC}"/>
              </a:ext>
            </a:extLst>
          </p:cNvPr>
          <p:cNvSpPr/>
          <p:nvPr/>
        </p:nvSpPr>
        <p:spPr>
          <a:xfrm>
            <a:off x="1201043" y="1322966"/>
            <a:ext cx="1246149" cy="212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>
                <a:solidFill>
                  <a:schemeClr val="tx1"/>
                </a:solidFill>
              </a:rPr>
              <a:t>実装点数計算</a:t>
            </a:r>
            <a:endParaRPr kumimoji="1" lang="ja-JP" altLang="en-US" sz="1000">
              <a:solidFill>
                <a:schemeClr val="tx1"/>
              </a:solidFill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ED71EC33-0331-B324-17EB-98F3299E28B2}"/>
              </a:ext>
            </a:extLst>
          </p:cNvPr>
          <p:cNvSpPr/>
          <p:nvPr/>
        </p:nvSpPr>
        <p:spPr>
          <a:xfrm>
            <a:off x="1201043" y="1653984"/>
            <a:ext cx="1246149" cy="3489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err="1">
                <a:solidFill>
                  <a:schemeClr val="tx1"/>
                </a:solidFill>
              </a:rPr>
              <a:t>NewMaster</a:t>
            </a:r>
            <a:r>
              <a:rPr kumimoji="1" lang="ja-JP" altLang="en-US" sz="1000">
                <a:solidFill>
                  <a:schemeClr val="tx1"/>
                </a:solidFill>
              </a:rPr>
              <a:t>へ</a:t>
            </a:r>
            <a:endParaRPr kumimoji="1" lang="en-US" altLang="ja-JP" sz="10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00">
                <a:solidFill>
                  <a:schemeClr val="tx1"/>
                </a:solidFill>
              </a:rPr>
              <a:t>取り込み</a:t>
            </a:r>
          </a:p>
        </p:txBody>
      </p: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EAD791F6-B9E5-B5BA-B4BA-F04D3DF80ECC}"/>
              </a:ext>
            </a:extLst>
          </p:cNvPr>
          <p:cNvCxnSpPr>
            <a:cxnSpLocks/>
            <a:stCxn id="103" idx="3"/>
            <a:endCxn id="25" idx="1"/>
          </p:cNvCxnSpPr>
          <p:nvPr/>
        </p:nvCxnSpPr>
        <p:spPr>
          <a:xfrm flipV="1">
            <a:off x="2447192" y="1535854"/>
            <a:ext cx="3018894" cy="292598"/>
          </a:xfrm>
          <a:prstGeom prst="bentConnector3">
            <a:avLst>
              <a:gd name="adj1" fmla="val 6152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9594C081-884B-812E-30E9-F95CEDF8F562}"/>
              </a:ext>
            </a:extLst>
          </p:cNvPr>
          <p:cNvCxnSpPr>
            <a:cxnSpLocks/>
            <a:stCxn id="34" idx="1"/>
            <a:endCxn id="98" idx="3"/>
          </p:cNvCxnSpPr>
          <p:nvPr/>
        </p:nvCxnSpPr>
        <p:spPr>
          <a:xfrm rot="10800000">
            <a:off x="2447192" y="1429410"/>
            <a:ext cx="3017416" cy="573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267A8CAA-781E-9B3B-3287-552C9ADDD39F}"/>
              </a:ext>
            </a:extLst>
          </p:cNvPr>
          <p:cNvCxnSpPr>
            <a:cxnSpLocks/>
            <a:stCxn id="59" idx="2"/>
            <a:endCxn id="103" idx="2"/>
          </p:cNvCxnSpPr>
          <p:nvPr/>
        </p:nvCxnSpPr>
        <p:spPr>
          <a:xfrm rot="5400000" flipH="1">
            <a:off x="3197074" y="629965"/>
            <a:ext cx="1938218" cy="4684129"/>
          </a:xfrm>
          <a:prstGeom prst="bentConnector3">
            <a:avLst>
              <a:gd name="adj1" fmla="val -2609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0" name="コネクタ: カギ線 129">
            <a:extLst>
              <a:ext uri="{FF2B5EF4-FFF2-40B4-BE49-F238E27FC236}">
                <a16:creationId xmlns:a16="http://schemas.microsoft.com/office/drawing/2014/main" id="{AD49E0F9-0953-9597-1B96-BD3AB35CEE70}"/>
              </a:ext>
            </a:extLst>
          </p:cNvPr>
          <p:cNvCxnSpPr>
            <a:cxnSpLocks/>
            <a:stCxn id="57" idx="2"/>
            <a:endCxn id="103" idx="2"/>
          </p:cNvCxnSpPr>
          <p:nvPr/>
        </p:nvCxnSpPr>
        <p:spPr>
          <a:xfrm rot="5400000" flipH="1">
            <a:off x="3634851" y="192187"/>
            <a:ext cx="1063061" cy="4684528"/>
          </a:xfrm>
          <a:prstGeom prst="bentConnector3">
            <a:avLst>
              <a:gd name="adj1" fmla="val -4758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C8CF3220-DFFB-4DCE-9702-45D064EF52DE}"/>
              </a:ext>
            </a:extLst>
          </p:cNvPr>
          <p:cNvCxnSpPr>
            <a:cxnSpLocks/>
            <a:stCxn id="54" idx="2"/>
            <a:endCxn id="103" idx="2"/>
          </p:cNvCxnSpPr>
          <p:nvPr/>
        </p:nvCxnSpPr>
        <p:spPr>
          <a:xfrm rot="5400000" flipH="1">
            <a:off x="3846513" y="-19474"/>
            <a:ext cx="639512" cy="4684301"/>
          </a:xfrm>
          <a:prstGeom prst="bentConnector3">
            <a:avLst>
              <a:gd name="adj1" fmla="val -7909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1678D894-D177-AB29-903F-30A8ACDA6E33}"/>
              </a:ext>
            </a:extLst>
          </p:cNvPr>
          <p:cNvCxnSpPr>
            <a:cxnSpLocks/>
            <a:stCxn id="60" idx="2"/>
            <a:endCxn id="103" idx="2"/>
          </p:cNvCxnSpPr>
          <p:nvPr/>
        </p:nvCxnSpPr>
        <p:spPr>
          <a:xfrm rot="5400000" flipH="1">
            <a:off x="2987407" y="839631"/>
            <a:ext cx="2358535" cy="4685114"/>
          </a:xfrm>
          <a:prstGeom prst="bentConnector3">
            <a:avLst>
              <a:gd name="adj1" fmla="val -5575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73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18CE3D-044C-472F-71F0-81181D1E623E}"/>
              </a:ext>
            </a:extLst>
          </p:cNvPr>
          <p:cNvSpPr/>
          <p:nvPr/>
        </p:nvSpPr>
        <p:spPr>
          <a:xfrm>
            <a:off x="4103687" y="4960677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EGPro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24828E-2363-411E-F8C5-94723A136D8C}"/>
              </a:ext>
            </a:extLst>
          </p:cNvPr>
          <p:cNvSpPr/>
          <p:nvPr/>
        </p:nvSpPr>
        <p:spPr>
          <a:xfrm>
            <a:off x="3829917" y="4555332"/>
            <a:ext cx="4298083" cy="20821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>
                <a:solidFill>
                  <a:schemeClr val="tx1"/>
                </a:solidFill>
              </a:rPr>
              <a:t>172.25.253.</a:t>
            </a:r>
            <a:r>
              <a:rPr lang="en-US" altLang="ja-JP">
                <a:solidFill>
                  <a:schemeClr val="tx1"/>
                </a:solidFill>
              </a:rPr>
              <a:t>xxx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1A8E28C-4B01-B9F6-6E87-7ED26EF8BB2E}"/>
              </a:ext>
            </a:extLst>
          </p:cNvPr>
          <p:cNvSpPr/>
          <p:nvPr/>
        </p:nvSpPr>
        <p:spPr>
          <a:xfrm>
            <a:off x="5341937" y="4960677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DGS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E1148EB-90C6-EB20-1754-25D3BA615BC2}"/>
              </a:ext>
            </a:extLst>
          </p:cNvPr>
          <p:cNvSpPr/>
          <p:nvPr/>
        </p:nvSpPr>
        <p:spPr>
          <a:xfrm>
            <a:off x="4103687" y="5790258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実装機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90B3B01-3BFB-9C18-FE5C-BB461F9175C8}"/>
              </a:ext>
            </a:extLst>
          </p:cNvPr>
          <p:cNvSpPr/>
          <p:nvPr/>
        </p:nvSpPr>
        <p:spPr>
          <a:xfrm>
            <a:off x="5341937" y="5769582"/>
            <a:ext cx="1008112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LNB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A4C2E0-7999-A700-E50B-696D7B0D3CB4}"/>
              </a:ext>
            </a:extLst>
          </p:cNvPr>
          <p:cNvSpPr/>
          <p:nvPr/>
        </p:nvSpPr>
        <p:spPr>
          <a:xfrm>
            <a:off x="6503190" y="5340936"/>
            <a:ext cx="1386685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Pana-CIM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DD04FE3-4F15-5615-2EC5-61D9AED236C0}"/>
              </a:ext>
            </a:extLst>
          </p:cNvPr>
          <p:cNvSpPr/>
          <p:nvPr/>
        </p:nvSpPr>
        <p:spPr>
          <a:xfrm>
            <a:off x="9701213" y="1414654"/>
            <a:ext cx="2162175" cy="1406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dirty="0">
                <a:solidFill>
                  <a:schemeClr val="tx1"/>
                </a:solidFill>
              </a:rPr>
              <a:t>Microsoft Azure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nksv1359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B83B6AD-0D8A-A607-264D-E247C1E1D548}"/>
              </a:ext>
            </a:extLst>
          </p:cNvPr>
          <p:cNvSpPr/>
          <p:nvPr/>
        </p:nvSpPr>
        <p:spPr>
          <a:xfrm>
            <a:off x="9931322" y="2087061"/>
            <a:ext cx="1779666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五十嵐システム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C64436D-6198-5911-7CD8-C2B3AC16449C}"/>
              </a:ext>
            </a:extLst>
          </p:cNvPr>
          <p:cNvSpPr/>
          <p:nvPr/>
        </p:nvSpPr>
        <p:spPr>
          <a:xfrm>
            <a:off x="393183" y="1666319"/>
            <a:ext cx="2801460" cy="1406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dirty="0">
                <a:solidFill>
                  <a:schemeClr val="tx1"/>
                </a:solidFill>
              </a:rPr>
              <a:t>Nksv560/nksv569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652DA5D-55CB-CA9B-0E21-08C3A32EB278}"/>
              </a:ext>
            </a:extLst>
          </p:cNvPr>
          <p:cNvSpPr/>
          <p:nvPr/>
        </p:nvSpPr>
        <p:spPr>
          <a:xfrm>
            <a:off x="509351" y="2201361"/>
            <a:ext cx="2379780" cy="6480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五十嵐システム</a:t>
            </a:r>
            <a:endParaRPr kumimoji="1" lang="en-US" altLang="ja-JP" dirty="0"/>
          </a:p>
          <a:p>
            <a:pPr algn="ctr"/>
            <a:r>
              <a:rPr lang="en-US" altLang="ja-JP" dirty="0"/>
              <a:t>(</a:t>
            </a:r>
            <a:r>
              <a:rPr lang="ja-JP" altLang="en-US" dirty="0"/>
              <a:t>半製品検査電子化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20" name="雲 19">
            <a:extLst>
              <a:ext uri="{FF2B5EF4-FFF2-40B4-BE49-F238E27FC236}">
                <a16:creationId xmlns:a16="http://schemas.microsoft.com/office/drawing/2014/main" id="{4453B1D1-5877-D983-487A-1EEB02C9CBC9}"/>
              </a:ext>
            </a:extLst>
          </p:cNvPr>
          <p:cNvSpPr/>
          <p:nvPr/>
        </p:nvSpPr>
        <p:spPr>
          <a:xfrm>
            <a:off x="4772025" y="1414654"/>
            <a:ext cx="2162175" cy="888014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社外</a:t>
            </a:r>
            <a:r>
              <a:rPr kumimoji="1" lang="en-US" altLang="ja-JP" dirty="0"/>
              <a:t>NW</a:t>
            </a:r>
            <a:endParaRPr kumimoji="1" lang="ja-JP" altLang="en-US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DE41A85-A3AF-0841-84FD-E4CA3BEA3C01}"/>
              </a:ext>
            </a:extLst>
          </p:cNvPr>
          <p:cNvCxnSpPr>
            <a:cxnSpLocks/>
          </p:cNvCxnSpPr>
          <p:nvPr/>
        </p:nvCxnSpPr>
        <p:spPr>
          <a:xfrm flipV="1">
            <a:off x="3051413" y="1768716"/>
            <a:ext cx="1556330" cy="3181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9356D8E9-D9CF-6D9D-6EBF-5504D4073A8B}"/>
              </a:ext>
            </a:extLst>
          </p:cNvPr>
          <p:cNvCxnSpPr>
            <a:cxnSpLocks/>
          </p:cNvCxnSpPr>
          <p:nvPr/>
        </p:nvCxnSpPr>
        <p:spPr>
          <a:xfrm>
            <a:off x="2968066" y="2667364"/>
            <a:ext cx="1639677" cy="19596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008E1DE2-E742-E9CA-536D-E3DBF49FB1F5}"/>
              </a:ext>
            </a:extLst>
          </p:cNvPr>
          <p:cNvCxnSpPr>
            <a:cxnSpLocks/>
          </p:cNvCxnSpPr>
          <p:nvPr/>
        </p:nvCxnSpPr>
        <p:spPr>
          <a:xfrm flipH="1" flipV="1">
            <a:off x="2710585" y="2875621"/>
            <a:ext cx="1547090" cy="17883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A363EE3-71BC-E41E-21B9-0C4C30F81A1F}"/>
              </a:ext>
            </a:extLst>
          </p:cNvPr>
          <p:cNvCxnSpPr>
            <a:cxnSpLocks/>
          </p:cNvCxnSpPr>
          <p:nvPr/>
        </p:nvCxnSpPr>
        <p:spPr>
          <a:xfrm flipH="1" flipV="1">
            <a:off x="7041597" y="1944306"/>
            <a:ext cx="2791579" cy="3333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7FFFB706-7C0F-C48F-FF77-A9F49760A878}"/>
              </a:ext>
            </a:extLst>
          </p:cNvPr>
          <p:cNvCxnSpPr>
            <a:cxnSpLocks/>
          </p:cNvCxnSpPr>
          <p:nvPr/>
        </p:nvCxnSpPr>
        <p:spPr>
          <a:xfrm>
            <a:off x="6972994" y="2309982"/>
            <a:ext cx="2843273" cy="3488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C7EF623-AEA3-C0C8-0654-CC9A12C8C6CF}"/>
              </a:ext>
            </a:extLst>
          </p:cNvPr>
          <p:cNvCxnSpPr>
            <a:cxnSpLocks/>
          </p:cNvCxnSpPr>
          <p:nvPr/>
        </p:nvCxnSpPr>
        <p:spPr>
          <a:xfrm flipH="1">
            <a:off x="2991926" y="2119818"/>
            <a:ext cx="1708318" cy="3657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0FEF21B2-F00C-FB26-28B3-A20DE50D4341}"/>
              </a:ext>
            </a:extLst>
          </p:cNvPr>
          <p:cNvCxnSpPr>
            <a:cxnSpLocks/>
          </p:cNvCxnSpPr>
          <p:nvPr/>
        </p:nvCxnSpPr>
        <p:spPr>
          <a:xfrm flipH="1">
            <a:off x="7789506" y="2743162"/>
            <a:ext cx="1975717" cy="19207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8FCAFB22-40DB-39FA-2030-9DCDE993E9FE}"/>
              </a:ext>
            </a:extLst>
          </p:cNvPr>
          <p:cNvCxnSpPr>
            <a:cxnSpLocks/>
          </p:cNvCxnSpPr>
          <p:nvPr/>
        </p:nvCxnSpPr>
        <p:spPr>
          <a:xfrm flipV="1">
            <a:off x="8009576" y="2787617"/>
            <a:ext cx="1973670" cy="19911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雲 49">
            <a:extLst>
              <a:ext uri="{FF2B5EF4-FFF2-40B4-BE49-F238E27FC236}">
                <a16:creationId xmlns:a16="http://schemas.microsoft.com/office/drawing/2014/main" id="{19D4CE88-536D-D735-4C50-0E8B510846E2}"/>
              </a:ext>
            </a:extLst>
          </p:cNvPr>
          <p:cNvSpPr/>
          <p:nvPr/>
        </p:nvSpPr>
        <p:spPr>
          <a:xfrm>
            <a:off x="4897870" y="3056493"/>
            <a:ext cx="2162175" cy="888014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事務</a:t>
            </a:r>
            <a:r>
              <a:rPr kumimoji="1" lang="en-US" altLang="ja-JP" dirty="0"/>
              <a:t>NW</a:t>
            </a:r>
            <a:endParaRPr kumimoji="1" lang="ja-JP" altLang="en-US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2BC926-AE96-3984-3DE5-DEF7A880DDDE}"/>
              </a:ext>
            </a:extLst>
          </p:cNvPr>
          <p:cNvCxnSpPr>
            <a:cxnSpLocks/>
          </p:cNvCxnSpPr>
          <p:nvPr/>
        </p:nvCxnSpPr>
        <p:spPr>
          <a:xfrm flipV="1">
            <a:off x="5636864" y="2360574"/>
            <a:ext cx="789" cy="694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98DE0066-08C3-4B18-E6A3-CAAA7787E91B}"/>
              </a:ext>
            </a:extLst>
          </p:cNvPr>
          <p:cNvCxnSpPr>
            <a:cxnSpLocks/>
          </p:cNvCxnSpPr>
          <p:nvPr/>
        </p:nvCxnSpPr>
        <p:spPr>
          <a:xfrm>
            <a:off x="6233582" y="2309982"/>
            <a:ext cx="9951" cy="6673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4E4B948E-CA98-97A6-7215-983E1800C5DE}"/>
              </a:ext>
            </a:extLst>
          </p:cNvPr>
          <p:cNvSpPr/>
          <p:nvPr/>
        </p:nvSpPr>
        <p:spPr>
          <a:xfrm>
            <a:off x="6081428" y="2484413"/>
            <a:ext cx="330789" cy="2295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二等辺三角形 57">
            <a:extLst>
              <a:ext uri="{FF2B5EF4-FFF2-40B4-BE49-F238E27FC236}">
                <a16:creationId xmlns:a16="http://schemas.microsoft.com/office/drawing/2014/main" id="{1A4ADA23-AF61-FA0D-15D6-D1C6FEE60037}"/>
              </a:ext>
            </a:extLst>
          </p:cNvPr>
          <p:cNvSpPr/>
          <p:nvPr/>
        </p:nvSpPr>
        <p:spPr>
          <a:xfrm>
            <a:off x="8079874" y="2331200"/>
            <a:ext cx="330789" cy="2295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二等辺三角形 58">
            <a:extLst>
              <a:ext uri="{FF2B5EF4-FFF2-40B4-BE49-F238E27FC236}">
                <a16:creationId xmlns:a16="http://schemas.microsoft.com/office/drawing/2014/main" id="{B4250190-8E05-9E40-E05D-695CB0DFFA8E}"/>
              </a:ext>
            </a:extLst>
          </p:cNvPr>
          <p:cNvSpPr/>
          <p:nvPr/>
        </p:nvSpPr>
        <p:spPr>
          <a:xfrm>
            <a:off x="3802235" y="2132388"/>
            <a:ext cx="330789" cy="22956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3233CE6C-C3FE-D5D7-40B6-7AE7AD22778A}"/>
              </a:ext>
            </a:extLst>
          </p:cNvPr>
          <p:cNvCxnSpPr>
            <a:cxnSpLocks/>
          </p:cNvCxnSpPr>
          <p:nvPr/>
        </p:nvCxnSpPr>
        <p:spPr>
          <a:xfrm>
            <a:off x="6351941" y="3887971"/>
            <a:ext cx="8387" cy="5624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C2171D19-6828-8BA7-2E50-10E6B11DB7AE}"/>
              </a:ext>
            </a:extLst>
          </p:cNvPr>
          <p:cNvCxnSpPr>
            <a:cxnSpLocks/>
          </p:cNvCxnSpPr>
          <p:nvPr/>
        </p:nvCxnSpPr>
        <p:spPr>
          <a:xfrm flipV="1">
            <a:off x="5636864" y="3944507"/>
            <a:ext cx="0" cy="5336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乗算記号 42">
            <a:extLst>
              <a:ext uri="{FF2B5EF4-FFF2-40B4-BE49-F238E27FC236}">
                <a16:creationId xmlns:a16="http://schemas.microsoft.com/office/drawing/2014/main" id="{FEF3747E-F726-D7E2-B549-452AD45ED579}"/>
              </a:ext>
            </a:extLst>
          </p:cNvPr>
          <p:cNvSpPr/>
          <p:nvPr/>
        </p:nvSpPr>
        <p:spPr>
          <a:xfrm>
            <a:off x="6040819" y="3926606"/>
            <a:ext cx="625167" cy="47184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乗算記号 63">
            <a:extLst>
              <a:ext uri="{FF2B5EF4-FFF2-40B4-BE49-F238E27FC236}">
                <a16:creationId xmlns:a16="http://schemas.microsoft.com/office/drawing/2014/main" id="{2A49ABFB-3FDC-3700-67ED-AA4099EC95A0}"/>
              </a:ext>
            </a:extLst>
          </p:cNvPr>
          <p:cNvSpPr/>
          <p:nvPr/>
        </p:nvSpPr>
        <p:spPr>
          <a:xfrm>
            <a:off x="5324280" y="3954711"/>
            <a:ext cx="625167" cy="47184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EC98F608-2385-7E67-1187-DD9643DC4C23}"/>
              </a:ext>
            </a:extLst>
          </p:cNvPr>
          <p:cNvCxnSpPr>
            <a:cxnSpLocks/>
          </p:cNvCxnSpPr>
          <p:nvPr/>
        </p:nvCxnSpPr>
        <p:spPr>
          <a:xfrm>
            <a:off x="3397468" y="2552462"/>
            <a:ext cx="1544493" cy="602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CBC68693-177E-D3AA-3F70-48A78FA1FD5C}"/>
              </a:ext>
            </a:extLst>
          </p:cNvPr>
          <p:cNvCxnSpPr>
            <a:cxnSpLocks/>
          </p:cNvCxnSpPr>
          <p:nvPr/>
        </p:nvCxnSpPr>
        <p:spPr>
          <a:xfrm flipH="1" flipV="1">
            <a:off x="3357397" y="2743162"/>
            <a:ext cx="1402500" cy="5935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F7F35CE9-E8EF-D736-D2DD-CE41624DCFBE}"/>
              </a:ext>
            </a:extLst>
          </p:cNvPr>
          <p:cNvCxnSpPr>
            <a:cxnSpLocks/>
          </p:cNvCxnSpPr>
          <p:nvPr/>
        </p:nvCxnSpPr>
        <p:spPr>
          <a:xfrm flipV="1">
            <a:off x="7131781" y="2667100"/>
            <a:ext cx="2122004" cy="6198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C5F2896B-2ED0-021F-3C68-FE97A63B3CC2}"/>
              </a:ext>
            </a:extLst>
          </p:cNvPr>
          <p:cNvCxnSpPr>
            <a:cxnSpLocks/>
          </p:cNvCxnSpPr>
          <p:nvPr/>
        </p:nvCxnSpPr>
        <p:spPr>
          <a:xfrm flipH="1">
            <a:off x="7216215" y="2849433"/>
            <a:ext cx="2042429" cy="7137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12F4DB5C-9943-C1E9-7EF8-AAB2F81349CC}"/>
              </a:ext>
            </a:extLst>
          </p:cNvPr>
          <p:cNvCxnSpPr>
            <a:cxnSpLocks/>
          </p:cNvCxnSpPr>
          <p:nvPr/>
        </p:nvCxnSpPr>
        <p:spPr>
          <a:xfrm flipV="1">
            <a:off x="4693546" y="2277674"/>
            <a:ext cx="237596" cy="21871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乗算記号 75">
            <a:extLst>
              <a:ext uri="{FF2B5EF4-FFF2-40B4-BE49-F238E27FC236}">
                <a16:creationId xmlns:a16="http://schemas.microsoft.com/office/drawing/2014/main" id="{3DC88EDE-43F0-5B0B-83D1-8D9437E78FA5}"/>
              </a:ext>
            </a:extLst>
          </p:cNvPr>
          <p:cNvSpPr/>
          <p:nvPr/>
        </p:nvSpPr>
        <p:spPr>
          <a:xfrm>
            <a:off x="4392669" y="3856650"/>
            <a:ext cx="625167" cy="47184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4A37E37-40D5-D766-ABAB-F4B3E84FFF69}"/>
              </a:ext>
            </a:extLst>
          </p:cNvPr>
          <p:cNvCxnSpPr>
            <a:cxnSpLocks/>
          </p:cNvCxnSpPr>
          <p:nvPr/>
        </p:nvCxnSpPr>
        <p:spPr>
          <a:xfrm>
            <a:off x="6816219" y="2137453"/>
            <a:ext cx="168292" cy="22610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乗算記号 79">
            <a:extLst>
              <a:ext uri="{FF2B5EF4-FFF2-40B4-BE49-F238E27FC236}">
                <a16:creationId xmlns:a16="http://schemas.microsoft.com/office/drawing/2014/main" id="{A4E2E8A5-8AC0-D6FD-4722-DD6D9D54CB5D}"/>
              </a:ext>
            </a:extLst>
          </p:cNvPr>
          <p:cNvSpPr/>
          <p:nvPr/>
        </p:nvSpPr>
        <p:spPr>
          <a:xfrm>
            <a:off x="6658386" y="3799981"/>
            <a:ext cx="625167" cy="471849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593638"/>
      </p:ext>
    </p:extLst>
  </p:cSld>
  <p:clrMapOvr>
    <a:masterClrMapping/>
  </p:clrMapOvr>
</p:sld>
</file>

<file path=ppt/theme/theme1.xml><?xml version="1.0" encoding="utf-8"?>
<a:theme xmlns:a="http://schemas.openxmlformats.org/drawingml/2006/main" name="2018-06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FD40AE-7C79-4BC5-918F-65E3020F3309}">
  <ds:schemaRefs>
    <ds:schemaRef ds:uri="http://schemas.microsoft.com/office/infopath/2007/PartnerControls"/>
    <ds:schemaRef ds:uri="ea180fb7-6417-4417-bcc2-1a1988547c9d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a7e61ba0-4c47-4710-ac4c-031e401f92bd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497E155-B33D-48FE-89FE-E23BB6B1F5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ED6DAC-3077-48B5-B505-65584BE51A3B}"/>
</file>

<file path=docProps/app.xml><?xml version="1.0" encoding="utf-8"?>
<Properties xmlns="http://schemas.openxmlformats.org/officeDocument/2006/extended-properties" xmlns:vt="http://schemas.openxmlformats.org/officeDocument/2006/docPropsVTypes">
  <Template>2018-06</Template>
  <TotalTime>22</TotalTime>
  <Words>403</Words>
  <Application>Microsoft Office PowerPoint</Application>
  <PresentationFormat>ユーザー設定</PresentationFormat>
  <Paragraphs>72</Paragraphs>
  <Slides>4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ＭＳ Ｐゴシック</vt:lpstr>
      <vt:lpstr>Arial</vt:lpstr>
      <vt:lpstr>2018-06</vt:lpstr>
      <vt:lpstr>Microsoft Excel ワークシート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</cp:revision>
  <dcterms:created xsi:type="dcterms:W3CDTF">2023-07-11T01:14:21Z</dcterms:created>
  <dcterms:modified xsi:type="dcterms:W3CDTF">2025-10-30T08:27:47Z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