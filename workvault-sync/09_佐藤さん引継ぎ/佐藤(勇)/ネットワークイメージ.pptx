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O Yuki (佐藤 勇希)" userId="355fd401-9c31-44b5-8919-d33e419f9bed" providerId="ADAL" clId="{E0FA3E91-D47F-4BE5-A980-ED66041F6280}"/>
    <pc:docChg chg="modSld">
      <pc:chgData name="SATO Yuki (佐藤 勇希)" userId="355fd401-9c31-44b5-8919-d33e419f9bed" providerId="ADAL" clId="{E0FA3E91-D47F-4BE5-A980-ED66041F6280}" dt="2026-06-26T07:49:22.887" v="2" actId="166"/>
      <pc:docMkLst>
        <pc:docMk/>
      </pc:docMkLst>
      <pc:sldChg chg="modSp mod">
        <pc:chgData name="SATO Yuki (佐藤 勇希)" userId="355fd401-9c31-44b5-8919-d33e419f9bed" providerId="ADAL" clId="{E0FA3E91-D47F-4BE5-A980-ED66041F6280}" dt="2026-06-26T07:49:22.887" v="2" actId="166"/>
        <pc:sldMkLst>
          <pc:docMk/>
          <pc:sldMk cId="4140405366" sldId="256"/>
        </pc:sldMkLst>
        <pc:spChg chg="ord">
          <ac:chgData name="SATO Yuki (佐藤 勇希)" userId="355fd401-9c31-44b5-8919-d33e419f9bed" providerId="ADAL" clId="{E0FA3E91-D47F-4BE5-A980-ED66041F6280}" dt="2026-06-26T07:49:22.887" v="2" actId="166"/>
          <ac:spMkLst>
            <pc:docMk/>
            <pc:sldMk cId="4140405366" sldId="256"/>
            <ac:spMk id="7" creationId="{A4C2A4C7-6D11-9424-D36C-B224308379BD}"/>
          </ac:spMkLst>
        </pc:spChg>
        <pc:spChg chg="mod">
          <ac:chgData name="SATO Yuki (佐藤 勇希)" userId="355fd401-9c31-44b5-8919-d33e419f9bed" providerId="ADAL" clId="{E0FA3E91-D47F-4BE5-A980-ED66041F6280}" dt="2026-06-26T07:49:06.042" v="1" actId="1076"/>
          <ac:spMkLst>
            <pc:docMk/>
            <pc:sldMk cId="4140405366" sldId="256"/>
            <ac:spMk id="13" creationId="{D17913B8-5DE5-65DF-6983-9C72A6C860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E8433-94EC-4439-B2CE-07A7F7B18F53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84B59-45DB-40D3-9555-F6B65DCB6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19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61E4AD-9334-EDD9-9588-E8B019658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873BAB-6CC9-A04E-E676-164CEB42E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5C1982-15D7-65FD-360A-E32EA2E9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AFF026-32F8-8BBC-A487-6C18F93A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71346C-9CFE-79AB-289B-BF1DEF183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19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F1F09-5EA4-22A8-7E95-131E4188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9FC4BE-A463-7C8C-83E9-9E759B2B0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A1F0F8-A80B-4798-BF8A-2A156C63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5D3A58-708E-58C8-3798-E1DE887D4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618E93-E650-B2D2-A912-246299F7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995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5581CE-2B74-8BB2-E3DD-AC9AB312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A9C95B-A653-B966-0375-75CD291A6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004015-E907-6D7D-4298-BE49947E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43AC36-F1D2-4D06-BF69-E1BBBDC2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A95019-522E-31CE-1AA5-A91202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891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DB967A-F58C-A543-2801-77B04B15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5BD9DF-3F5A-3D01-CBFC-C46D7D9FC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B06031-B47E-B75A-6F71-9395E17AF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5CEA4B-D97E-7058-99EE-0B52EF8C6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B3577D-7985-6F37-63BF-C2EC34E8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8AA78C-A815-3798-2A5D-972D09D4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915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754D2-6AA3-ECA2-91BE-E0763FE1B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5D7CA4-C728-AA33-E932-8306EDBF3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AE3DA9-B604-D742-D370-AADFB9079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089646D-3BA2-C05C-006A-9341D248D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46ACDA-9FED-6643-11EE-D0AE08EDE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A3ED50-410F-DF17-AB40-1A7456B2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7DFB25-085D-64A8-B22F-76054074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987051-6565-76B4-958A-2C2DE56F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2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A0CF9-D605-AB6F-06EF-DB36D576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43D399C-3E70-53BB-0A28-96717EB8D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BE972D-F85D-D2CD-F0EF-17BF30C3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EDA2A4-736E-794C-90D8-32D70987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982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B312E31-AB47-970B-C326-83320F91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F92E944-BC00-C1D6-1552-9A7864E3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2BE856-389A-5CCE-AEF9-CA492D1F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343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4D01C7-7ABB-7A9D-EC71-FB92F342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D0045D-8AE2-D5E6-5B74-309C8F353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2307C5-C4FD-1C27-CBE2-0C362A570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124AB5-82D2-C328-949A-7A91C8CF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56A677-8E3C-ABC6-0529-CF9F54A5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B7760E-CDA7-7168-FE7C-7A012598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89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6BD8F-9F74-9557-C835-5C401661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4DB22C-D317-FCDB-631A-8B42BCEC0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97815B-3AA6-C04B-F5C7-1EA005EBC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F81499-BEC4-45F8-118B-2677C0EAD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468C36-9644-FB6C-A5C2-2777B3B8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3A65C8-19E2-94AD-9E2D-94D794E4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8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1FF122-D516-6755-C27B-36A0DFE1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F371B4-3F15-98D9-2B73-FFB835EB4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D44D49-6AC7-26FF-893D-611756DB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33ECF4-BCA8-BC15-BE9A-3A0F7AA6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4C4A35-79C1-5F65-19B3-E8374BD7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14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8CE3F6-B076-6B6D-2DD9-98D8DF76A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7F16B9-FB84-6EA0-804D-A1720F53B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770C82-8679-5410-BC6C-0B2321F7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F67D01-E773-0179-A59D-6376C50A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25157B-B26B-A3DE-B686-753E053B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80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AA4A37-E443-63CB-225E-71B393A5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5B4F2-D245-53C4-C4F9-823432A57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7B640F-8B50-ABFB-17EE-FA42B9085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A9CCA-AB4C-4120-9DA9-D230EE972686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048703-DD66-D955-7D4A-9819FAEB8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A9FF71-463B-5F22-BC4C-EFAA488D6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86B7D-6EC9-49EA-89B0-B630B8EA50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07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E3754DC-218B-02EF-C8DC-38A9CA83D079}"/>
              </a:ext>
            </a:extLst>
          </p:cNvPr>
          <p:cNvSpPr/>
          <p:nvPr/>
        </p:nvSpPr>
        <p:spPr>
          <a:xfrm>
            <a:off x="434109" y="979054"/>
            <a:ext cx="3639127" cy="2382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136E03-BB53-4D88-2DC7-A1ED70BFFAFD}"/>
              </a:ext>
            </a:extLst>
          </p:cNvPr>
          <p:cNvSpPr/>
          <p:nvPr/>
        </p:nvSpPr>
        <p:spPr>
          <a:xfrm>
            <a:off x="1025236" y="812800"/>
            <a:ext cx="2761673" cy="55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DGS</a:t>
            </a:r>
            <a:r>
              <a:rPr kumimoji="1" lang="ja-JP" altLang="en-US" dirty="0"/>
              <a:t>系ローカルネット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260909-D675-0794-807D-E40D2E0A90A2}"/>
              </a:ext>
            </a:extLst>
          </p:cNvPr>
          <p:cNvSpPr/>
          <p:nvPr/>
        </p:nvSpPr>
        <p:spPr>
          <a:xfrm>
            <a:off x="688109" y="1625600"/>
            <a:ext cx="1990438" cy="554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事務エリア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DGSx4</a:t>
            </a:r>
            <a:r>
              <a:rPr kumimoji="1" lang="ja-JP" altLang="en-US" dirty="0">
                <a:solidFill>
                  <a:schemeClr val="tx1"/>
                </a:solidFill>
              </a:rPr>
              <a:t>台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9641F0-8862-0CE2-9EDA-6AB3C6C52466}"/>
              </a:ext>
            </a:extLst>
          </p:cNvPr>
          <p:cNvSpPr/>
          <p:nvPr/>
        </p:nvSpPr>
        <p:spPr>
          <a:xfrm>
            <a:off x="4276435" y="979054"/>
            <a:ext cx="4664363" cy="2382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299DD28-C498-974B-91DC-EBA6021D148B}"/>
              </a:ext>
            </a:extLst>
          </p:cNvPr>
          <p:cNvSpPr/>
          <p:nvPr/>
        </p:nvSpPr>
        <p:spPr>
          <a:xfrm>
            <a:off x="4867563" y="812800"/>
            <a:ext cx="2761673" cy="55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EGPro</a:t>
            </a:r>
            <a:r>
              <a:rPr kumimoji="1" lang="ja-JP" altLang="en-US" dirty="0"/>
              <a:t>・</a:t>
            </a:r>
            <a:r>
              <a:rPr kumimoji="1" lang="en-US" altLang="ja-JP" dirty="0"/>
              <a:t>Pana-CIM</a:t>
            </a:r>
            <a:r>
              <a:rPr kumimoji="1" lang="ja-JP" altLang="en-US" dirty="0"/>
              <a:t>系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制限セグメント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1BC0E31-0B23-52FC-BFA0-BFB8EC067163}"/>
              </a:ext>
            </a:extLst>
          </p:cNvPr>
          <p:cNvSpPr/>
          <p:nvPr/>
        </p:nvSpPr>
        <p:spPr>
          <a:xfrm>
            <a:off x="6905335" y="1560945"/>
            <a:ext cx="1619828" cy="554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Pana-Cim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69FD8F-F895-66F5-0123-1F45D6339872}"/>
              </a:ext>
            </a:extLst>
          </p:cNvPr>
          <p:cNvSpPr/>
          <p:nvPr/>
        </p:nvSpPr>
        <p:spPr>
          <a:xfrm>
            <a:off x="6905335" y="2332182"/>
            <a:ext cx="1619828" cy="554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EG-Pro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2D75EE0-C1A9-FEAB-B9B9-315A08E849F2}"/>
              </a:ext>
            </a:extLst>
          </p:cNvPr>
          <p:cNvSpPr/>
          <p:nvPr/>
        </p:nvSpPr>
        <p:spPr>
          <a:xfrm>
            <a:off x="4359563" y="3798454"/>
            <a:ext cx="7269020" cy="26023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727257A-B878-3F35-98AB-C42262192348}"/>
              </a:ext>
            </a:extLst>
          </p:cNvPr>
          <p:cNvSpPr/>
          <p:nvPr/>
        </p:nvSpPr>
        <p:spPr>
          <a:xfrm>
            <a:off x="4629149" y="3521364"/>
            <a:ext cx="2761673" cy="55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事務ネットワーク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530A9E6-0822-0990-A18F-F44286276A06}"/>
              </a:ext>
            </a:extLst>
          </p:cNvPr>
          <p:cNvSpPr/>
          <p:nvPr/>
        </p:nvSpPr>
        <p:spPr>
          <a:xfrm>
            <a:off x="9531926" y="775855"/>
            <a:ext cx="2096657" cy="55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Azure</a:t>
            </a:r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042658-15EE-2B6E-2B13-EE78D035700D}"/>
              </a:ext>
            </a:extLst>
          </p:cNvPr>
          <p:cNvSpPr/>
          <p:nvPr/>
        </p:nvSpPr>
        <p:spPr>
          <a:xfrm>
            <a:off x="4165599" y="369453"/>
            <a:ext cx="7961745" cy="63915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36EBB0D-145C-20E9-F899-90B3F028E8FE}"/>
              </a:ext>
            </a:extLst>
          </p:cNvPr>
          <p:cNvSpPr/>
          <p:nvPr/>
        </p:nvSpPr>
        <p:spPr>
          <a:xfrm>
            <a:off x="7449127" y="96981"/>
            <a:ext cx="2761673" cy="554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日本光電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17913B8-5DE5-65DF-6983-9C72A6C86090}"/>
              </a:ext>
            </a:extLst>
          </p:cNvPr>
          <p:cNvSpPr/>
          <p:nvPr/>
        </p:nvSpPr>
        <p:spPr>
          <a:xfrm>
            <a:off x="7584786" y="3164608"/>
            <a:ext cx="1000413" cy="9582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PCD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15575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6A884C1-4CE6-0D1D-F61A-54CE268BB80C}"/>
              </a:ext>
            </a:extLst>
          </p:cNvPr>
          <p:cNvSpPr/>
          <p:nvPr/>
        </p:nvSpPr>
        <p:spPr>
          <a:xfrm>
            <a:off x="4478194" y="4276436"/>
            <a:ext cx="1488497" cy="6927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個人</a:t>
            </a:r>
            <a:r>
              <a:rPr kumimoji="1" lang="en-US" altLang="ja-JP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3A56218-4CD7-DA2D-6668-5B3E053B4490}"/>
              </a:ext>
            </a:extLst>
          </p:cNvPr>
          <p:cNvSpPr/>
          <p:nvPr/>
        </p:nvSpPr>
        <p:spPr>
          <a:xfrm>
            <a:off x="9097815" y="979054"/>
            <a:ext cx="2835570" cy="26023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1058BEB-37A1-1BB7-A1B9-92A46114F3F2}"/>
              </a:ext>
            </a:extLst>
          </p:cNvPr>
          <p:cNvSpPr/>
          <p:nvPr/>
        </p:nvSpPr>
        <p:spPr>
          <a:xfrm>
            <a:off x="9705686" y="2105890"/>
            <a:ext cx="1619828" cy="554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nksv1359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3164FD4-85E2-FA75-F6AA-BE6EF7843CD3}"/>
              </a:ext>
            </a:extLst>
          </p:cNvPr>
          <p:cNvSpPr/>
          <p:nvPr/>
        </p:nvSpPr>
        <p:spPr>
          <a:xfrm>
            <a:off x="5430981" y="1533236"/>
            <a:ext cx="1263651" cy="16094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EG-Pro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クライアント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10</a:t>
            </a:r>
            <a:r>
              <a:rPr kumimoji="1" lang="ja-JP" altLang="en-US" dirty="0">
                <a:solidFill>
                  <a:schemeClr val="tx1"/>
                </a:solidFill>
              </a:rPr>
              <a:t>台くらい</a:t>
            </a:r>
          </a:p>
        </p:txBody>
      </p:sp>
      <p:sp>
        <p:nvSpPr>
          <p:cNvPr id="41" name="矢印: 上下 40">
            <a:extLst>
              <a:ext uri="{FF2B5EF4-FFF2-40B4-BE49-F238E27FC236}">
                <a16:creationId xmlns:a16="http://schemas.microsoft.com/office/drawing/2014/main" id="{CAB2D032-1F34-457F-917F-301B6DEE7449}"/>
              </a:ext>
            </a:extLst>
          </p:cNvPr>
          <p:cNvSpPr/>
          <p:nvPr/>
        </p:nvSpPr>
        <p:spPr>
          <a:xfrm>
            <a:off x="10515600" y="3011055"/>
            <a:ext cx="258908" cy="126538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上下 41">
            <a:extLst>
              <a:ext uri="{FF2B5EF4-FFF2-40B4-BE49-F238E27FC236}">
                <a16:creationId xmlns:a16="http://schemas.microsoft.com/office/drawing/2014/main" id="{CF5D6471-7F6E-9BD8-C917-959F3B8BD674}"/>
              </a:ext>
            </a:extLst>
          </p:cNvPr>
          <p:cNvSpPr/>
          <p:nvPr/>
        </p:nvSpPr>
        <p:spPr>
          <a:xfrm rot="18220921">
            <a:off x="9019161" y="1573905"/>
            <a:ext cx="258908" cy="90230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上下 43">
            <a:extLst>
              <a:ext uri="{FF2B5EF4-FFF2-40B4-BE49-F238E27FC236}">
                <a16:creationId xmlns:a16="http://schemas.microsoft.com/office/drawing/2014/main" id="{08DA00C1-2291-17B6-BD9D-8D793725BC2E}"/>
              </a:ext>
            </a:extLst>
          </p:cNvPr>
          <p:cNvSpPr/>
          <p:nvPr/>
        </p:nvSpPr>
        <p:spPr>
          <a:xfrm rot="15919457">
            <a:off x="8985104" y="2192771"/>
            <a:ext cx="258908" cy="90230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3B68E66-96E7-A685-CA7A-3AF5E2B506B0}"/>
              </a:ext>
            </a:extLst>
          </p:cNvPr>
          <p:cNvSpPr/>
          <p:nvPr/>
        </p:nvSpPr>
        <p:spPr>
          <a:xfrm>
            <a:off x="8617526" y="2205651"/>
            <a:ext cx="769652" cy="2678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</a:rPr>
              <a:t>FW</a:t>
            </a:r>
            <a:r>
              <a:rPr kumimoji="1" lang="ja-JP" altLang="en-US" sz="1100" dirty="0">
                <a:solidFill>
                  <a:schemeClr val="tx1"/>
                </a:solidFill>
              </a:rPr>
              <a:t>許可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4C2A4C7-6D11-9424-D36C-B224308379BD}"/>
              </a:ext>
            </a:extLst>
          </p:cNvPr>
          <p:cNvSpPr/>
          <p:nvPr/>
        </p:nvSpPr>
        <p:spPr>
          <a:xfrm>
            <a:off x="3266208" y="2350654"/>
            <a:ext cx="2020456" cy="554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DGS</a:t>
            </a: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メインサーバー</a:t>
            </a:r>
          </a:p>
        </p:txBody>
      </p:sp>
    </p:spTree>
    <p:extLst>
      <p:ext uri="{BB962C8B-B14F-4D97-AF65-F5344CB8AC3E}">
        <p14:creationId xmlns:p14="http://schemas.microsoft.com/office/powerpoint/2010/main" val="414040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A0019A-8C5A-4A8A-90B3-439ED154F666}">
  <ds:schemaRefs>
    <ds:schemaRef ds:uri="http://schemas.microsoft.com/office/2006/metadata/properties"/>
    <ds:schemaRef ds:uri="http://schemas.microsoft.com/office/infopath/2007/PartnerControls"/>
    <ds:schemaRef ds:uri="ea180fb7-6417-4417-bcc2-1a1988547c9d"/>
    <ds:schemaRef ds:uri="a7e61ba0-4c47-4710-ac4c-031e401f92bd"/>
  </ds:schemaRefs>
</ds:datastoreItem>
</file>

<file path=customXml/itemProps2.xml><?xml version="1.0" encoding="utf-8"?>
<ds:datastoreItem xmlns:ds="http://schemas.openxmlformats.org/officeDocument/2006/customXml" ds:itemID="{D51F8049-0DF4-4417-B4D3-153A510DF6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F74DDD-F9E7-4A89-8849-6272128FD5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180fb7-6417-4417-bcc2-1a1988547c9d"/>
    <ds:schemaRef ds:uri="a7e61ba0-4c47-4710-ac4c-031e401f92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34</Words>
  <Application>Microsoft Office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SATO Yuki (佐藤 勇希)</dc:creator>
  <cp:lastModifiedBy>SATO Yuki (佐藤 勇希)</cp:lastModifiedBy>
  <cp:revision>1</cp:revision>
  <dcterms:created xsi:type="dcterms:W3CDTF">2026-06-26T02:07:04Z</dcterms:created>
  <dcterms:modified xsi:type="dcterms:W3CDTF">2026-06-26T07:49:24Z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