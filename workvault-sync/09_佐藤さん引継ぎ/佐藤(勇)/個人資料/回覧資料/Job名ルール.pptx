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A1DA30-CF46-4089-A03A-3EBA3305B47D}" v="15" dt="2023-07-12T08:00:46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4C6A78-78CD-DC8B-D3A8-6FE210693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E55D5C-1569-E6AE-7AE4-5790FF98C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5EE5D2-FC6C-C07C-E406-3201607F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1F3E98-656B-7D26-E13D-685F2BC6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52F484-DA8A-1207-C736-8D5A885B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4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32B03F-B741-63D1-F3B9-11486A8D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B3AA44-1D42-DFFF-7B4A-C48D353CC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FFE083-D041-7890-BFD2-615D3EBB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7EA7BC-E230-AA40-8BE4-551A8954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821AA0-5998-2476-4503-15A5A74A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74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C3BCF5-DAD3-2E8E-F051-7B9FBD8A1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78A11B-DA30-C3BB-3D54-B27BC8EBD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96F62-3555-C9BF-E967-663D124B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A13A5E-7E06-E8A9-7EAA-40D25DA3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ED8C1D-E941-883D-3930-A68BEA3D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47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89E994-3E25-D43B-0886-D0BAB858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8C34E4-E5AE-25CC-A7A2-94C288989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0B2DD7-E9C0-0210-71BD-2B4308AE8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9FF20E-85CD-A42D-2F08-9624C592F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7D2CCD-9FF5-8AD7-5B7B-0D272544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330D2A-2C85-2C0E-8A4C-D6F9CFD41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77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2BB55-7EB6-ED4D-ED25-4D87D3A9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84D7FD-4223-67B8-B08E-89A9AA3CA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79EACD-E98C-A8FA-D50C-1639E35B6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44669B-BBAA-BB25-BC2C-7D9838B59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332B81C-F03D-F492-7CAA-D07A96634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1D88BF-5B1B-AF1E-1623-707B36745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5842D0-C54A-EA2E-687D-75F33BEF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951E27F-6781-3864-60B9-E65C0770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349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D8449-C9A3-CB25-0B6D-9E3D46F1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5CD9BB-1C9E-BC7A-C8F5-44B6B2A4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591AB3-2A58-2634-39D6-748F5FD9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B156739-0EFF-5BEC-D81A-8D126F5E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09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738FE02-8E7F-F3AE-65DA-5EBF59F3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86E199-DC94-EAE1-EE4A-BE127ED6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0EF8AB-C0A9-FC0B-C783-C9C2A82F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8A1DF3-61DD-B8BF-08B6-0F8441B1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D74F59-AAAD-5BD2-E26B-157B14EED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27223A-CED2-E1EC-1A32-C84111008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5F3FBC-982D-A6D9-CA4E-91310562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4F5B32-7F10-05BE-FA0C-83A7B8DB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19028E-B2D4-51D0-5066-541CA156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75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5D18C5-D698-E80E-7028-6B92AF6A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D10A6D-287F-0F3D-74A3-6D8B4F379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C88343-C65B-A9E1-D94D-D604A6A4C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49B98B-BED3-0ED4-2A7C-7F8A3A0C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7C25E1-EAE2-8997-DA63-A69AB037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33B771-A4F6-16E1-CAA6-8C4933DE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36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4D4002-A577-5F3E-5749-D58FCAB5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D8145A-5BF1-FDF2-AED5-9DB676161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353D19-328D-5137-8052-87AC721F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A4CAC7-6164-AF76-014E-18951A47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C23313-E132-9E1B-476C-070132CF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841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E0C4C8-3FC8-C8B1-E13E-482562B5F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86C272-A73F-EE9C-2F2C-C0A91E758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91A853-2A9A-19F9-E159-B76277AB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9D5889-A6BF-3A0C-A676-C87F9BB3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B8B971-01A5-2869-7697-D7EE3C8C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504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1B0A44-1351-26BE-D69F-58497F1F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DD1973-1069-7BCF-8DF9-B4AC5CFF5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C29F90-FE85-265E-B990-E1089F2E7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89530-8E75-42F8-A8EB-1512606139FF}" type="datetimeFigureOut">
              <a:rPr kumimoji="1" lang="ja-JP" altLang="en-US" smtClean="0"/>
              <a:t>2023/7/20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28146D-533C-DAD7-340B-6530365DD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B04C5B-B0D7-FD8C-81A9-DC9F7082C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F9115-A9A3-4A10-B170-69217B9E8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4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2E9ED8-05BC-FE26-4154-92F287083F49}"/>
              </a:ext>
            </a:extLst>
          </p:cNvPr>
          <p:cNvSpPr txBox="1"/>
          <p:nvPr/>
        </p:nvSpPr>
        <p:spPr>
          <a:xfrm>
            <a:off x="1126373" y="1088967"/>
            <a:ext cx="6380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２ ２ １ １ １ ４ － ０ ０ １</a:t>
            </a:r>
            <a:r>
              <a:rPr lang="ja-JP" altLang="en-US" sz="3600" dirty="0"/>
              <a:t> 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7CCAD09-633B-6E2D-3DF4-3C21C48EBE7A}"/>
              </a:ext>
            </a:extLst>
          </p:cNvPr>
          <p:cNvSpPr/>
          <p:nvPr/>
        </p:nvSpPr>
        <p:spPr>
          <a:xfrm>
            <a:off x="1126375" y="1162749"/>
            <a:ext cx="2818015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29603E3-45F5-2E67-8B02-FF69BD6BB5C7}"/>
              </a:ext>
            </a:extLst>
          </p:cNvPr>
          <p:cNvCxnSpPr/>
          <p:nvPr/>
        </p:nvCxnSpPr>
        <p:spPr>
          <a:xfrm flipV="1">
            <a:off x="1463040" y="1735297"/>
            <a:ext cx="0" cy="86658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C47EB0-E17D-DDDE-3BFB-121E7D2A8D6F}"/>
              </a:ext>
            </a:extLst>
          </p:cNvPr>
          <p:cNvSpPr txBox="1"/>
          <p:nvPr/>
        </p:nvSpPr>
        <p:spPr>
          <a:xfrm>
            <a:off x="940377" y="2675670"/>
            <a:ext cx="148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実装予定日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C1C7C46-497D-FE6B-0BE1-DE98DB7CCED5}"/>
              </a:ext>
            </a:extLst>
          </p:cNvPr>
          <p:cNvSpPr/>
          <p:nvPr/>
        </p:nvSpPr>
        <p:spPr>
          <a:xfrm>
            <a:off x="4491992" y="1162749"/>
            <a:ext cx="437457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7B667E1-807C-B96C-8377-32FC9A8F376E}"/>
              </a:ext>
            </a:extLst>
          </p:cNvPr>
          <p:cNvCxnSpPr>
            <a:cxnSpLocks/>
          </p:cNvCxnSpPr>
          <p:nvPr/>
        </p:nvCxnSpPr>
        <p:spPr>
          <a:xfrm flipV="1">
            <a:off x="4705523" y="1735298"/>
            <a:ext cx="0" cy="383423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E03924-ACBF-3C81-FE74-A049ABE63B1B}"/>
              </a:ext>
            </a:extLst>
          </p:cNvPr>
          <p:cNvSpPr txBox="1"/>
          <p:nvPr/>
        </p:nvSpPr>
        <p:spPr>
          <a:xfrm>
            <a:off x="4491990" y="5695252"/>
            <a:ext cx="2507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試作有り無し</a:t>
            </a:r>
            <a:endParaRPr lang="en-US" altLang="ja-JP" b="1" dirty="0"/>
          </a:p>
          <a:p>
            <a:r>
              <a:rPr lang="ja-JP" altLang="en-US" b="1" dirty="0"/>
              <a:t>１･･･試作品</a:t>
            </a:r>
            <a:endParaRPr lang="en-US" altLang="ja-JP" b="1" dirty="0"/>
          </a:p>
          <a:p>
            <a:r>
              <a:rPr lang="ja-JP" altLang="en-US" b="1" dirty="0"/>
              <a:t>０･･･量産品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39EEAC4-07E7-2176-86A3-38F2751409BC}"/>
              </a:ext>
            </a:extLst>
          </p:cNvPr>
          <p:cNvCxnSpPr>
            <a:cxnSpLocks/>
          </p:cNvCxnSpPr>
          <p:nvPr/>
        </p:nvCxnSpPr>
        <p:spPr>
          <a:xfrm flipV="1">
            <a:off x="5188872" y="1735297"/>
            <a:ext cx="0" cy="17726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049E44D-CA04-FB00-4926-256D51B005C0}"/>
              </a:ext>
            </a:extLst>
          </p:cNvPr>
          <p:cNvSpPr txBox="1"/>
          <p:nvPr/>
        </p:nvSpPr>
        <p:spPr>
          <a:xfrm>
            <a:off x="4875589" y="3587940"/>
            <a:ext cx="554856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実装予定日･ラインが同じ</a:t>
            </a:r>
            <a:r>
              <a:rPr lang="en-US" altLang="ja-JP" b="1" dirty="0"/>
              <a:t>Job</a:t>
            </a:r>
            <a:r>
              <a:rPr lang="ja-JP" altLang="en-US" b="1" dirty="0"/>
              <a:t>が複数ある場合の</a:t>
            </a:r>
            <a:endParaRPr lang="en-US" altLang="ja-JP" b="1" dirty="0"/>
          </a:p>
          <a:p>
            <a:r>
              <a:rPr lang="ja-JP" altLang="en-US" b="1" dirty="0"/>
              <a:t>実装順番</a:t>
            </a:r>
            <a:endParaRPr lang="en-US" altLang="ja-JP" b="1" dirty="0"/>
          </a:p>
          <a:p>
            <a:r>
              <a:rPr lang="ja-JP" altLang="en-US" b="1" dirty="0"/>
              <a:t>０･･･１番目</a:t>
            </a:r>
            <a:endParaRPr lang="en-US" altLang="ja-JP" b="1" dirty="0"/>
          </a:p>
          <a:p>
            <a:r>
              <a:rPr lang="ja-JP" altLang="en-US" b="1" dirty="0"/>
              <a:t>１･･･２番目</a:t>
            </a:r>
            <a:endParaRPr lang="en-US" altLang="ja-JP" b="1" dirty="0"/>
          </a:p>
          <a:p>
            <a:r>
              <a:rPr lang="ja-JP" altLang="en-US" sz="900" b="1" dirty="0"/>
              <a:t>   ･</a:t>
            </a:r>
            <a:endParaRPr lang="en-US" altLang="ja-JP" sz="900" b="1" dirty="0"/>
          </a:p>
          <a:p>
            <a:r>
              <a:rPr lang="ja-JP" altLang="en-US" sz="900" b="1" dirty="0"/>
              <a:t>   ･</a:t>
            </a:r>
            <a:endParaRPr lang="en-US" altLang="ja-JP" sz="900" b="1" dirty="0"/>
          </a:p>
          <a:p>
            <a:r>
              <a:rPr lang="ja-JP" altLang="en-US" sz="900" b="1" dirty="0"/>
              <a:t>   ･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7BFF1A75-CC30-C71C-98DE-E8D85FDC94CF}"/>
              </a:ext>
            </a:extLst>
          </p:cNvPr>
          <p:cNvCxnSpPr>
            <a:cxnSpLocks/>
          </p:cNvCxnSpPr>
          <p:nvPr/>
        </p:nvCxnSpPr>
        <p:spPr>
          <a:xfrm flipV="1">
            <a:off x="5632219" y="1735297"/>
            <a:ext cx="0" cy="4176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8C2DD03-43D9-0DC8-5365-0497CEC6A3C9}"/>
              </a:ext>
            </a:extLst>
          </p:cNvPr>
          <p:cNvSpPr/>
          <p:nvPr/>
        </p:nvSpPr>
        <p:spPr>
          <a:xfrm>
            <a:off x="4951962" y="1165521"/>
            <a:ext cx="437457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0F0FA60-4918-1EE7-0464-60892AE5BEF5}"/>
              </a:ext>
            </a:extLst>
          </p:cNvPr>
          <p:cNvSpPr/>
          <p:nvPr/>
        </p:nvSpPr>
        <p:spPr>
          <a:xfrm>
            <a:off x="5420246" y="1159979"/>
            <a:ext cx="437457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C718CB-9ED2-D664-5BCD-BEC6C30319DE}"/>
              </a:ext>
            </a:extLst>
          </p:cNvPr>
          <p:cNvSpPr txBox="1"/>
          <p:nvPr/>
        </p:nvSpPr>
        <p:spPr>
          <a:xfrm>
            <a:off x="5389419" y="2168589"/>
            <a:ext cx="183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実装ライン</a:t>
            </a:r>
            <a:endParaRPr lang="en-US" altLang="ja-JP" b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3E95765-3AC2-9B83-8FC7-91A5802F7733}"/>
              </a:ext>
            </a:extLst>
          </p:cNvPr>
          <p:cNvSpPr txBox="1"/>
          <p:nvPr/>
        </p:nvSpPr>
        <p:spPr>
          <a:xfrm>
            <a:off x="196910" y="125399"/>
            <a:ext cx="3502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Job</a:t>
            </a:r>
            <a:r>
              <a:rPr lang="ja-JP" altLang="en-US" sz="2400" b="1" dirty="0"/>
              <a:t>名ルールについて</a:t>
            </a: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0D20925F-4E15-3BC7-A099-E6267A94126C}"/>
              </a:ext>
            </a:extLst>
          </p:cNvPr>
          <p:cNvCxnSpPr/>
          <p:nvPr/>
        </p:nvCxnSpPr>
        <p:spPr>
          <a:xfrm flipV="1">
            <a:off x="0" y="624161"/>
            <a:ext cx="12192000" cy="65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41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2E9ED8-05BC-FE26-4154-92F287083F49}"/>
              </a:ext>
            </a:extLst>
          </p:cNvPr>
          <p:cNvSpPr txBox="1"/>
          <p:nvPr/>
        </p:nvSpPr>
        <p:spPr>
          <a:xfrm>
            <a:off x="1126373" y="1088967"/>
            <a:ext cx="6380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２ ２ １ １ １ ４ － ０ ０ １</a:t>
            </a:r>
            <a:r>
              <a:rPr lang="ja-JP" altLang="en-US" sz="3600" dirty="0"/>
              <a:t> 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7CCAD09-633B-6E2D-3DF4-3C21C48EBE7A}"/>
              </a:ext>
            </a:extLst>
          </p:cNvPr>
          <p:cNvSpPr/>
          <p:nvPr/>
        </p:nvSpPr>
        <p:spPr>
          <a:xfrm>
            <a:off x="1126375" y="1162749"/>
            <a:ext cx="2818015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29603E3-45F5-2E67-8B02-FF69BD6BB5C7}"/>
              </a:ext>
            </a:extLst>
          </p:cNvPr>
          <p:cNvCxnSpPr/>
          <p:nvPr/>
        </p:nvCxnSpPr>
        <p:spPr>
          <a:xfrm flipV="1">
            <a:off x="1463040" y="1735297"/>
            <a:ext cx="0" cy="86658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C47EB0-E17D-DDDE-3BFB-121E7D2A8D6F}"/>
              </a:ext>
            </a:extLst>
          </p:cNvPr>
          <p:cNvSpPr txBox="1"/>
          <p:nvPr/>
        </p:nvSpPr>
        <p:spPr>
          <a:xfrm>
            <a:off x="940377" y="2675670"/>
            <a:ext cx="148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実装予定日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C1C7C46-497D-FE6B-0BE1-DE98DB7CCED5}"/>
              </a:ext>
            </a:extLst>
          </p:cNvPr>
          <p:cNvSpPr/>
          <p:nvPr/>
        </p:nvSpPr>
        <p:spPr>
          <a:xfrm>
            <a:off x="4491992" y="1162749"/>
            <a:ext cx="437457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7B667E1-807C-B96C-8377-32FC9A8F376E}"/>
              </a:ext>
            </a:extLst>
          </p:cNvPr>
          <p:cNvCxnSpPr>
            <a:cxnSpLocks/>
          </p:cNvCxnSpPr>
          <p:nvPr/>
        </p:nvCxnSpPr>
        <p:spPr>
          <a:xfrm flipV="1">
            <a:off x="4705523" y="1735298"/>
            <a:ext cx="0" cy="383423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E03924-ACBF-3C81-FE74-A049ABE63B1B}"/>
              </a:ext>
            </a:extLst>
          </p:cNvPr>
          <p:cNvSpPr txBox="1"/>
          <p:nvPr/>
        </p:nvSpPr>
        <p:spPr>
          <a:xfrm>
            <a:off x="4491990" y="5695252"/>
            <a:ext cx="7700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１･･･試作品</a:t>
            </a:r>
            <a:r>
              <a:rPr lang="en-US" altLang="ja-JP" sz="2400" b="1" dirty="0">
                <a:solidFill>
                  <a:srgbClr val="FF0000"/>
                </a:solidFill>
              </a:rPr>
              <a:t>	T</a:t>
            </a:r>
            <a:r>
              <a:rPr lang="ja-JP" altLang="en-US" sz="2400" b="1" dirty="0">
                <a:solidFill>
                  <a:srgbClr val="FF0000"/>
                </a:solidFill>
              </a:rPr>
              <a:t>･･･</a:t>
            </a:r>
            <a:r>
              <a:rPr lang="en-US" altLang="ja-JP" sz="2400" b="1" dirty="0">
                <a:solidFill>
                  <a:srgbClr val="FF0000"/>
                </a:solidFill>
              </a:rPr>
              <a:t>TEC5600	E</a:t>
            </a:r>
            <a:r>
              <a:rPr lang="ja-JP" altLang="en-US" sz="2400" b="1" dirty="0">
                <a:solidFill>
                  <a:srgbClr val="FF0000"/>
                </a:solidFill>
              </a:rPr>
              <a:t>･･･</a:t>
            </a:r>
            <a:r>
              <a:rPr lang="en-US" altLang="ja-JP" sz="2400" b="1" dirty="0">
                <a:solidFill>
                  <a:srgbClr val="FF0000"/>
                </a:solidFill>
              </a:rPr>
              <a:t>EMS-1000</a:t>
            </a: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０･･･フリー</a:t>
            </a:r>
            <a:r>
              <a:rPr lang="en-US" altLang="ja-JP" sz="2400" b="1" dirty="0">
                <a:solidFill>
                  <a:srgbClr val="FF0000"/>
                </a:solidFill>
              </a:rPr>
              <a:t>	S</a:t>
            </a:r>
            <a:r>
              <a:rPr lang="ja-JP" altLang="en-US" sz="2400" b="1" dirty="0">
                <a:solidFill>
                  <a:srgbClr val="FF0000"/>
                </a:solidFill>
              </a:rPr>
              <a:t>･･･送信機</a:t>
            </a:r>
            <a:r>
              <a:rPr lang="en-US" altLang="ja-JP" sz="2400" b="1" dirty="0">
                <a:solidFill>
                  <a:srgbClr val="FF0000"/>
                </a:solidFill>
              </a:rPr>
              <a:t>		A</a:t>
            </a:r>
            <a:r>
              <a:rPr lang="ja-JP" altLang="en-US" sz="2400" b="1" dirty="0">
                <a:solidFill>
                  <a:srgbClr val="FF0000"/>
                </a:solidFill>
              </a:rPr>
              <a:t>･･･</a:t>
            </a:r>
            <a:r>
              <a:rPr lang="en-US" altLang="ja-JP" sz="2400" b="1" dirty="0">
                <a:solidFill>
                  <a:srgbClr val="FF0000"/>
                </a:solidFill>
              </a:rPr>
              <a:t>AED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39EEAC4-07E7-2176-86A3-38F2751409BC}"/>
              </a:ext>
            </a:extLst>
          </p:cNvPr>
          <p:cNvCxnSpPr>
            <a:cxnSpLocks/>
          </p:cNvCxnSpPr>
          <p:nvPr/>
        </p:nvCxnSpPr>
        <p:spPr>
          <a:xfrm flipV="1">
            <a:off x="5188872" y="1735297"/>
            <a:ext cx="0" cy="17726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049E44D-CA04-FB00-4926-256D51B005C0}"/>
              </a:ext>
            </a:extLst>
          </p:cNvPr>
          <p:cNvSpPr txBox="1"/>
          <p:nvPr/>
        </p:nvSpPr>
        <p:spPr>
          <a:xfrm>
            <a:off x="4875589" y="3587940"/>
            <a:ext cx="554856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実装予定日･ラインが同じ</a:t>
            </a:r>
            <a:r>
              <a:rPr lang="en-US" altLang="ja-JP" b="1" dirty="0"/>
              <a:t>Job</a:t>
            </a:r>
            <a:r>
              <a:rPr lang="ja-JP" altLang="en-US" b="1" dirty="0"/>
              <a:t>が複数ある場合の</a:t>
            </a:r>
            <a:endParaRPr lang="en-US" altLang="ja-JP" b="1" dirty="0"/>
          </a:p>
          <a:p>
            <a:r>
              <a:rPr lang="ja-JP" altLang="en-US" b="1" dirty="0"/>
              <a:t>実装順番</a:t>
            </a:r>
            <a:endParaRPr lang="en-US" altLang="ja-JP" b="1" dirty="0"/>
          </a:p>
          <a:p>
            <a:r>
              <a:rPr lang="ja-JP" altLang="en-US" b="1" dirty="0"/>
              <a:t>０･･･１番目</a:t>
            </a:r>
            <a:endParaRPr lang="en-US" altLang="ja-JP" b="1" dirty="0"/>
          </a:p>
          <a:p>
            <a:r>
              <a:rPr lang="ja-JP" altLang="en-US" b="1" dirty="0"/>
              <a:t>１･･･２番目</a:t>
            </a:r>
            <a:endParaRPr lang="en-US" altLang="ja-JP" b="1" dirty="0"/>
          </a:p>
          <a:p>
            <a:r>
              <a:rPr lang="ja-JP" altLang="en-US" sz="900" b="1" dirty="0"/>
              <a:t>   ･</a:t>
            </a:r>
            <a:endParaRPr lang="en-US" altLang="ja-JP" sz="900" b="1" dirty="0"/>
          </a:p>
          <a:p>
            <a:r>
              <a:rPr lang="ja-JP" altLang="en-US" sz="900" b="1" dirty="0"/>
              <a:t>   ･</a:t>
            </a:r>
            <a:endParaRPr lang="en-US" altLang="ja-JP" sz="900" b="1" dirty="0"/>
          </a:p>
          <a:p>
            <a:r>
              <a:rPr lang="ja-JP" altLang="en-US" sz="900" b="1" dirty="0"/>
              <a:t>   ･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7BFF1A75-CC30-C71C-98DE-E8D85FDC94CF}"/>
              </a:ext>
            </a:extLst>
          </p:cNvPr>
          <p:cNvCxnSpPr>
            <a:cxnSpLocks/>
          </p:cNvCxnSpPr>
          <p:nvPr/>
        </p:nvCxnSpPr>
        <p:spPr>
          <a:xfrm flipV="1">
            <a:off x="5632219" y="1735297"/>
            <a:ext cx="0" cy="4176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8C2DD03-43D9-0DC8-5365-0497CEC6A3C9}"/>
              </a:ext>
            </a:extLst>
          </p:cNvPr>
          <p:cNvSpPr/>
          <p:nvPr/>
        </p:nvSpPr>
        <p:spPr>
          <a:xfrm>
            <a:off x="4951962" y="1165521"/>
            <a:ext cx="437457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0F0FA60-4918-1EE7-0464-60892AE5BEF5}"/>
              </a:ext>
            </a:extLst>
          </p:cNvPr>
          <p:cNvSpPr/>
          <p:nvPr/>
        </p:nvSpPr>
        <p:spPr>
          <a:xfrm>
            <a:off x="5420246" y="1159979"/>
            <a:ext cx="437457" cy="49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C718CB-9ED2-D664-5BCD-BEC6C30319DE}"/>
              </a:ext>
            </a:extLst>
          </p:cNvPr>
          <p:cNvSpPr txBox="1"/>
          <p:nvPr/>
        </p:nvSpPr>
        <p:spPr>
          <a:xfrm>
            <a:off x="5389419" y="2168589"/>
            <a:ext cx="183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実装ライン</a:t>
            </a:r>
            <a:endParaRPr lang="en-US" altLang="ja-JP" b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3E95765-3AC2-9B83-8FC7-91A5802F7733}"/>
              </a:ext>
            </a:extLst>
          </p:cNvPr>
          <p:cNvSpPr txBox="1"/>
          <p:nvPr/>
        </p:nvSpPr>
        <p:spPr>
          <a:xfrm>
            <a:off x="196910" y="125399"/>
            <a:ext cx="3502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Job</a:t>
            </a:r>
            <a:r>
              <a:rPr lang="ja-JP" altLang="en-US" sz="2400" b="1" dirty="0"/>
              <a:t>名ルールについて</a:t>
            </a: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0D20925F-4E15-3BC7-A099-E6267A94126C}"/>
              </a:ext>
            </a:extLst>
          </p:cNvPr>
          <p:cNvCxnSpPr/>
          <p:nvPr/>
        </p:nvCxnSpPr>
        <p:spPr>
          <a:xfrm flipV="1">
            <a:off x="0" y="624161"/>
            <a:ext cx="12192000" cy="65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70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3E95765-3AC2-9B83-8FC7-91A5802F7733}"/>
              </a:ext>
            </a:extLst>
          </p:cNvPr>
          <p:cNvSpPr txBox="1"/>
          <p:nvPr/>
        </p:nvSpPr>
        <p:spPr>
          <a:xfrm>
            <a:off x="196910" y="125399"/>
            <a:ext cx="3502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補足</a:t>
            </a: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0D20925F-4E15-3BC7-A099-E6267A94126C}"/>
              </a:ext>
            </a:extLst>
          </p:cNvPr>
          <p:cNvCxnSpPr/>
          <p:nvPr/>
        </p:nvCxnSpPr>
        <p:spPr>
          <a:xfrm flipV="1">
            <a:off x="0" y="624161"/>
            <a:ext cx="12192000" cy="65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DC27AB-7DDE-8D79-4A49-DC5296328982}"/>
              </a:ext>
            </a:extLst>
          </p:cNvPr>
          <p:cNvSpPr txBox="1"/>
          <p:nvPr/>
        </p:nvSpPr>
        <p:spPr>
          <a:xfrm>
            <a:off x="196910" y="1025945"/>
            <a:ext cx="11183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長年続けてきたルールを変更する為</a:t>
            </a:r>
            <a:r>
              <a:rPr lang="en-US" altLang="ja-JP" sz="2400" b="1" dirty="0"/>
              <a:t>､</a:t>
            </a:r>
            <a:r>
              <a:rPr lang="ja-JP" altLang="en-US" sz="2400" b="1" dirty="0"/>
              <a:t>違和感があると思います</a:t>
            </a:r>
            <a:r>
              <a:rPr lang="en-US" altLang="ja-JP" sz="2400" b="1" dirty="0"/>
              <a:t>｡</a:t>
            </a:r>
          </a:p>
          <a:p>
            <a:endParaRPr lang="en-US" altLang="ja-JP" sz="2400" b="1" dirty="0"/>
          </a:p>
          <a:p>
            <a:r>
              <a:rPr lang="ja-JP" altLang="en-US" sz="2400" b="1" dirty="0"/>
              <a:t>メリットがあまり期待できなければ</a:t>
            </a:r>
            <a:r>
              <a:rPr lang="en-US" altLang="ja-JP" sz="2400" b="1" dirty="0"/>
              <a:t>､</a:t>
            </a:r>
            <a:r>
              <a:rPr lang="ja-JP" altLang="en-US" sz="2400" b="1" dirty="0"/>
              <a:t>元に戻します</a:t>
            </a:r>
            <a:r>
              <a:rPr lang="en-US" altLang="ja-JP" sz="2400" b="1" dirty="0"/>
              <a:t>｡</a:t>
            </a:r>
          </a:p>
          <a:p>
            <a:endParaRPr lang="en-US" altLang="ja-JP" sz="2400" b="1" dirty="0"/>
          </a:p>
          <a:p>
            <a:r>
              <a:rPr lang="ja-JP" altLang="en-US" sz="2400" b="1" dirty="0"/>
              <a:t>ある程度期間をおいたら</a:t>
            </a:r>
            <a:r>
              <a:rPr lang="en-US" altLang="ja-JP" sz="2400" b="1" dirty="0"/>
              <a:t>､</a:t>
            </a:r>
            <a:r>
              <a:rPr lang="ja-JP" altLang="en-US" sz="2400" b="1" dirty="0"/>
              <a:t>アンケートを実施します</a:t>
            </a:r>
            <a:r>
              <a:rPr lang="en-US" altLang="ja-JP" sz="2400" b="1" dirty="0"/>
              <a:t>｡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98025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CFE939E5-DD2B-4B99-BCE2-073ACE6FF6EC}"/>
</file>

<file path=customXml/itemProps2.xml><?xml version="1.0" encoding="utf-8"?>
<ds:datastoreItem xmlns:ds="http://schemas.openxmlformats.org/officeDocument/2006/customXml" ds:itemID="{41146C8D-26BD-492C-923E-4317FE770D99}"/>
</file>

<file path=customXml/itemProps3.xml><?xml version="1.0" encoding="utf-8"?>
<ds:datastoreItem xmlns:ds="http://schemas.openxmlformats.org/officeDocument/2006/customXml" ds:itemID="{17D3ABE1-CE68-4998-B9D6-2D0B58FF59A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190</Words>
  <Application>Microsoft Office PowerPoint</Application>
  <PresentationFormat>ワイド画面</PresentationFormat>
  <Paragraphs>33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ＭＳ Ｐゴシック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4</cp:revision>
  <cp:lastPrinted>2023-07-20T06:32:21Z</cp:lastPrinted>
  <dcterms:created xsi:type="dcterms:W3CDTF">2022-11-11T05:02:27Z</dcterms:created>
  <dcterms:modified xsi:type="dcterms:W3CDTF">2023-07-20T06:39:57Z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