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A1DA30-CF46-4089-A03A-3EBA3305B47D}" v="15" dt="2023-07-12T08:00:46.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3.xml"/><Relationship Id="rId4" Type="http://schemas.openxmlformats.org/officeDocument/2006/relationships/viewProps" Target="viewProps.xml"/><Relationship Id="rId9"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4C6A78-78CD-DC8B-D3A8-6FE210693AF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E55D5C-1569-E6AE-7AE4-5790FF98CBFA}"/>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55EE5D2-FC6C-C07C-E406-3201607FA7C7}"/>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1E1F3E98-656B-7D26-E13D-685F2BC6F1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52F484-DA8A-1207-C736-8D5A885B6296}"/>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204742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32B03F-B741-63D1-F3B9-11486A8DADE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B3AA44-1D42-DFFF-7B4A-C48D353CCCE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FFE083-D041-7890-BFD2-615D3EBB3C42}"/>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017EA7BC-E230-AA40-8BE4-551A89547A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A821AA0-5998-2476-4503-15A5A74A707E}"/>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3263749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C3BCF5-DAD3-2E8E-F051-7B9FBD8A1F9B}"/>
              </a:ext>
            </a:extLst>
          </p:cNvPr>
          <p:cNvSpPr>
            <a:spLocks noGrp="1"/>
          </p:cNvSpPr>
          <p:nvPr>
            <p:ph type="title"/>
          </p:nvPr>
        </p:nvSpPr>
        <p:spPr>
          <a:xfrm>
            <a:off x="831851" y="1709740"/>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78A11B-DA30-C3BB-3D54-B27BC8EBD050}"/>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5F96F62-3555-C9BF-E967-663D124BE841}"/>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83A13A5E-7E06-E8A9-7EAA-40D25DA30B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ED8C1D-E941-883D-3930-A68BEA3DB8BF}"/>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383047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89E994-3E25-D43B-0886-D0BAB85825B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8C34E4-E5AE-25CC-A7A2-94C288989FC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60B2DD7-E9C0-0210-71BD-2B4308AE88B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79FF20E-85CD-A42D-2F08-9624C592F386}"/>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6" name="フッター プレースホルダー 5">
            <a:extLst>
              <a:ext uri="{FF2B5EF4-FFF2-40B4-BE49-F238E27FC236}">
                <a16:creationId xmlns:a16="http://schemas.microsoft.com/office/drawing/2014/main" id="{3F7D2CCD-9FF5-8AD7-5B7B-0D272544BB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330D2A-2C85-2C0E-8A4C-D6F9CFD4113F}"/>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1409779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32BB55-7EB6-ED4D-ED25-4D87D3A9DFBD}"/>
              </a:ext>
            </a:extLst>
          </p:cNvPr>
          <p:cNvSpPr>
            <a:spLocks noGrp="1"/>
          </p:cNvSpPr>
          <p:nvPr>
            <p:ph type="title"/>
          </p:nvPr>
        </p:nvSpPr>
        <p:spPr>
          <a:xfrm>
            <a:off x="839788" y="365127"/>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84D7FD-4223-67B8-B08E-89A9AA3CA9EE}"/>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379EACD-E98C-A8FA-D50C-1639E35B6B31}"/>
              </a:ext>
            </a:extLst>
          </p:cNvPr>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A44669B-BBAA-BB25-BC2C-7D9838B59497}"/>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332B81C-F03D-F492-7CAA-D07A96634088}"/>
              </a:ext>
            </a:extLst>
          </p:cNvPr>
          <p:cNvSpPr>
            <a:spLocks noGrp="1"/>
          </p:cNvSpPr>
          <p:nvPr>
            <p:ph sz="quarter" idx="4"/>
          </p:nvPr>
        </p:nvSpPr>
        <p:spPr>
          <a:xfrm>
            <a:off x="6172201"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01D88BF-5B1B-AF1E-1623-707B367453F8}"/>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8" name="フッター プレースホルダー 7">
            <a:extLst>
              <a:ext uri="{FF2B5EF4-FFF2-40B4-BE49-F238E27FC236}">
                <a16:creationId xmlns:a16="http://schemas.microsoft.com/office/drawing/2014/main" id="{EB5842D0-C54A-EA2E-687D-75F33BEF2C6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951E27F-6781-3864-60B9-E65C07700D87}"/>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1153495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FD8449-C9A3-CB25-0B6D-9E3D46F17A9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95CD9BB-1C9E-BC7A-C8F5-44B6B2A420EF}"/>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4" name="フッター プレースホルダー 3">
            <a:extLst>
              <a:ext uri="{FF2B5EF4-FFF2-40B4-BE49-F238E27FC236}">
                <a16:creationId xmlns:a16="http://schemas.microsoft.com/office/drawing/2014/main" id="{AC591AB3-2A58-2634-39D6-748F5FD9ED2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B156739-0EFF-5BEC-D81A-8D126F5EC120}"/>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196609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738FE02-8E7F-F3AE-65DA-5EBF59F34484}"/>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3" name="フッター プレースホルダー 2">
            <a:extLst>
              <a:ext uri="{FF2B5EF4-FFF2-40B4-BE49-F238E27FC236}">
                <a16:creationId xmlns:a16="http://schemas.microsoft.com/office/drawing/2014/main" id="{0D86E199-DC94-EAE1-EE4A-BE127ED6051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E0EF8AB-C0A9-FC0B-C783-C9C2A82FBD44}"/>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39461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8A1DF3-61DD-B8BF-08B6-0F8441B126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5D74F59-AAAD-5BD2-E26B-157B14EEDDF7}"/>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C27223A-CED2-E1EC-1A32-C84111008FB3}"/>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5F3FBC-982D-A6D9-CA4E-91310562C2B1}"/>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6" name="フッター プレースホルダー 5">
            <a:extLst>
              <a:ext uri="{FF2B5EF4-FFF2-40B4-BE49-F238E27FC236}">
                <a16:creationId xmlns:a16="http://schemas.microsoft.com/office/drawing/2014/main" id="{5D4F5B32-7F10-05BE-FA0C-83A7B8DBFC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E19028E-B2D4-51D0-5066-541CA1564577}"/>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359775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5D18C5-D698-E80E-7028-6B92AF6A733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FD10A6D-287F-0F3D-74A3-6D8B4F379482}"/>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4C88343-C65B-A9E1-D94D-D604A6A4C86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949B98B-BED3-0ED4-2A7C-7F8A3A0C33B8}"/>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6" name="フッター プレースホルダー 5">
            <a:extLst>
              <a:ext uri="{FF2B5EF4-FFF2-40B4-BE49-F238E27FC236}">
                <a16:creationId xmlns:a16="http://schemas.microsoft.com/office/drawing/2014/main" id="{417C25E1-EAE2-8997-DA63-A69AB0371DC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F33B771-A4F6-16E1-CAA6-8C4933DECEE8}"/>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992367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4D4002-A577-5F3E-5749-D58FCAB5490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D8145A-5BF1-FDF2-AED5-9DB6761617A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353D19-328D-5137-8052-87AC721F059B}"/>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EAA4CAC7-6164-AF76-014E-18951A471E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C23313-E132-9E1B-476C-070132CFAF12}"/>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2748418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3E0C4C8-3FC8-C8B1-E13E-482562B5F03A}"/>
              </a:ext>
            </a:extLst>
          </p:cNvPr>
          <p:cNvSpPr>
            <a:spLocks noGrp="1"/>
          </p:cNvSpPr>
          <p:nvPr>
            <p:ph type="title" orient="vert"/>
          </p:nvPr>
        </p:nvSpPr>
        <p:spPr>
          <a:xfrm>
            <a:off x="8724901"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F86C272-A73F-EE9C-2F2C-C0A91E758329}"/>
              </a:ext>
            </a:extLst>
          </p:cNvPr>
          <p:cNvSpPr>
            <a:spLocks noGrp="1"/>
          </p:cNvSpPr>
          <p:nvPr>
            <p:ph type="body" orient="vert" idx="1"/>
          </p:nvPr>
        </p:nvSpPr>
        <p:spPr>
          <a:xfrm>
            <a:off x="838201"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91A853-2A9A-19F9-E159-B76277AB1AC9}"/>
              </a:ext>
            </a:extLst>
          </p:cNvPr>
          <p:cNvSpPr>
            <a:spLocks noGrp="1"/>
          </p:cNvSpPr>
          <p:nvPr>
            <p:ph type="dt" sz="half" idx="10"/>
          </p:nvPr>
        </p:nvSpPr>
        <p:spPr/>
        <p:txBody>
          <a:body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789D5889-A6BF-3A0C-A676-C87F9BB359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B8B971-01A5-2869-7697-D7EE3C8CB8C7}"/>
              </a:ext>
            </a:extLst>
          </p:cNvPr>
          <p:cNvSpPr>
            <a:spLocks noGrp="1"/>
          </p:cNvSpPr>
          <p:nvPr>
            <p:ph type="sldNum" sz="quarter" idx="12"/>
          </p:nvPr>
        </p:nvSpPr>
        <p:spPr/>
        <p:txBody>
          <a:body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2445043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D1B0A44-1351-26BE-D69F-58497F1F20F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DD1973-1069-7BCF-8DF9-B4AC5CFF58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C29F90-FE85-265E-B990-E1089F2E770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F89530-8E75-42F8-A8EB-1512606139FF}" type="datetimeFigureOut">
              <a:rPr kumimoji="1" lang="ja-JP" altLang="en-US" smtClean="0"/>
              <a:t>2023/7/28</a:t>
            </a:fld>
            <a:endParaRPr kumimoji="1" lang="ja-JP" altLang="en-US"/>
          </a:p>
        </p:txBody>
      </p:sp>
      <p:sp>
        <p:nvSpPr>
          <p:cNvPr id="5" name="フッター プレースホルダー 4">
            <a:extLst>
              <a:ext uri="{FF2B5EF4-FFF2-40B4-BE49-F238E27FC236}">
                <a16:creationId xmlns:a16="http://schemas.microsoft.com/office/drawing/2014/main" id="{3C28146D-533C-DAD7-340B-6530365DD9E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1B04C5B-B0D7-FD8C-81A9-DC9F7082CCA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DF9115-A9A3-4A10-B170-69217B9E83C0}" type="slidenum">
              <a:rPr kumimoji="1" lang="ja-JP" altLang="en-US" smtClean="0"/>
              <a:t>‹#›</a:t>
            </a:fld>
            <a:endParaRPr kumimoji="1" lang="ja-JP" altLang="en-US"/>
          </a:p>
        </p:txBody>
      </p:sp>
    </p:spTree>
    <p:extLst>
      <p:ext uri="{BB962C8B-B14F-4D97-AF65-F5344CB8AC3E}">
        <p14:creationId xmlns:p14="http://schemas.microsoft.com/office/powerpoint/2010/main" val="352244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テキスト ボックス 30">
            <a:extLst>
              <a:ext uri="{FF2B5EF4-FFF2-40B4-BE49-F238E27FC236}">
                <a16:creationId xmlns:a16="http://schemas.microsoft.com/office/drawing/2014/main" id="{F3E95765-3AC2-9B83-8FC7-91A5802F7733}"/>
              </a:ext>
            </a:extLst>
          </p:cNvPr>
          <p:cNvSpPr txBox="1"/>
          <p:nvPr/>
        </p:nvSpPr>
        <p:spPr>
          <a:xfrm>
            <a:off x="196910" y="125399"/>
            <a:ext cx="7126603" cy="461665"/>
          </a:xfrm>
          <a:prstGeom prst="rect">
            <a:avLst/>
          </a:prstGeom>
          <a:noFill/>
        </p:spPr>
        <p:txBody>
          <a:bodyPr wrap="square" rtlCol="0">
            <a:spAutoFit/>
          </a:bodyPr>
          <a:lstStyle/>
          <a:p>
            <a:r>
              <a:rPr lang="ja-JP" altLang="en-US" sz="2400" b="1" dirty="0"/>
              <a:t>作業連絡</a:t>
            </a:r>
            <a:r>
              <a:rPr lang="en-US" altLang="ja-JP" sz="2400" b="1" dirty="0"/>
              <a:t>(SMT</a:t>
            </a:r>
            <a:r>
              <a:rPr lang="ja-JP" altLang="en-US" sz="2400" b="1" dirty="0"/>
              <a:t>実装プログラム変更</a:t>
            </a:r>
            <a:r>
              <a:rPr lang="en-US" altLang="ja-JP" sz="2400" b="1" dirty="0"/>
              <a:t>)</a:t>
            </a:r>
            <a:r>
              <a:rPr lang="ja-JP" altLang="en-US" sz="2400" b="1" dirty="0"/>
              <a:t>について</a:t>
            </a:r>
          </a:p>
        </p:txBody>
      </p:sp>
      <p:cxnSp>
        <p:nvCxnSpPr>
          <p:cNvPr id="33" name="直線コネクタ 32">
            <a:extLst>
              <a:ext uri="{FF2B5EF4-FFF2-40B4-BE49-F238E27FC236}">
                <a16:creationId xmlns:a16="http://schemas.microsoft.com/office/drawing/2014/main" id="{0D20925F-4E15-3BC7-A099-E6267A94126C}"/>
              </a:ext>
            </a:extLst>
          </p:cNvPr>
          <p:cNvCxnSpPr/>
          <p:nvPr/>
        </p:nvCxnSpPr>
        <p:spPr>
          <a:xfrm flipV="1">
            <a:off x="0" y="624161"/>
            <a:ext cx="12192000" cy="65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A9E1A900-F12D-D0FB-0AA9-E063B7DBD51B}"/>
              </a:ext>
            </a:extLst>
          </p:cNvPr>
          <p:cNvSpPr txBox="1"/>
          <p:nvPr/>
        </p:nvSpPr>
        <p:spPr>
          <a:xfrm>
            <a:off x="598516" y="1446415"/>
            <a:ext cx="10914611" cy="4308872"/>
          </a:xfrm>
          <a:prstGeom prst="rect">
            <a:avLst/>
          </a:prstGeom>
          <a:noFill/>
        </p:spPr>
        <p:txBody>
          <a:bodyPr wrap="square" rtlCol="0">
            <a:spAutoFit/>
          </a:bodyPr>
          <a:lstStyle/>
          <a:p>
            <a:r>
              <a:rPr kumimoji="1" lang="en-US" altLang="ja-JP" dirty="0"/>
              <a:t>SMT</a:t>
            </a:r>
            <a:r>
              <a:rPr kumimoji="1" lang="ja-JP" altLang="en-US" dirty="0"/>
              <a:t>実装</a:t>
            </a:r>
            <a:r>
              <a:rPr lang="ja-JP" altLang="en-US" dirty="0"/>
              <a:t>プログラム変更の作業連絡は</a:t>
            </a:r>
            <a:r>
              <a:rPr lang="en-US" altLang="ja-JP" dirty="0"/>
              <a:t>､</a:t>
            </a:r>
            <a:r>
              <a:rPr lang="ja-JP" altLang="en-US" b="1" dirty="0">
                <a:solidFill>
                  <a:srgbClr val="FF0000"/>
                </a:solidFill>
              </a:rPr>
              <a:t>実装現場側で</a:t>
            </a:r>
            <a:r>
              <a:rPr lang="en-US" altLang="ja-JP" b="1" dirty="0">
                <a:solidFill>
                  <a:srgbClr val="FF0000"/>
                </a:solidFill>
              </a:rPr>
              <a:t>CMDI</a:t>
            </a:r>
            <a:r>
              <a:rPr lang="ja-JP" altLang="en-US" b="1" dirty="0">
                <a:solidFill>
                  <a:srgbClr val="FF0000"/>
                </a:solidFill>
              </a:rPr>
              <a:t>入力は不要</a:t>
            </a:r>
            <a:r>
              <a:rPr lang="ja-JP" altLang="en-US" dirty="0"/>
              <a:t>です</a:t>
            </a:r>
            <a:r>
              <a:rPr lang="en-US" altLang="ja-JP" dirty="0"/>
              <a:t>｡</a:t>
            </a:r>
          </a:p>
          <a:p>
            <a:r>
              <a:rPr kumimoji="1" lang="ja-JP" altLang="en-US" dirty="0"/>
              <a:t>回覧実施</a:t>
            </a:r>
            <a:endParaRPr kumimoji="1" lang="en-US" altLang="ja-JP" dirty="0"/>
          </a:p>
          <a:p>
            <a:r>
              <a:rPr lang="ja-JP" altLang="en-US" dirty="0"/>
              <a:t>■理由</a:t>
            </a:r>
            <a:endParaRPr lang="en-US" altLang="ja-JP" dirty="0"/>
          </a:p>
          <a:p>
            <a:r>
              <a:rPr lang="ja-JP" altLang="en-US" dirty="0"/>
              <a:t>･プログラム変更の実作業は</a:t>
            </a:r>
            <a:r>
              <a:rPr lang="en-US" altLang="ja-JP" dirty="0"/>
              <a:t>Job</a:t>
            </a:r>
            <a:r>
              <a:rPr lang="ja-JP" altLang="en-US" dirty="0"/>
              <a:t>作成者であり</a:t>
            </a:r>
            <a:r>
              <a:rPr lang="en-US" altLang="ja-JP" dirty="0"/>
              <a:t>､</a:t>
            </a:r>
            <a:r>
              <a:rPr lang="ja-JP" altLang="en-US" dirty="0"/>
              <a:t>現場で変更できるものではない</a:t>
            </a:r>
            <a:r>
              <a:rPr lang="en-US" altLang="ja-JP" dirty="0"/>
              <a:t>｡</a:t>
            </a:r>
          </a:p>
          <a:p>
            <a:r>
              <a:rPr kumimoji="1" lang="ja-JP" altLang="en-US" dirty="0"/>
              <a:t>･</a:t>
            </a:r>
            <a:r>
              <a:rPr kumimoji="1" lang="en-US" altLang="ja-JP" dirty="0"/>
              <a:t>Job</a:t>
            </a:r>
            <a:r>
              <a:rPr kumimoji="1" lang="ja-JP" altLang="en-US" dirty="0"/>
              <a:t>作成チェックシートに記載され</a:t>
            </a:r>
            <a:r>
              <a:rPr kumimoji="1" lang="en-US" altLang="ja-JP" dirty="0"/>
              <a:t>､Job</a:t>
            </a:r>
            <a:r>
              <a:rPr kumimoji="1" lang="ja-JP" altLang="en-US" dirty="0"/>
              <a:t>作成時</a:t>
            </a:r>
            <a:r>
              <a:rPr kumimoji="1" lang="en-US" altLang="ja-JP" dirty="0"/>
              <a:t>CMDI</a:t>
            </a:r>
            <a:r>
              <a:rPr kumimoji="1" lang="ja-JP" altLang="en-US" dirty="0"/>
              <a:t>入力する</a:t>
            </a:r>
            <a:r>
              <a:rPr lang="ja-JP" altLang="en-US" dirty="0"/>
              <a:t>手順になっている</a:t>
            </a:r>
            <a:r>
              <a:rPr lang="en-US" altLang="ja-JP" dirty="0"/>
              <a:t>｡</a:t>
            </a:r>
          </a:p>
          <a:p>
            <a:r>
              <a:rPr lang="ja-JP" altLang="en-US" dirty="0"/>
              <a:t>･プログラム変更の作業連絡は多数出ており</a:t>
            </a:r>
            <a:r>
              <a:rPr lang="en-US" altLang="ja-JP" dirty="0"/>
              <a:t>､</a:t>
            </a:r>
          </a:p>
          <a:p>
            <a:r>
              <a:rPr lang="ja-JP" altLang="en-US" dirty="0"/>
              <a:t>  現場で</a:t>
            </a:r>
            <a:r>
              <a:rPr lang="en-US" altLang="ja-JP" dirty="0"/>
              <a:t>CMDI</a:t>
            </a:r>
            <a:r>
              <a:rPr lang="ja-JP" altLang="en-US" dirty="0"/>
              <a:t>入力する事になってしまうと現場に出る作業連絡の数が数倍になる</a:t>
            </a:r>
            <a:r>
              <a:rPr lang="en-US" altLang="ja-JP" dirty="0"/>
              <a:t>｡</a:t>
            </a:r>
          </a:p>
          <a:p>
            <a:endParaRPr kumimoji="1" lang="en-US" altLang="ja-JP" dirty="0"/>
          </a:p>
          <a:p>
            <a:r>
              <a:rPr lang="ja-JP" altLang="en-US" dirty="0"/>
              <a:t>■作業連絡文言例</a:t>
            </a:r>
            <a:endParaRPr lang="en-US" altLang="ja-JP" dirty="0"/>
          </a:p>
          <a:p>
            <a:r>
              <a:rPr kumimoji="1" lang="en-US" altLang="ja-JP" sz="1100" dirty="0"/>
              <a:t>SMT</a:t>
            </a:r>
            <a:r>
              <a:rPr kumimoji="1" lang="ja-JP" altLang="en-US" sz="1100" dirty="0"/>
              <a:t>実装は</a:t>
            </a:r>
            <a:r>
              <a:rPr kumimoji="1" lang="en-US" altLang="ja-JP" sz="1100" dirty="0"/>
              <a:t>､</a:t>
            </a:r>
            <a:r>
              <a:rPr kumimoji="1" lang="ja-JP" altLang="en-US" sz="1100" dirty="0"/>
              <a:t>下記プログラムを使用してください</a:t>
            </a:r>
            <a:r>
              <a:rPr kumimoji="1" lang="en-US" altLang="ja-JP" sz="1100" dirty="0"/>
              <a:t>｡</a:t>
            </a:r>
          </a:p>
          <a:p>
            <a:r>
              <a:rPr lang="en-US" altLang="ja-JP" sz="1100" dirty="0"/>
              <a:t>UR0483 </a:t>
            </a:r>
            <a:r>
              <a:rPr lang="ja-JP" altLang="en-US" sz="1100" dirty="0"/>
              <a:t>改定</a:t>
            </a:r>
            <a:r>
              <a:rPr lang="en-US" altLang="ja-JP" sz="1100" dirty="0"/>
              <a:t>2.27</a:t>
            </a:r>
          </a:p>
          <a:p>
            <a:endParaRPr lang="en-US" altLang="ja-JP" dirty="0"/>
          </a:p>
          <a:p>
            <a:r>
              <a:rPr lang="ja-JP" altLang="en-US" dirty="0"/>
              <a:t>■備考</a:t>
            </a:r>
            <a:endParaRPr lang="en-US" altLang="ja-JP" dirty="0"/>
          </a:p>
          <a:p>
            <a:r>
              <a:rPr lang="ja-JP" altLang="en-US" dirty="0"/>
              <a:t>プログラムが本当に変更されているかどうか確認する事自体は問題ありません</a:t>
            </a:r>
            <a:r>
              <a:rPr lang="en-US" altLang="ja-JP" dirty="0"/>
              <a:t>｡</a:t>
            </a:r>
          </a:p>
          <a:p>
            <a:r>
              <a:rPr lang="en-US" altLang="ja-JP" dirty="0"/>
              <a:t>Job</a:t>
            </a:r>
            <a:r>
              <a:rPr lang="ja-JP" altLang="en-US" dirty="0"/>
              <a:t>作成側の作業ミス防止になります</a:t>
            </a:r>
            <a:r>
              <a:rPr lang="en-US" altLang="ja-JP" dirty="0"/>
              <a:t>｡</a:t>
            </a:r>
            <a:r>
              <a:rPr lang="ja-JP" altLang="en-US" dirty="0"/>
              <a:t>あくまで</a:t>
            </a:r>
            <a:r>
              <a:rPr lang="en-US" altLang="ja-JP" b="1" dirty="0">
                <a:solidFill>
                  <a:srgbClr val="0000FF"/>
                </a:solidFill>
              </a:rPr>
              <a:t>CMDI</a:t>
            </a:r>
            <a:r>
              <a:rPr lang="ja-JP" altLang="en-US" b="1" dirty="0">
                <a:solidFill>
                  <a:srgbClr val="0000FF"/>
                </a:solidFill>
              </a:rPr>
              <a:t>の入力は不要</a:t>
            </a:r>
            <a:r>
              <a:rPr lang="ja-JP" altLang="en-US" dirty="0"/>
              <a:t>という内容の周知になります</a:t>
            </a:r>
            <a:r>
              <a:rPr lang="en-US" altLang="ja-JP" dirty="0"/>
              <a:t>｡</a:t>
            </a:r>
          </a:p>
          <a:p>
            <a:r>
              <a:rPr lang="ja-JP" altLang="en-US" dirty="0"/>
              <a:t>誤って</a:t>
            </a:r>
            <a:r>
              <a:rPr lang="en-US" altLang="ja-JP" dirty="0"/>
              <a:t>CMDI</a:t>
            </a:r>
            <a:r>
              <a:rPr lang="ja-JP" altLang="en-US" dirty="0"/>
              <a:t>入力してしまっても</a:t>
            </a:r>
            <a:r>
              <a:rPr lang="en-US" altLang="ja-JP" dirty="0"/>
              <a:t>､</a:t>
            </a:r>
            <a:r>
              <a:rPr lang="ja-JP" altLang="en-US" dirty="0"/>
              <a:t>不具合にはなりませんので連絡は不要です</a:t>
            </a:r>
            <a:r>
              <a:rPr lang="en-US" altLang="ja-JP" dirty="0"/>
              <a:t>｡</a:t>
            </a:r>
          </a:p>
        </p:txBody>
      </p:sp>
    </p:spTree>
    <p:extLst>
      <p:ext uri="{BB962C8B-B14F-4D97-AF65-F5344CB8AC3E}">
        <p14:creationId xmlns:p14="http://schemas.microsoft.com/office/powerpoint/2010/main" val="39684182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FC8BC07E3BBA34EB92D3ED2768D585A" ma:contentTypeVersion="17" ma:contentTypeDescription="新しいドキュメントを作成します。" ma:contentTypeScope="" ma:versionID="b2fc8d460d5f316e4716b74a62e9c2e9">
  <xsd:schema xmlns:xsd="http://www.w3.org/2001/XMLSchema" xmlns:xs="http://www.w3.org/2001/XMLSchema" xmlns:p="http://schemas.microsoft.com/office/2006/metadata/properties" xmlns:ns2="ea180fb7-6417-4417-bcc2-1a1988547c9d" xmlns:ns3="a7e61ba0-4c47-4710-ac4c-031e401f92bd" targetNamespace="http://schemas.microsoft.com/office/2006/metadata/properties" ma:root="true" ma:fieldsID="ffadc4a4f1fccf6c625c91dfd6688042" ns2:_="" ns3:_="">
    <xsd:import namespace="ea180fb7-6417-4417-bcc2-1a1988547c9d"/>
    <xsd:import namespace="a7e61ba0-4c47-4710-ac4c-031e401f92bd"/>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180fb7-6417-4417-bcc2-1a1988547c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053ac32-7e03-4b82-88d1-ba6959e72a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e61ba0-4c47-4710-ac4c-031e401f92bd"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bb655bd8-43ec-4458-8694-0c5137fe8b12}" ma:internalName="TaxCatchAll" ma:showField="CatchAllData" ma:web="a7e61ba0-4c47-4710-ac4c-031e401f92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a180fb7-6417-4417-bcc2-1a1988547c9d">
      <Terms xmlns="http://schemas.microsoft.com/office/infopath/2007/PartnerControls"/>
    </lcf76f155ced4ddcb4097134ff3c332f>
    <TaxCatchAll xmlns="a7e61ba0-4c47-4710-ac4c-031e401f92bd" xsi:nil="true"/>
  </documentManagement>
</p:properties>
</file>

<file path=customXml/itemProps1.xml><?xml version="1.0" encoding="utf-8"?>
<ds:datastoreItem xmlns:ds="http://schemas.openxmlformats.org/officeDocument/2006/customXml" ds:itemID="{DB6ED102-0B72-4B13-8735-25535A972053}"/>
</file>

<file path=customXml/itemProps2.xml><?xml version="1.0" encoding="utf-8"?>
<ds:datastoreItem xmlns:ds="http://schemas.openxmlformats.org/officeDocument/2006/customXml" ds:itemID="{1539E884-DC82-4069-86D8-1D6A2237E5DE}"/>
</file>

<file path=customXml/itemProps3.xml><?xml version="1.0" encoding="utf-8"?>
<ds:datastoreItem xmlns:ds="http://schemas.openxmlformats.org/officeDocument/2006/customXml" ds:itemID="{FFE5AB33-3F32-42FF-B7C3-1E8C4A3505BF}"/>
</file>

<file path=docProps/app.xml><?xml version="1.0" encoding="utf-8"?>
<Properties xmlns="http://schemas.openxmlformats.org/officeDocument/2006/extended-properties" xmlns:vt="http://schemas.openxmlformats.org/officeDocument/2006/docPropsVTypes">
  <Template>Office Theme</Template>
  <TotalTime>50</TotalTime>
  <Words>184</Words>
  <Application>Microsoft Office PowerPoint</Application>
  <PresentationFormat>ワイド画面</PresentationFormat>
  <Paragraphs>17</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SATO Yuki (佐藤 勇希)</dc:creator>
  <cp:lastModifiedBy>SATO Yuki (佐藤 勇希)</cp:lastModifiedBy>
  <cp:revision>5</cp:revision>
  <cp:lastPrinted>2023-07-27T23:59:32Z</cp:lastPrinted>
  <dcterms:created xsi:type="dcterms:W3CDTF">2022-11-11T05:02:27Z</dcterms:created>
  <dcterms:modified xsi:type="dcterms:W3CDTF">2023-07-28T00:05:45Z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0x010100AFC8BC07E3BBA34EB92D3ED2768D585A</vt:lpwstr>
  </property>
  <property fmtid="{D5CDD505-2E9C-101B-9397-08002B2CF9AE}" pid="3" name="MediaServiceImageTags">
    <vt:lpwstr/>
  </property>
</Properties>
</file>