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854A4A-B32F-4698-9952-0F0AA925B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D089777-B619-35D1-BB9F-3992E6E2A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6BE231-96BC-4C27-0D74-D04D9D371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F1818-1798-480B-8DC4-A005F24E4251}" type="datetimeFigureOut">
              <a:rPr kumimoji="1" lang="ja-JP" altLang="en-US" smtClean="0"/>
              <a:t>2023/8/10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EAFEB5-A9CA-BE0C-C340-4038E168F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57DCBC-C75E-C458-F769-A26772B6E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9156-31F4-42AD-ABBC-4BBA58033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49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6415CA-B984-4B7E-D29F-50D137D61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D50193-7F01-BD09-B9F6-65D84D3AF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CC18DE-99BC-3CD9-13DD-4EA113FD8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F1818-1798-480B-8DC4-A005F24E4251}" type="datetimeFigureOut">
              <a:rPr kumimoji="1" lang="ja-JP" altLang="en-US" smtClean="0"/>
              <a:t>2023/8/10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89222F-DF47-2BD3-EC19-3D7C50EB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C3003D-F31F-9760-E8C3-B0B671667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9156-31F4-42AD-ABBC-4BBA58033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7454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C94B94-27A2-488E-9A4A-FE2C9723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3A71FC-CBBD-E696-DF95-CCF76E665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857ED0-521D-0287-0B56-7D41226A6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F1818-1798-480B-8DC4-A005F24E4251}" type="datetimeFigureOut">
              <a:rPr kumimoji="1" lang="ja-JP" altLang="en-US" smtClean="0"/>
              <a:t>2023/8/10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F318A4-3945-ECD1-A6E5-759B6004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2621A1-4218-CD15-6BD6-9B216AC1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9156-31F4-42AD-ABBC-4BBA58033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058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78ABB6-F9A9-A8E0-F658-E426C4F6D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5AB5DE-E6F4-889D-30A4-5E41B7CAE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5213BE-597D-BE8C-FA2B-1F3A93EAC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F35CA1-7091-E2D2-3C73-3CB63E9D8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F1818-1798-480B-8DC4-A005F24E4251}" type="datetimeFigureOut">
              <a:rPr kumimoji="1" lang="ja-JP" altLang="en-US" smtClean="0"/>
              <a:t>2023/8/10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51BA29-3AE2-FC30-CA85-B7C68C3DA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E623C0-9564-F15D-F0EF-3EC537202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9156-31F4-42AD-ABBC-4BBA58033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43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84413A-4CA6-614F-6B89-4A4893EC2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3B23F5-A2F7-1F67-74BE-B8A06D7A3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696FDC2-8669-4AF7-21F6-B8C917189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C8663AE-19F3-2720-480D-B22B4E0CDE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D218254-3692-E237-5387-9F5ABC244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D534E09-7268-F331-232D-4B3EF41F6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F1818-1798-480B-8DC4-A005F24E4251}" type="datetimeFigureOut">
              <a:rPr kumimoji="1" lang="ja-JP" altLang="en-US" smtClean="0"/>
              <a:t>2023/8/10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99371A0-E766-5360-88D5-F4CDE0EB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4BBA417-5B21-6672-ACC9-834BD1F9B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9156-31F4-42AD-ABBC-4BBA58033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8504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BE4AA1-1C46-CB5E-6EFA-BFEEE225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B5BC7D4-C7DC-7BF5-897D-A34E94DA9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F1818-1798-480B-8DC4-A005F24E4251}" type="datetimeFigureOut">
              <a:rPr kumimoji="1" lang="ja-JP" altLang="en-US" smtClean="0"/>
              <a:t>2023/8/10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8F3E1B-F29C-C274-AA8B-FC621195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7B20B26-8C52-6C1C-0943-33D412C2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9156-31F4-42AD-ABBC-4BBA58033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1106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52F360E-DFED-4817-260F-4FD408EF4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F1818-1798-480B-8DC4-A005F24E4251}" type="datetimeFigureOut">
              <a:rPr kumimoji="1" lang="ja-JP" altLang="en-US" smtClean="0"/>
              <a:t>2023/8/10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ABD305-F968-2004-0E6F-EF702DA4B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8B17D11-33D3-C58D-44C5-AF8C39FA6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9156-31F4-42AD-ABBC-4BBA58033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3846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8C729C-F767-FFFC-B116-49894E5D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B22CAE-518D-E0ED-0617-276ADFEF7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F7BCEAD-B089-88E6-68E9-ADA7D1BBD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A6A65A-9199-A6E4-A207-CA21B610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F1818-1798-480B-8DC4-A005F24E4251}" type="datetimeFigureOut">
              <a:rPr kumimoji="1" lang="ja-JP" altLang="en-US" smtClean="0"/>
              <a:t>2023/8/10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5DF600-6B90-35BF-0363-4B19A4D5E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FE97B9-0DD0-C1B0-02AC-EA9732A58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9156-31F4-42AD-ABBC-4BBA58033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1071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7DE147-4231-17D4-D7FC-B2F5591A6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E61DAEB-0735-E496-2D4A-E96A95711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DECAE6-55F4-68EB-7AB7-2ED174572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F45989-22C9-A0EB-8B9A-58172B89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F1818-1798-480B-8DC4-A005F24E4251}" type="datetimeFigureOut">
              <a:rPr kumimoji="1" lang="ja-JP" altLang="en-US" smtClean="0"/>
              <a:t>2023/8/10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D8BB1E-EBE4-A3CE-A1ED-0C2FE46CE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322E90-8E64-5ED4-882E-9EEA1CBF1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9156-31F4-42AD-ABBC-4BBA58033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2520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92CB10-061A-015C-1AA1-7C8C2F31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2B7918-2F03-18A7-1DB2-E2E40D808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CE38A1-4956-2049-2947-4C916C42A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F1818-1798-480B-8DC4-A005F24E4251}" type="datetimeFigureOut">
              <a:rPr kumimoji="1" lang="ja-JP" altLang="en-US" smtClean="0"/>
              <a:t>2023/8/10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57021B-5E3E-7A0C-930B-1A200336C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664879-9E82-0E32-B319-7DA6830B0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9156-31F4-42AD-ABBC-4BBA58033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9460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1FF447C-D4CA-ADEE-EB74-DB385B0162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634DA43-FDB2-0CEF-F2B3-06DC088C0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BB532B-C45F-11B5-8163-38412E802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F1818-1798-480B-8DC4-A005F24E4251}" type="datetimeFigureOut">
              <a:rPr kumimoji="1" lang="ja-JP" altLang="en-US" smtClean="0"/>
              <a:t>2023/8/10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C92B9E-FA5F-58E2-92B6-7EF1F328A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94D69D-934F-565B-24F0-A72B56EB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9156-31F4-42AD-ABBC-4BBA58033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8399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321495D-F5A6-AF2F-C356-1CC3583CD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994539-748D-0DBF-8D45-C187EC578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7C9B64-6279-2F48-2CAB-4B9C90F73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F1818-1798-480B-8DC4-A005F24E4251}" type="datetimeFigureOut">
              <a:rPr kumimoji="1" lang="ja-JP" altLang="en-US" smtClean="0"/>
              <a:t>2023/8/10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7F8CA3-EB01-43CA-B781-61B39124C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6C6F8D-4E5E-0F0C-C8D8-0505FBB4B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59156-31F4-42AD-ABBC-4BBA58033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740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F1B6E2B6-7079-D110-3BC4-656CC3EE1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7232"/>
            <a:ext cx="6065978" cy="4708250"/>
          </a:xfrm>
          <a:prstGeom prst="rect">
            <a:avLst/>
          </a:prstGeom>
        </p:spPr>
      </p:pic>
      <p:pic>
        <p:nvPicPr>
          <p:cNvPr id="7" name="図 6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7F675E28-A3E1-858F-8D4B-C1DEA562DE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850" y="4393227"/>
            <a:ext cx="2388092" cy="2162685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0810BA-6CF2-08DA-55B8-717A847BA211}"/>
              </a:ext>
            </a:extLst>
          </p:cNvPr>
          <p:cNvSpPr/>
          <p:nvPr/>
        </p:nvSpPr>
        <p:spPr>
          <a:xfrm>
            <a:off x="95794" y="263434"/>
            <a:ext cx="6840583" cy="951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18C5B4C-57C7-3E3B-F959-0E8983A8C0A6}"/>
              </a:ext>
            </a:extLst>
          </p:cNvPr>
          <p:cNvSpPr/>
          <p:nvPr/>
        </p:nvSpPr>
        <p:spPr>
          <a:xfrm>
            <a:off x="215538" y="458288"/>
            <a:ext cx="979714" cy="5617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モニタ</a:t>
            </a:r>
            <a:r>
              <a:rPr lang="ja-JP" altLang="en-US" dirty="0"/>
              <a:t>①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8D4BD66-00DD-39F4-B9B3-5506D64E2914}"/>
              </a:ext>
            </a:extLst>
          </p:cNvPr>
          <p:cNvSpPr/>
          <p:nvPr/>
        </p:nvSpPr>
        <p:spPr>
          <a:xfrm>
            <a:off x="1280161" y="458287"/>
            <a:ext cx="979714" cy="5617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モニタ②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B20F39D-06EB-053E-CA22-EB5DAB8DC8AC}"/>
              </a:ext>
            </a:extLst>
          </p:cNvPr>
          <p:cNvSpPr/>
          <p:nvPr/>
        </p:nvSpPr>
        <p:spPr>
          <a:xfrm>
            <a:off x="2344784" y="458287"/>
            <a:ext cx="979714" cy="5617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ノート</a:t>
            </a:r>
            <a:r>
              <a:rPr kumimoji="1" lang="en-US" altLang="ja-JP" dirty="0"/>
              <a:t>PC</a:t>
            </a:r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67735C9-E026-55B0-9D79-DE919DB04C7B}"/>
              </a:ext>
            </a:extLst>
          </p:cNvPr>
          <p:cNvSpPr/>
          <p:nvPr/>
        </p:nvSpPr>
        <p:spPr>
          <a:xfrm>
            <a:off x="3432267" y="458287"/>
            <a:ext cx="979714" cy="56170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モニタ③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7ACF09-6185-3F99-852B-61D3A103C70B}"/>
              </a:ext>
            </a:extLst>
          </p:cNvPr>
          <p:cNvSpPr/>
          <p:nvPr/>
        </p:nvSpPr>
        <p:spPr>
          <a:xfrm>
            <a:off x="4583975" y="458286"/>
            <a:ext cx="979714" cy="5617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モニタ④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F3D008E-585D-7CF2-065A-545475FCDA96}"/>
              </a:ext>
            </a:extLst>
          </p:cNvPr>
          <p:cNvSpPr/>
          <p:nvPr/>
        </p:nvSpPr>
        <p:spPr>
          <a:xfrm>
            <a:off x="5683433" y="458285"/>
            <a:ext cx="979714" cy="5617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モニタ⑤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3E706A8-9E08-ED07-4079-98A77494C442}"/>
              </a:ext>
            </a:extLst>
          </p:cNvPr>
          <p:cNvSpPr/>
          <p:nvPr/>
        </p:nvSpPr>
        <p:spPr>
          <a:xfrm>
            <a:off x="3324498" y="1306280"/>
            <a:ext cx="4639095" cy="7386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800" dirty="0">
                <a:solidFill>
                  <a:schemeClr val="tx1"/>
                </a:solidFill>
              </a:rPr>
              <a:t>↑今回再起動依頼対象の</a:t>
            </a:r>
            <a:r>
              <a:rPr lang="en-US" altLang="ja-JP" sz="1800" dirty="0">
                <a:solidFill>
                  <a:schemeClr val="tx1"/>
                </a:solidFill>
              </a:rPr>
              <a:t>PC</a:t>
            </a:r>
            <a:r>
              <a:rPr lang="ja-JP" altLang="en-US" sz="1800" dirty="0">
                <a:solidFill>
                  <a:schemeClr val="tx1"/>
                </a:solidFill>
              </a:rPr>
              <a:t>です</a:t>
            </a:r>
            <a:r>
              <a:rPr lang="en-US" altLang="ja-JP" sz="1800" dirty="0">
                <a:solidFill>
                  <a:schemeClr val="tx1"/>
                </a:solidFill>
              </a:rPr>
              <a:t>｡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ノート</a:t>
            </a:r>
            <a:r>
              <a:rPr lang="en-US" altLang="ja-JP" dirty="0">
                <a:solidFill>
                  <a:schemeClr val="tx1"/>
                </a:solidFill>
              </a:rPr>
              <a:t>PC</a:t>
            </a:r>
            <a:r>
              <a:rPr lang="ja-JP" altLang="en-US" dirty="0">
                <a:solidFill>
                  <a:schemeClr val="tx1"/>
                </a:solidFill>
              </a:rPr>
              <a:t>の右隣の白枠のモニタです</a:t>
            </a:r>
            <a:r>
              <a:rPr lang="en-US" altLang="ja-JP" dirty="0">
                <a:solidFill>
                  <a:schemeClr val="tx1"/>
                </a:solidFill>
              </a:rPr>
              <a:t>｡</a:t>
            </a:r>
            <a:endParaRPr lang="en-US" altLang="ja-JP" sz="1800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4C9AE26-03AE-099C-7920-7DC8446C6DE1}"/>
              </a:ext>
            </a:extLst>
          </p:cNvPr>
          <p:cNvSpPr/>
          <p:nvPr/>
        </p:nvSpPr>
        <p:spPr>
          <a:xfrm>
            <a:off x="1534195" y="4916978"/>
            <a:ext cx="4639095" cy="7386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800" dirty="0">
                <a:solidFill>
                  <a:schemeClr val="tx1"/>
                </a:solidFill>
              </a:rPr>
              <a:t>①通常の</a:t>
            </a:r>
            <a:r>
              <a:rPr lang="en-US" altLang="ja-JP" sz="1800" dirty="0">
                <a:solidFill>
                  <a:schemeClr val="tx1"/>
                </a:solidFill>
              </a:rPr>
              <a:t>Windows</a:t>
            </a:r>
            <a:r>
              <a:rPr lang="ja-JP" altLang="en-US" sz="1800" dirty="0">
                <a:solidFill>
                  <a:schemeClr val="tx1"/>
                </a:solidFill>
              </a:rPr>
              <a:t>と同様に</a:t>
            </a:r>
            <a:r>
              <a:rPr lang="en-US" altLang="ja-JP" sz="1800" dirty="0">
                <a:solidFill>
                  <a:schemeClr val="tx1"/>
                </a:solidFill>
              </a:rPr>
              <a:t>､</a:t>
            </a:r>
          </a:p>
          <a:p>
            <a:r>
              <a:rPr lang="ja-JP" altLang="en-US" sz="1800" dirty="0">
                <a:solidFill>
                  <a:schemeClr val="tx1"/>
                </a:solidFill>
              </a:rPr>
              <a:t>スタート→再起動を選択してください</a:t>
            </a:r>
            <a:r>
              <a:rPr lang="en-US" altLang="ja-JP" sz="1800" dirty="0">
                <a:solidFill>
                  <a:schemeClr val="tx1"/>
                </a:solidFill>
              </a:rPr>
              <a:t>｡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2CD0D428-1526-2163-046C-6F93F8182E75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215538" y="5286304"/>
            <a:ext cx="1318657" cy="10064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B1E01C7-510A-1D1A-4BA0-928CDF8DCCB9}"/>
              </a:ext>
            </a:extLst>
          </p:cNvPr>
          <p:cNvSpPr/>
          <p:nvPr/>
        </p:nvSpPr>
        <p:spPr>
          <a:xfrm>
            <a:off x="7214559" y="3111629"/>
            <a:ext cx="4639095" cy="7386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800" dirty="0">
                <a:solidFill>
                  <a:schemeClr val="tx1"/>
                </a:solidFill>
              </a:rPr>
              <a:t>②理由コードを聞かれるので</a:t>
            </a:r>
            <a:r>
              <a:rPr lang="en-US" altLang="ja-JP" sz="1800" dirty="0">
                <a:solidFill>
                  <a:schemeClr val="tx1"/>
                </a:solidFill>
              </a:rPr>
              <a:t>､</a:t>
            </a:r>
          </a:p>
          <a:p>
            <a:r>
              <a:rPr lang="ja-JP" altLang="en-US" sz="1800" dirty="0">
                <a:solidFill>
                  <a:schemeClr val="tx1"/>
                </a:solidFill>
              </a:rPr>
              <a:t>その他</a:t>
            </a:r>
            <a:r>
              <a:rPr lang="en-US" altLang="ja-JP" sz="1800" dirty="0">
                <a:solidFill>
                  <a:schemeClr val="tx1"/>
                </a:solidFill>
              </a:rPr>
              <a:t>(</a:t>
            </a:r>
            <a:r>
              <a:rPr lang="ja-JP" altLang="en-US" sz="1800" dirty="0">
                <a:solidFill>
                  <a:schemeClr val="tx1"/>
                </a:solidFill>
              </a:rPr>
              <a:t>計画外</a:t>
            </a:r>
            <a:r>
              <a:rPr lang="en-US" altLang="ja-JP" sz="1800" dirty="0">
                <a:solidFill>
                  <a:schemeClr val="tx1"/>
                </a:solidFill>
              </a:rPr>
              <a:t>)</a:t>
            </a:r>
            <a:r>
              <a:rPr lang="ja-JP" altLang="en-US" sz="1800" dirty="0">
                <a:solidFill>
                  <a:schemeClr val="tx1"/>
                </a:solidFill>
              </a:rPr>
              <a:t>を選択してください</a:t>
            </a:r>
            <a:r>
              <a:rPr lang="en-US" altLang="ja-JP" sz="1800" dirty="0">
                <a:solidFill>
                  <a:schemeClr val="tx1"/>
                </a:solidFill>
              </a:rPr>
              <a:t>｡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402A66BB-A4AC-D67F-6214-8DF33261E54C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9534107" y="3850281"/>
            <a:ext cx="83718" cy="15363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518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0810BA-6CF2-08DA-55B8-717A847BA211}"/>
              </a:ext>
            </a:extLst>
          </p:cNvPr>
          <p:cNvSpPr/>
          <p:nvPr/>
        </p:nvSpPr>
        <p:spPr>
          <a:xfrm>
            <a:off x="95794" y="263434"/>
            <a:ext cx="6840583" cy="951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18C5B4C-57C7-3E3B-F959-0E8983A8C0A6}"/>
              </a:ext>
            </a:extLst>
          </p:cNvPr>
          <p:cNvSpPr/>
          <p:nvPr/>
        </p:nvSpPr>
        <p:spPr>
          <a:xfrm>
            <a:off x="215538" y="458288"/>
            <a:ext cx="979714" cy="5617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モニタ</a:t>
            </a:r>
            <a:r>
              <a:rPr lang="ja-JP" altLang="en-US" dirty="0"/>
              <a:t>①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8D4BD66-00DD-39F4-B9B3-5506D64E2914}"/>
              </a:ext>
            </a:extLst>
          </p:cNvPr>
          <p:cNvSpPr/>
          <p:nvPr/>
        </p:nvSpPr>
        <p:spPr>
          <a:xfrm>
            <a:off x="1280161" y="458287"/>
            <a:ext cx="979714" cy="5617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モニタ②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B20F39D-06EB-053E-CA22-EB5DAB8DC8AC}"/>
              </a:ext>
            </a:extLst>
          </p:cNvPr>
          <p:cNvSpPr/>
          <p:nvPr/>
        </p:nvSpPr>
        <p:spPr>
          <a:xfrm>
            <a:off x="2344784" y="458287"/>
            <a:ext cx="979714" cy="5617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ノート</a:t>
            </a:r>
            <a:r>
              <a:rPr kumimoji="1" lang="en-US" altLang="ja-JP" dirty="0"/>
              <a:t>PC</a:t>
            </a:r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67735C9-E026-55B0-9D79-DE919DB04C7B}"/>
              </a:ext>
            </a:extLst>
          </p:cNvPr>
          <p:cNvSpPr/>
          <p:nvPr/>
        </p:nvSpPr>
        <p:spPr>
          <a:xfrm>
            <a:off x="3432267" y="458287"/>
            <a:ext cx="979714" cy="56170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モニタ③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7ACF09-6185-3F99-852B-61D3A103C70B}"/>
              </a:ext>
            </a:extLst>
          </p:cNvPr>
          <p:cNvSpPr/>
          <p:nvPr/>
        </p:nvSpPr>
        <p:spPr>
          <a:xfrm>
            <a:off x="4583975" y="458286"/>
            <a:ext cx="979714" cy="5617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モニタ④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F3D008E-585D-7CF2-065A-545475FCDA96}"/>
              </a:ext>
            </a:extLst>
          </p:cNvPr>
          <p:cNvSpPr/>
          <p:nvPr/>
        </p:nvSpPr>
        <p:spPr>
          <a:xfrm>
            <a:off x="5683433" y="458285"/>
            <a:ext cx="979714" cy="5617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モニタ⑤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3E706A8-9E08-ED07-4079-98A77494C442}"/>
              </a:ext>
            </a:extLst>
          </p:cNvPr>
          <p:cNvSpPr/>
          <p:nvPr/>
        </p:nvSpPr>
        <p:spPr>
          <a:xfrm>
            <a:off x="2834641" y="2690347"/>
            <a:ext cx="4639095" cy="24386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800" dirty="0">
                <a:solidFill>
                  <a:schemeClr val="tx1"/>
                </a:solidFill>
              </a:rPr>
              <a:t>③ログイン画面が起動したら</a:t>
            </a:r>
            <a:r>
              <a:rPr lang="en-US" altLang="ja-JP" sz="1800" dirty="0">
                <a:solidFill>
                  <a:schemeClr val="tx1"/>
                </a:solidFill>
              </a:rPr>
              <a:t>､</a:t>
            </a:r>
            <a:r>
              <a:rPr lang="ja-JP" altLang="en-US" dirty="0">
                <a:solidFill>
                  <a:schemeClr val="tx1"/>
                </a:solidFill>
              </a:rPr>
              <a:t>下記パスワードを入力してログインしてください</a:t>
            </a:r>
            <a:r>
              <a:rPr lang="en-US" altLang="ja-JP" dirty="0">
                <a:solidFill>
                  <a:schemeClr val="tx1"/>
                </a:solidFill>
              </a:rPr>
              <a:t>｡</a:t>
            </a:r>
          </a:p>
          <a:p>
            <a:endParaRPr lang="en-US" altLang="ja-JP" dirty="0">
              <a:solidFill>
                <a:schemeClr val="tx1"/>
              </a:solidFill>
            </a:endParaRPr>
          </a:p>
          <a:p>
            <a:endParaRPr lang="en-US" altLang="ja-JP" dirty="0">
              <a:solidFill>
                <a:schemeClr val="tx1"/>
              </a:solidFill>
            </a:endParaRPr>
          </a:p>
          <a:p>
            <a:r>
              <a:rPr lang="en-US" altLang="ja-JP" dirty="0">
                <a:solidFill>
                  <a:schemeClr val="tx1"/>
                </a:solidFill>
              </a:rPr>
              <a:t>Panasonic1!</a:t>
            </a:r>
          </a:p>
          <a:p>
            <a:endParaRPr lang="en-US" altLang="ja-JP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426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FC8BC07E3BBA34EB92D3ED2768D585A" ma:contentTypeVersion="18" ma:contentTypeDescription="新しいドキュメントを作成します。" ma:contentTypeScope="" ma:versionID="6448ab97ff154a9b57c31f88aa65a4c6">
  <xsd:schema xmlns:xsd="http://www.w3.org/2001/XMLSchema" xmlns:xs="http://www.w3.org/2001/XMLSchema" xmlns:p="http://schemas.microsoft.com/office/2006/metadata/properties" xmlns:ns2="ea180fb7-6417-4417-bcc2-1a1988547c9d" xmlns:ns3="a7e61ba0-4c47-4710-ac4c-031e401f92bd" targetNamespace="http://schemas.microsoft.com/office/2006/metadata/properties" ma:root="true" ma:fieldsID="6cef2ced9b3848fd3c059a9736d94822" ns2:_="" ns3:_="">
    <xsd:import namespace="ea180fb7-6417-4417-bcc2-1a1988547c9d"/>
    <xsd:import namespace="a7e61ba0-4c47-4710-ac4c-031e401f92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180fb7-6417-4417-bcc2-1a1988547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053ac32-7e03-4b82-88d1-ba6959e72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61ba0-4c47-4710-ac4c-031e401f92b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b655bd8-43ec-4458-8694-0c5137fe8b12}" ma:internalName="TaxCatchAll" ma:showField="CatchAllData" ma:web="a7e61ba0-4c47-4710-ac4c-031e401f9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180fb7-6417-4417-bcc2-1a1988547c9d">
      <Terms xmlns="http://schemas.microsoft.com/office/infopath/2007/PartnerControls"/>
    </lcf76f155ced4ddcb4097134ff3c332f>
    <TaxCatchAll xmlns="a7e61ba0-4c47-4710-ac4c-031e401f92bd" xsi:nil="true"/>
  </documentManagement>
</p:properties>
</file>

<file path=customXml/itemProps1.xml><?xml version="1.0" encoding="utf-8"?>
<ds:datastoreItem xmlns:ds="http://schemas.openxmlformats.org/officeDocument/2006/customXml" ds:itemID="{5202E867-157B-4C3C-B236-42278024F254}"/>
</file>

<file path=customXml/itemProps2.xml><?xml version="1.0" encoding="utf-8"?>
<ds:datastoreItem xmlns:ds="http://schemas.openxmlformats.org/officeDocument/2006/customXml" ds:itemID="{8F1DCE5C-610E-4FFE-9BB7-9C0AEB5B9365}"/>
</file>

<file path=customXml/itemProps3.xml><?xml version="1.0" encoding="utf-8"?>
<ds:datastoreItem xmlns:ds="http://schemas.openxmlformats.org/officeDocument/2006/customXml" ds:itemID="{707D3C48-ACBF-4325-AC9D-AFD42CC48EF6}"/>
</file>

<file path=docProps/app.xml><?xml version="1.0" encoding="utf-8"?>
<Properties xmlns="http://schemas.openxmlformats.org/officeDocument/2006/extended-properties" xmlns:vt="http://schemas.openxmlformats.org/officeDocument/2006/docPropsVTypes">
  <TotalTime>9531</TotalTime>
  <Words>93</Words>
  <Application>Microsoft Office PowerPoint</Application>
  <PresentationFormat>ワイド画面</PresentationFormat>
  <Paragraphs>22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SATO Yuki (佐藤 勇希)</dc:creator>
  <cp:lastModifiedBy>SATO Yuki (佐藤 勇希)</cp:lastModifiedBy>
  <cp:revision>1</cp:revision>
  <cp:lastPrinted>2023-08-10T09:02:51Z</cp:lastPrinted>
  <dcterms:created xsi:type="dcterms:W3CDTF">2023-08-10T08:55:44Z</dcterms:created>
  <dcterms:modified xsi:type="dcterms:W3CDTF">2023-08-16T23:47:04Z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0x010100AFC8BC07E3BBA34EB92D3ED2768D585A</vt:lpwstr>
  </property>
</Properties>
</file>