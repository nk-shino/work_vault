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3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7CD359-05C1-D664-4247-2E75C2D41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10AC668-DE5F-1E70-F916-54107B68B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F1B64A-CDFF-1D50-AC88-D51A1342C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22B3-F6AF-4849-9626-573735B35FA6}" type="datetimeFigureOut">
              <a:rPr kumimoji="1" lang="ja-JP" altLang="en-US" smtClean="0"/>
              <a:t>2023/7/5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F1DA02-826A-67C1-4EEC-9230AF4BC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BB1184-5242-D70E-6016-1E55A6D4C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72AA-897C-4E17-86B7-C7F712B1C3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69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86B12E-D283-C1DB-686B-3CCC778E7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6BE581-732B-2096-9040-2BF3B566D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5A74A3-6982-01E5-FDA9-7FC9A4ADE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22B3-F6AF-4849-9626-573735B35FA6}" type="datetimeFigureOut">
              <a:rPr kumimoji="1" lang="ja-JP" altLang="en-US" smtClean="0"/>
              <a:t>2023/7/5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AF434A-8392-28FE-63C2-7A2BF69F4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7AC198-DAD9-4234-2EDF-B477AA3CC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72AA-897C-4E17-86B7-C7F712B1C3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0112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7F0971-4F35-30A9-1B4F-078ABBDAE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07BB9A-FC0A-2D7A-A06B-5D1BBE58E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9D5AB3-76EC-AF7B-C4E5-64798ADFD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22B3-F6AF-4849-9626-573735B35FA6}" type="datetimeFigureOut">
              <a:rPr kumimoji="1" lang="ja-JP" altLang="en-US" smtClean="0"/>
              <a:t>2023/7/5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FBECD9-79F7-B129-85F7-7D0FCF5AD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49AD6D-7585-42B4-D0A2-18D4F141D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72AA-897C-4E17-86B7-C7F712B1C3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4998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32A3F-478F-DB67-C552-B22627E4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A40C27-66D2-6DFD-3DB5-D4063C9EA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92F8647-B8A6-4E8B-8CF1-0BF6B219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433588-7CAF-78C7-FF9E-EFE4CD75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22B3-F6AF-4849-9626-573735B35FA6}" type="datetimeFigureOut">
              <a:rPr kumimoji="1" lang="ja-JP" altLang="en-US" smtClean="0"/>
              <a:t>2023/7/5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DE899B-9AF8-C0E3-0FDA-E01F835FC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5E906A0-0436-CF30-0746-30C5109E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72AA-897C-4E17-86B7-C7F712B1C3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2976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0ECCB9-B52E-35E3-64E6-7C194C958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F96EC5-E2D9-8AAD-B9C8-8C3565C36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8ECE14-F391-1E21-34B7-61F14CB3B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EAD7FB0-197B-5C52-3587-1A69512AC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C600F74-1CFC-F56B-D7B9-6D595C1061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B60ECAE-19E0-74C6-0144-3EB056F4F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22B3-F6AF-4849-9626-573735B35FA6}" type="datetimeFigureOut">
              <a:rPr kumimoji="1" lang="ja-JP" altLang="en-US" smtClean="0"/>
              <a:t>2023/7/5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8776A9C-4149-BD1A-A92B-121CC22F5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D936F90-A171-2D81-F70F-91936C67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72AA-897C-4E17-86B7-C7F712B1C3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4646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75F057-D05C-45DD-6781-B000D780D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B06CEC5-75F4-2572-CB3D-01EDC25DB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22B3-F6AF-4849-9626-573735B35FA6}" type="datetimeFigureOut">
              <a:rPr kumimoji="1" lang="ja-JP" altLang="en-US" smtClean="0"/>
              <a:t>2023/7/5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152DD01-3965-DDB4-87A2-BC5F34B9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35E9DAD-8470-A8DC-D7E5-0113F576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72AA-897C-4E17-86B7-C7F712B1C3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2360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895DCA3-B9BE-E0EF-802E-C14EB7D60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22B3-F6AF-4849-9626-573735B35FA6}" type="datetimeFigureOut">
              <a:rPr kumimoji="1" lang="ja-JP" altLang="en-US" smtClean="0"/>
              <a:t>2023/7/5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F3A47EF-C522-4F47-6DDD-D848CF606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E721BD-AA11-815E-E179-C2F33F6EA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72AA-897C-4E17-86B7-C7F712B1C3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256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CD96F7-301D-FC0B-8E51-51538499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D542B0-35E1-2097-E15A-38D14F1AA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277747-875B-D56F-A7A3-E6C6361AD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212704-7CBE-71B0-5C83-DDE57F309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22B3-F6AF-4849-9626-573735B35FA6}" type="datetimeFigureOut">
              <a:rPr kumimoji="1" lang="ja-JP" altLang="en-US" smtClean="0"/>
              <a:t>2023/7/5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DDCCC2-1D37-1F88-4309-EDF369246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A727F3-B746-AFCF-A0D1-BED54E911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72AA-897C-4E17-86B7-C7F712B1C3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0671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0FF2B0-459F-E56F-1A27-8102DF3C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7FBD43A-93A5-3522-EDCD-953781A9E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34703F-1418-F37A-F383-C2BA2E3C4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AB68BD-CD53-CF0A-2712-37E9DBCB1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22B3-F6AF-4849-9626-573735B35FA6}" type="datetimeFigureOut">
              <a:rPr kumimoji="1" lang="ja-JP" altLang="en-US" smtClean="0"/>
              <a:t>2023/7/5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F2D23F-1303-B6F7-3489-EFC21B61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80DB41-08F1-AC5D-75EB-755BEC42D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72AA-897C-4E17-86B7-C7F712B1C3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5224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41E8CE-51C8-9FE8-9D93-4541913F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D576199-A5A6-12D0-4239-11A3A4A3A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57CA1C-5784-AFC9-24CE-16E46FD54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22B3-F6AF-4849-9626-573735B35FA6}" type="datetimeFigureOut">
              <a:rPr kumimoji="1" lang="ja-JP" altLang="en-US" smtClean="0"/>
              <a:t>2023/7/5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E19657-CDBC-6A64-BF34-FB3201E70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BF3192-1642-2673-F7A5-BA1766810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72AA-897C-4E17-86B7-C7F712B1C3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53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EABC1D9-1E71-8043-B57E-70BC11994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D97D439-6705-0BDD-125B-BBD7DCB65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EE3839-449B-FC0A-F636-8D67F7D4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22B3-F6AF-4849-9626-573735B35FA6}" type="datetimeFigureOut">
              <a:rPr kumimoji="1" lang="ja-JP" altLang="en-US" smtClean="0"/>
              <a:t>2023/7/5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A0C5B8-BE3C-46E0-3962-463B2CAF1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759677-8469-CD80-46C2-8FD112D3E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472AA-897C-4E17-86B7-C7F712B1C3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1357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E24329D-6ED8-1BDA-FA0B-1D69A66E5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70444A-A89E-7CD4-51A5-1137766C5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E07B89-2D3E-48B0-BCA7-D7584F5322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422B3-F6AF-4849-9626-573735B35FA6}" type="datetimeFigureOut">
              <a:rPr kumimoji="1" lang="ja-JP" altLang="en-US" smtClean="0"/>
              <a:t>2023/7/5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94EFAC-9C3B-801E-CEBB-B94F22E234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46158A-8498-2CE4-8D7C-6EB15D792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472AA-897C-4E17-86B7-C7F712B1C3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2377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DAD4426B-ECB6-0801-7FC2-59880908F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316"/>
            <a:ext cx="12192000" cy="5905368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351F625-D427-1139-0284-3E0A56525E97}"/>
              </a:ext>
            </a:extLst>
          </p:cNvPr>
          <p:cNvSpPr/>
          <p:nvPr/>
        </p:nvSpPr>
        <p:spPr>
          <a:xfrm>
            <a:off x="0" y="476316"/>
            <a:ext cx="3474721" cy="2657582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b="1" dirty="0">
                <a:solidFill>
                  <a:sysClr val="windowText" lastClr="000000"/>
                </a:solidFill>
              </a:rPr>
              <a:t>★部品供給状況</a:t>
            </a:r>
            <a:endParaRPr kumimoji="1" lang="en-US" altLang="ja-JP" sz="1400" b="1" dirty="0">
              <a:solidFill>
                <a:sysClr val="windowText" lastClr="000000"/>
              </a:solidFill>
            </a:endParaRPr>
          </a:p>
          <a:p>
            <a:endParaRPr kumimoji="1" lang="en-US" altLang="ja-JP" sz="1400" b="1" dirty="0">
              <a:solidFill>
                <a:sysClr val="windowText" lastClr="000000"/>
              </a:solidFill>
            </a:endParaRPr>
          </a:p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■テーブルが黄色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　└部品切れ予告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■テーブルが赤色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　└固定品目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　　└スプライシング長さ停止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　└フリー品目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　　└部品切れ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■マシン名が赤色のみ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　└吸着エラー等</a:t>
            </a:r>
            <a:r>
              <a:rPr lang="en-US" altLang="ja-JP" sz="1400" b="1" dirty="0">
                <a:solidFill>
                  <a:sysClr val="windowText" lastClr="000000"/>
                </a:solidFill>
              </a:rPr>
              <a:t>､</a:t>
            </a:r>
            <a:r>
              <a:rPr lang="ja-JP" altLang="en-US" sz="1400" b="1" dirty="0">
                <a:solidFill>
                  <a:sysClr val="windowText" lastClr="000000"/>
                </a:solidFill>
              </a:rPr>
              <a:t>部品供給以外のエラー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BB21C20-3A65-C367-45CA-8C6C8177B9AD}"/>
              </a:ext>
            </a:extLst>
          </p:cNvPr>
          <p:cNvSpPr/>
          <p:nvPr/>
        </p:nvSpPr>
        <p:spPr>
          <a:xfrm>
            <a:off x="7544603" y="765071"/>
            <a:ext cx="1984408" cy="582463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現在生産中の品目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E409BD7-476C-8A9B-0237-263CBA13C068}"/>
              </a:ext>
            </a:extLst>
          </p:cNvPr>
          <p:cNvSpPr/>
          <p:nvPr/>
        </p:nvSpPr>
        <p:spPr>
          <a:xfrm>
            <a:off x="9910813" y="765071"/>
            <a:ext cx="1495123" cy="582463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>
                <a:solidFill>
                  <a:sysClr val="windowText" lastClr="000000"/>
                </a:solidFill>
              </a:rPr>
              <a:t>1</a:t>
            </a:r>
            <a:r>
              <a:rPr lang="ja-JP" altLang="en-US" sz="1400" b="1" dirty="0">
                <a:solidFill>
                  <a:sysClr val="windowText" lastClr="000000"/>
                </a:solidFill>
              </a:rPr>
              <a:t>号機通過した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シート数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BB336B1-D97C-D52E-7FAA-A45A54FB084B}"/>
              </a:ext>
            </a:extLst>
          </p:cNvPr>
          <p:cNvSpPr/>
          <p:nvPr/>
        </p:nvSpPr>
        <p:spPr>
          <a:xfrm>
            <a:off x="5349643" y="3698441"/>
            <a:ext cx="1984408" cy="582463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部品切れ予告一覧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AC997B8-0EEC-1275-578B-FADBD0362370}"/>
              </a:ext>
            </a:extLst>
          </p:cNvPr>
          <p:cNvSpPr/>
          <p:nvPr/>
        </p:nvSpPr>
        <p:spPr>
          <a:xfrm>
            <a:off x="10284594" y="2842666"/>
            <a:ext cx="1795111" cy="582463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部品切れ予告発生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してからの経過時間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854324-A636-76F6-77C4-A1E1D348FE1C}"/>
              </a:ext>
            </a:extLst>
          </p:cNvPr>
          <p:cNvSpPr/>
          <p:nvPr/>
        </p:nvSpPr>
        <p:spPr>
          <a:xfrm>
            <a:off x="6688758" y="2842666"/>
            <a:ext cx="1290586" cy="316894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テーブル位置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B32EC14-9C7D-EE7F-1059-F2ED74176AE7}"/>
              </a:ext>
            </a:extLst>
          </p:cNvPr>
          <p:cNvSpPr/>
          <p:nvPr/>
        </p:nvSpPr>
        <p:spPr>
          <a:xfrm>
            <a:off x="4111592" y="2842666"/>
            <a:ext cx="1290586" cy="316894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号機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6896D97C-B1DE-D5AD-54A0-F1B72987E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268" y="4675909"/>
            <a:ext cx="8223592" cy="1523213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D0E3198-6310-B4E0-229E-C86992C60556}"/>
              </a:ext>
            </a:extLst>
          </p:cNvPr>
          <p:cNvSpPr/>
          <p:nvPr/>
        </p:nvSpPr>
        <p:spPr>
          <a:xfrm>
            <a:off x="4663934" y="4758303"/>
            <a:ext cx="2244866" cy="582463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ysClr val="windowText" lastClr="000000"/>
                </a:solidFill>
              </a:rPr>
              <a:t>設備エラー一覧</a:t>
            </a:r>
            <a:endParaRPr lang="en-US" altLang="ja-JP" sz="1400" b="1" dirty="0">
              <a:solidFill>
                <a:sysClr val="windowText" lastClr="000000"/>
              </a:solidFill>
            </a:endParaRPr>
          </a:p>
          <a:p>
            <a:r>
              <a:rPr lang="en-US" altLang="ja-JP" sz="1400" b="1" dirty="0">
                <a:solidFill>
                  <a:sysClr val="windowText" lastClr="000000"/>
                </a:solidFill>
              </a:rPr>
              <a:t>※</a:t>
            </a:r>
            <a:r>
              <a:rPr lang="ja-JP" altLang="en-US" sz="1400" b="1" dirty="0">
                <a:solidFill>
                  <a:sysClr val="windowText" lastClr="000000"/>
                </a:solidFill>
              </a:rPr>
              <a:t>実際は赤色表示です</a:t>
            </a:r>
            <a:r>
              <a:rPr lang="en-US" altLang="ja-JP" sz="1400" b="1" dirty="0">
                <a:solidFill>
                  <a:sysClr val="windowText" lastClr="000000"/>
                </a:solidFill>
              </a:rPr>
              <a:t>｡</a:t>
            </a:r>
          </a:p>
        </p:txBody>
      </p:sp>
    </p:spTree>
    <p:extLst>
      <p:ext uri="{BB962C8B-B14F-4D97-AF65-F5344CB8AC3E}">
        <p14:creationId xmlns:p14="http://schemas.microsoft.com/office/powerpoint/2010/main" val="944052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FC8BC07E3BBA34EB92D3ED2768D585A" ma:contentTypeVersion="16" ma:contentTypeDescription="新しいドキュメントを作成します。" ma:contentTypeScope="" ma:versionID="8717f9e590a4901ac30380c10c027ac8">
  <xsd:schema xmlns:xsd="http://www.w3.org/2001/XMLSchema" xmlns:xs="http://www.w3.org/2001/XMLSchema" xmlns:p="http://schemas.microsoft.com/office/2006/metadata/properties" xmlns:ns2="ea180fb7-6417-4417-bcc2-1a1988547c9d" xmlns:ns3="a7e61ba0-4c47-4710-ac4c-031e401f92bd" targetNamespace="http://schemas.microsoft.com/office/2006/metadata/properties" ma:root="true" ma:fieldsID="f0b305cc81e6d5e535e0fc66ef083035" ns2:_="" ns3:_="">
    <xsd:import namespace="ea180fb7-6417-4417-bcc2-1a1988547c9d"/>
    <xsd:import namespace="a7e61ba0-4c47-4710-ac4c-031e401f9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80fb7-6417-4417-bcc2-1a1988547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61ba0-4c47-4710-ac4c-031e401f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b655bd8-43ec-4458-8694-0c5137fe8b12}" ma:internalName="TaxCatchAll" ma:showField="CatchAllData" ma:web="a7e61ba0-4c47-4710-ac4c-031e401f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180fb7-6417-4417-bcc2-1a1988547c9d">
      <Terms xmlns="http://schemas.microsoft.com/office/infopath/2007/PartnerControls"/>
    </lcf76f155ced4ddcb4097134ff3c332f>
    <TaxCatchAll xmlns="a7e61ba0-4c47-4710-ac4c-031e401f92bd" xsi:nil="true"/>
  </documentManagement>
</p:properties>
</file>

<file path=customXml/itemProps1.xml><?xml version="1.0" encoding="utf-8"?>
<ds:datastoreItem xmlns:ds="http://schemas.openxmlformats.org/officeDocument/2006/customXml" ds:itemID="{ABB6CD81-AC8C-48FE-AB3B-686F3612E86B}"/>
</file>

<file path=customXml/itemProps2.xml><?xml version="1.0" encoding="utf-8"?>
<ds:datastoreItem xmlns:ds="http://schemas.openxmlformats.org/officeDocument/2006/customXml" ds:itemID="{B72AA9F1-7CAF-4393-A2D6-27D2BA8ABFD1}"/>
</file>

<file path=customXml/itemProps3.xml><?xml version="1.0" encoding="utf-8"?>
<ds:datastoreItem xmlns:ds="http://schemas.openxmlformats.org/officeDocument/2006/customXml" ds:itemID="{2CAA65D1-46A2-4B59-A778-446BBB765F64}"/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85</Words>
  <Application>Microsoft Office PowerPoint</Application>
  <PresentationFormat>ワイド画面</PresentationFormat>
  <Paragraphs>21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SATO Yuki (佐藤 勇希)</dc:creator>
  <cp:lastModifiedBy>SATO Yuki (佐藤 勇希)</cp:lastModifiedBy>
  <cp:revision>1</cp:revision>
  <dcterms:created xsi:type="dcterms:W3CDTF">2023-07-05T01:59:08Z</dcterms:created>
  <dcterms:modified xsi:type="dcterms:W3CDTF">2023-07-05T07:03:04Z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0x010100AFC8BC07E3BBA34EB92D3ED2768D585A</vt:lpwstr>
  </property>
</Properties>
</file>