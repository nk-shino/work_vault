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58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14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A8AF272-FD43-2160-4582-89744D9564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1DB5532-E89F-57A4-F1C5-83F3C35AD7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326CFF6-E7CE-C484-E47D-27DC0807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D9C9938-194B-A8D3-EA25-11E8BC16A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2230D1C-6ABE-D46B-37B2-19736252A3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44846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CDA5A20-6E91-1EC6-4D14-9EA484B3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737AEB8-D378-FB50-D6C7-B7627A259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B095203-420E-D821-418A-FAA66183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A9BEA9-97BD-D055-4AD1-77F5D9476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FCA276-C8C5-6257-6B01-BFF29CC5E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80258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DBCF27-29F2-4728-5CCA-0803393FF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39ECE30-4612-A3F7-2CF9-F7A28B788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417B93-4B4D-9436-F269-3B4AD5BAE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77329F6-4531-5F95-1673-B87DC2558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1CBF2C7-1E64-D0F8-71F2-04524A64C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7687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D04A27-2ACF-AC0B-4C42-E1420EFA4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8319E31-110E-5400-1B2B-AB0FE2AAE0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98649B79-A96F-9953-DA65-518B9D718B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31C1F1B-2ED3-710B-4ED2-78CE51163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A9CB263-4F1A-8ED5-657D-98000EC02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E641E98-91D9-2029-1056-B8D65DB0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97699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38C193-D766-7276-6497-F2BB88B8EB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DFAB756-2142-E891-AC34-4E4C4E9606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D54AFAF-24AF-53F1-B47A-0214AA183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BB9EB7A-ED64-6632-50DB-4A86A3520C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F428030-DEE8-76CD-5E45-17998E6673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36FCA82-77B9-40E9-814E-9FE0DB1A2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73E60378-F502-438F-2C4C-D02288BE8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B8A7FA4-A90B-8026-FFD4-7551C120A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68684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F134E4-F89E-EAF2-CC40-A1F007DD5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C89D77DE-E81B-5640-D2CE-DA190D641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CF21445-0828-D456-C97F-B925D3A21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65479A6-8771-BC57-FA50-2246C69D87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74211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F0AF7BE1-49E8-95A8-9D6C-9B434EB818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87AC1A6-38CE-4206-7A71-3F3257E93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F8B34DE-88A1-368B-6BD4-53C016F13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116854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C00C09-7FA2-8A92-4224-2AAE9DAFC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2456B0A-C395-6A6A-9FEB-6C77B79D8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3385FA1-8BA1-07E3-8154-64AE998C16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6397AA6-8473-5CED-4C1A-F77B4618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D5F43E6-2BB8-2A9C-CBB0-268E9CA39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AF536CC-07B2-333A-1A54-FDE8F6C7E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407553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D6EC61-796E-567C-DB1F-1D5325A786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B2C6A01-2513-28BE-6C5C-A193A77262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054B860-9F92-05F5-802D-D5C776CF1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2FE5C55-4B55-54AE-3D59-A98259394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7D087E9-F5BB-152E-2992-1F0724905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07F1F6-51A9-DA6A-5744-FC77F93D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20294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677E3-9D5F-00AC-FEAB-1473EFBF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6B55F6F-E785-3184-BBC9-1432B4BEB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DE7F8B0-0E71-082E-EF89-6B07E83975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901E38D-BBFE-8F9E-D0B3-33BC8595B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476C49E-60F1-E70D-B903-F2E8047BB1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134948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18248396-17BC-4A2A-76CC-87945CD4D4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0E30E84-455C-A1C9-D033-35230A11AE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772767E-928A-B377-410C-E10A6F7E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E832A8E-06CE-A589-27A3-685CC1D56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D7DE1A3-419F-5D96-D602-78BB6FE52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599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8332E9E-2470-3884-2E53-849B150AE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11C6F5A-19FF-C912-EE59-22996427BF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E9EBE04-17ED-C373-8670-AAAEDD2E1E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78EBE-465C-4228-A139-BD7E5AD7A975}" type="datetimeFigureOut">
              <a:rPr kumimoji="1" lang="ja-JP" altLang="en-US" smtClean="0"/>
              <a:t>2022/11/30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EA7B206-DD0F-E217-F0DE-E88DA8F6FE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1157A6B-6D4A-2947-2134-8AFD456043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FA1F5-5248-49F4-AA3D-67F66128334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96139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2C5E9BB-4540-FA49-E6AE-CF7978685148}"/>
              </a:ext>
            </a:extLst>
          </p:cNvPr>
          <p:cNvSpPr/>
          <p:nvPr/>
        </p:nvSpPr>
        <p:spPr>
          <a:xfrm>
            <a:off x="698269" y="340822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EC88A93-EDCB-EBE6-2481-29F982A78C5C}"/>
              </a:ext>
            </a:extLst>
          </p:cNvPr>
          <p:cNvSpPr/>
          <p:nvPr/>
        </p:nvSpPr>
        <p:spPr>
          <a:xfrm>
            <a:off x="777240" y="490450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76691A9-59C5-A687-CA3C-CFBEB863E688}"/>
              </a:ext>
            </a:extLst>
          </p:cNvPr>
          <p:cNvSpPr/>
          <p:nvPr/>
        </p:nvSpPr>
        <p:spPr>
          <a:xfrm>
            <a:off x="777240" y="1005838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28FD9D5-F026-FE3A-4A56-BE114B075419}"/>
              </a:ext>
            </a:extLst>
          </p:cNvPr>
          <p:cNvSpPr/>
          <p:nvPr/>
        </p:nvSpPr>
        <p:spPr>
          <a:xfrm>
            <a:off x="777240" y="1521226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95090C-1AD4-CA2B-3FA7-C530C58C4E76}"/>
              </a:ext>
            </a:extLst>
          </p:cNvPr>
          <p:cNvSpPr/>
          <p:nvPr/>
        </p:nvSpPr>
        <p:spPr>
          <a:xfrm>
            <a:off x="777240" y="2053237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9BB08C-FF0A-9ED2-D7E7-29A5C0FFBF9E}"/>
              </a:ext>
            </a:extLst>
          </p:cNvPr>
          <p:cNvSpPr/>
          <p:nvPr/>
        </p:nvSpPr>
        <p:spPr>
          <a:xfrm>
            <a:off x="9020694" y="340820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05F3564-7557-F988-E516-24C7807097E5}"/>
              </a:ext>
            </a:extLst>
          </p:cNvPr>
          <p:cNvSpPr/>
          <p:nvPr/>
        </p:nvSpPr>
        <p:spPr>
          <a:xfrm>
            <a:off x="9099665" y="490448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DC4C6B2-52EC-148D-3D71-5565AE727817}"/>
              </a:ext>
            </a:extLst>
          </p:cNvPr>
          <p:cNvSpPr/>
          <p:nvPr/>
        </p:nvSpPr>
        <p:spPr>
          <a:xfrm>
            <a:off x="9099665" y="1005836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07BB822-912C-27EC-E2DC-E57E73AF9BD3}"/>
              </a:ext>
            </a:extLst>
          </p:cNvPr>
          <p:cNvSpPr/>
          <p:nvPr/>
        </p:nvSpPr>
        <p:spPr>
          <a:xfrm>
            <a:off x="9099665" y="1521224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F7A661A-3F9C-8FC3-AC7C-767AB2B65342}"/>
              </a:ext>
            </a:extLst>
          </p:cNvPr>
          <p:cNvSpPr/>
          <p:nvPr/>
        </p:nvSpPr>
        <p:spPr>
          <a:xfrm>
            <a:off x="9099665" y="2053235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D10C540-814E-743A-7AF2-8791A556F92D}"/>
              </a:ext>
            </a:extLst>
          </p:cNvPr>
          <p:cNvSpPr/>
          <p:nvPr/>
        </p:nvSpPr>
        <p:spPr>
          <a:xfrm>
            <a:off x="2895600" y="340821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929C722-5046-1161-BEF9-024D4609BC39}"/>
              </a:ext>
            </a:extLst>
          </p:cNvPr>
          <p:cNvSpPr/>
          <p:nvPr/>
        </p:nvSpPr>
        <p:spPr>
          <a:xfrm>
            <a:off x="2974571" y="490449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8AC8FF7-A9CB-E9EE-375E-DFBA1A3B9D9E}"/>
              </a:ext>
            </a:extLst>
          </p:cNvPr>
          <p:cNvSpPr/>
          <p:nvPr/>
        </p:nvSpPr>
        <p:spPr>
          <a:xfrm>
            <a:off x="2974571" y="1005837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4D7B9B3-92E4-73C1-BAEF-1AAF4F378D37}"/>
              </a:ext>
            </a:extLst>
          </p:cNvPr>
          <p:cNvSpPr/>
          <p:nvPr/>
        </p:nvSpPr>
        <p:spPr>
          <a:xfrm>
            <a:off x="2974571" y="1521225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30CF857-3F45-29B6-EAF3-0A5C151CD11F}"/>
              </a:ext>
            </a:extLst>
          </p:cNvPr>
          <p:cNvSpPr/>
          <p:nvPr/>
        </p:nvSpPr>
        <p:spPr>
          <a:xfrm>
            <a:off x="2974571" y="2053236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EFA6252-5428-72B8-08B8-D6FFE820019B}"/>
              </a:ext>
            </a:extLst>
          </p:cNvPr>
          <p:cNvSpPr/>
          <p:nvPr/>
        </p:nvSpPr>
        <p:spPr>
          <a:xfrm>
            <a:off x="2974571" y="2620583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FE3A439-1F71-82AC-78FD-20FC7CBBB429}"/>
              </a:ext>
            </a:extLst>
          </p:cNvPr>
          <p:cNvSpPr/>
          <p:nvPr/>
        </p:nvSpPr>
        <p:spPr>
          <a:xfrm>
            <a:off x="2974571" y="3148441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ED0D3BEB-50FF-4E59-80FB-F957701D29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3726871"/>
            <a:ext cx="14097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8DB0214D-A742-9EB1-04CE-BF0AFA80D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7775" y="3715787"/>
            <a:ext cx="14097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矢印: 左 39">
            <a:extLst>
              <a:ext uri="{FF2B5EF4-FFF2-40B4-BE49-F238E27FC236}">
                <a16:creationId xmlns:a16="http://schemas.microsoft.com/office/drawing/2014/main" id="{07C25937-BE24-9785-B3B4-50715B508F5E}"/>
              </a:ext>
            </a:extLst>
          </p:cNvPr>
          <p:cNvSpPr/>
          <p:nvPr/>
        </p:nvSpPr>
        <p:spPr>
          <a:xfrm>
            <a:off x="5420764" y="1429781"/>
            <a:ext cx="3075709" cy="440578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8F3005E2-461B-255D-DC95-9D89F0457D56}"/>
              </a:ext>
            </a:extLst>
          </p:cNvPr>
          <p:cNvSpPr txBox="1"/>
          <p:nvPr/>
        </p:nvSpPr>
        <p:spPr>
          <a:xfrm>
            <a:off x="6445827" y="1916657"/>
            <a:ext cx="828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入庫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777224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2C5E9BB-4540-FA49-E6AE-CF7978685148}"/>
              </a:ext>
            </a:extLst>
          </p:cNvPr>
          <p:cNvSpPr/>
          <p:nvPr/>
        </p:nvSpPr>
        <p:spPr>
          <a:xfrm>
            <a:off x="698269" y="340822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EC88A93-EDCB-EBE6-2481-29F982A78C5C}"/>
              </a:ext>
            </a:extLst>
          </p:cNvPr>
          <p:cNvSpPr/>
          <p:nvPr/>
        </p:nvSpPr>
        <p:spPr>
          <a:xfrm>
            <a:off x="777240" y="490450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76691A9-59C5-A687-CA3C-CFBEB863E688}"/>
              </a:ext>
            </a:extLst>
          </p:cNvPr>
          <p:cNvSpPr/>
          <p:nvPr/>
        </p:nvSpPr>
        <p:spPr>
          <a:xfrm>
            <a:off x="777240" y="1005838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28FD9D5-F026-FE3A-4A56-BE114B075419}"/>
              </a:ext>
            </a:extLst>
          </p:cNvPr>
          <p:cNvSpPr/>
          <p:nvPr/>
        </p:nvSpPr>
        <p:spPr>
          <a:xfrm>
            <a:off x="777240" y="1521226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95090C-1AD4-CA2B-3FA7-C530C58C4E76}"/>
              </a:ext>
            </a:extLst>
          </p:cNvPr>
          <p:cNvSpPr/>
          <p:nvPr/>
        </p:nvSpPr>
        <p:spPr>
          <a:xfrm>
            <a:off x="777240" y="2053237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9BB08C-FF0A-9ED2-D7E7-29A5C0FFBF9E}"/>
              </a:ext>
            </a:extLst>
          </p:cNvPr>
          <p:cNvSpPr/>
          <p:nvPr/>
        </p:nvSpPr>
        <p:spPr>
          <a:xfrm>
            <a:off x="5092931" y="365752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05F3564-7557-F988-E516-24C7807097E5}"/>
              </a:ext>
            </a:extLst>
          </p:cNvPr>
          <p:cNvSpPr/>
          <p:nvPr/>
        </p:nvSpPr>
        <p:spPr>
          <a:xfrm>
            <a:off x="5171902" y="515380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DC4C6B2-52EC-148D-3D71-5565AE727817}"/>
              </a:ext>
            </a:extLst>
          </p:cNvPr>
          <p:cNvSpPr/>
          <p:nvPr/>
        </p:nvSpPr>
        <p:spPr>
          <a:xfrm>
            <a:off x="5171902" y="1030768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07BB822-912C-27EC-E2DC-E57E73AF9BD3}"/>
              </a:ext>
            </a:extLst>
          </p:cNvPr>
          <p:cNvSpPr/>
          <p:nvPr/>
        </p:nvSpPr>
        <p:spPr>
          <a:xfrm>
            <a:off x="5171902" y="1546156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F7A661A-3F9C-8FC3-AC7C-767AB2B65342}"/>
              </a:ext>
            </a:extLst>
          </p:cNvPr>
          <p:cNvSpPr/>
          <p:nvPr/>
        </p:nvSpPr>
        <p:spPr>
          <a:xfrm>
            <a:off x="5171902" y="2078167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D10C540-814E-743A-7AF2-8791A556F92D}"/>
              </a:ext>
            </a:extLst>
          </p:cNvPr>
          <p:cNvSpPr/>
          <p:nvPr/>
        </p:nvSpPr>
        <p:spPr>
          <a:xfrm>
            <a:off x="2895600" y="340821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929C722-5046-1161-BEF9-024D4609BC39}"/>
              </a:ext>
            </a:extLst>
          </p:cNvPr>
          <p:cNvSpPr/>
          <p:nvPr/>
        </p:nvSpPr>
        <p:spPr>
          <a:xfrm>
            <a:off x="2974571" y="490449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8AC8FF7-A9CB-E9EE-375E-DFBA1A3B9D9E}"/>
              </a:ext>
            </a:extLst>
          </p:cNvPr>
          <p:cNvSpPr/>
          <p:nvPr/>
        </p:nvSpPr>
        <p:spPr>
          <a:xfrm>
            <a:off x="2974571" y="1005837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4D7B9B3-92E4-73C1-BAEF-1AAF4F378D37}"/>
              </a:ext>
            </a:extLst>
          </p:cNvPr>
          <p:cNvSpPr/>
          <p:nvPr/>
        </p:nvSpPr>
        <p:spPr>
          <a:xfrm>
            <a:off x="2974571" y="1521225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30CF857-3F45-29B6-EAF3-0A5C151CD11F}"/>
              </a:ext>
            </a:extLst>
          </p:cNvPr>
          <p:cNvSpPr/>
          <p:nvPr/>
        </p:nvSpPr>
        <p:spPr>
          <a:xfrm>
            <a:off x="2974571" y="2053236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EFA6252-5428-72B8-08B8-D6FFE820019B}"/>
              </a:ext>
            </a:extLst>
          </p:cNvPr>
          <p:cNvSpPr/>
          <p:nvPr/>
        </p:nvSpPr>
        <p:spPr>
          <a:xfrm>
            <a:off x="2974571" y="2585202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FE3A439-1F71-82AC-78FD-20FC7CBBB429}"/>
              </a:ext>
            </a:extLst>
          </p:cNvPr>
          <p:cNvSpPr/>
          <p:nvPr/>
        </p:nvSpPr>
        <p:spPr>
          <a:xfrm>
            <a:off x="2974571" y="3113060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ED0D3BEB-50FF-4E59-80FB-F957701D29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3726871"/>
            <a:ext cx="1409700" cy="194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図 38">
            <a:extLst>
              <a:ext uri="{FF2B5EF4-FFF2-40B4-BE49-F238E27FC236}">
                <a16:creationId xmlns:a16="http://schemas.microsoft.com/office/drawing/2014/main" id="{8DB0214D-A742-9EB1-04CE-BF0AFA80D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0012" y="3740719"/>
            <a:ext cx="14097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BFBCEC7-CE46-F42E-B6E4-004BFCCE7ECA}"/>
              </a:ext>
            </a:extLst>
          </p:cNvPr>
          <p:cNvSpPr/>
          <p:nvPr/>
        </p:nvSpPr>
        <p:spPr>
          <a:xfrm>
            <a:off x="622069" y="1431850"/>
            <a:ext cx="1956262" cy="113883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" name="直線矢印コネクタ 3">
            <a:extLst>
              <a:ext uri="{FF2B5EF4-FFF2-40B4-BE49-F238E27FC236}">
                <a16:creationId xmlns:a16="http://schemas.microsoft.com/office/drawing/2014/main" id="{8CEF2CAC-E47D-3B3A-F6B8-83287511714C}"/>
              </a:ext>
            </a:extLst>
          </p:cNvPr>
          <p:cNvCxnSpPr>
            <a:cxnSpLocks/>
          </p:cNvCxnSpPr>
          <p:nvPr/>
        </p:nvCxnSpPr>
        <p:spPr>
          <a:xfrm>
            <a:off x="2631670" y="1977322"/>
            <a:ext cx="2583873" cy="94143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BB541324-F585-392D-2EF1-C4DB56BF9E95}"/>
              </a:ext>
            </a:extLst>
          </p:cNvPr>
          <p:cNvSpPr/>
          <p:nvPr/>
        </p:nvSpPr>
        <p:spPr>
          <a:xfrm>
            <a:off x="5028508" y="3657600"/>
            <a:ext cx="1956262" cy="216963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矢印: 右カーブ 7">
            <a:extLst>
              <a:ext uri="{FF2B5EF4-FFF2-40B4-BE49-F238E27FC236}">
                <a16:creationId xmlns:a16="http://schemas.microsoft.com/office/drawing/2014/main" id="{53F021E6-11B3-E4FC-6932-4120F2A4DD83}"/>
              </a:ext>
            </a:extLst>
          </p:cNvPr>
          <p:cNvSpPr/>
          <p:nvPr/>
        </p:nvSpPr>
        <p:spPr>
          <a:xfrm rot="5400000">
            <a:off x="3068089" y="2576917"/>
            <a:ext cx="597824" cy="32759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9761F33-8DC8-9D09-4A7B-4A6D60C872DC}"/>
              </a:ext>
            </a:extLst>
          </p:cNvPr>
          <p:cNvSpPr txBox="1"/>
          <p:nvPr/>
        </p:nvSpPr>
        <p:spPr>
          <a:xfrm>
            <a:off x="2146069" y="4214870"/>
            <a:ext cx="1062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裏側へ</a:t>
            </a:r>
          </a:p>
        </p:txBody>
      </p:sp>
    </p:spTree>
    <p:extLst>
      <p:ext uri="{BB962C8B-B14F-4D97-AF65-F5344CB8AC3E}">
        <p14:creationId xmlns:p14="http://schemas.microsoft.com/office/powerpoint/2010/main" val="3052104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図 38">
            <a:extLst>
              <a:ext uri="{FF2B5EF4-FFF2-40B4-BE49-F238E27FC236}">
                <a16:creationId xmlns:a16="http://schemas.microsoft.com/office/drawing/2014/main" id="{8DB0214D-A742-9EB1-04CE-BF0AFA80DBC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644" y="3740719"/>
            <a:ext cx="140970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52C5E9BB-4540-FA49-E6AE-CF7978685148}"/>
              </a:ext>
            </a:extLst>
          </p:cNvPr>
          <p:cNvSpPr/>
          <p:nvPr/>
        </p:nvSpPr>
        <p:spPr>
          <a:xfrm>
            <a:off x="698269" y="340822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EC88A93-EDCB-EBE6-2481-29F982A78C5C}"/>
              </a:ext>
            </a:extLst>
          </p:cNvPr>
          <p:cNvSpPr/>
          <p:nvPr/>
        </p:nvSpPr>
        <p:spPr>
          <a:xfrm>
            <a:off x="777240" y="490450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276691A9-59C5-A687-CA3C-CFBEB863E688}"/>
              </a:ext>
            </a:extLst>
          </p:cNvPr>
          <p:cNvSpPr/>
          <p:nvPr/>
        </p:nvSpPr>
        <p:spPr>
          <a:xfrm>
            <a:off x="777240" y="1005838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628FD9D5-F026-FE3A-4A56-BE114B075419}"/>
              </a:ext>
            </a:extLst>
          </p:cNvPr>
          <p:cNvSpPr/>
          <p:nvPr/>
        </p:nvSpPr>
        <p:spPr>
          <a:xfrm>
            <a:off x="5171902" y="2649670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4995090C-1AD4-CA2B-3FA7-C530C58C4E76}"/>
              </a:ext>
            </a:extLst>
          </p:cNvPr>
          <p:cNvSpPr/>
          <p:nvPr/>
        </p:nvSpPr>
        <p:spPr>
          <a:xfrm>
            <a:off x="5171902" y="3181681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7A9BB08C-FF0A-9ED2-D7E7-29A5C0FFBF9E}"/>
              </a:ext>
            </a:extLst>
          </p:cNvPr>
          <p:cNvSpPr/>
          <p:nvPr/>
        </p:nvSpPr>
        <p:spPr>
          <a:xfrm>
            <a:off x="5092931" y="365752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005F3564-7557-F988-E516-24C7807097E5}"/>
              </a:ext>
            </a:extLst>
          </p:cNvPr>
          <p:cNvSpPr/>
          <p:nvPr/>
        </p:nvSpPr>
        <p:spPr>
          <a:xfrm>
            <a:off x="5171902" y="515380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2DC4C6B2-52EC-148D-3D71-5565AE727817}"/>
              </a:ext>
            </a:extLst>
          </p:cNvPr>
          <p:cNvSpPr/>
          <p:nvPr/>
        </p:nvSpPr>
        <p:spPr>
          <a:xfrm>
            <a:off x="5171902" y="1030768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6" name="正方形/長方形 25">
            <a:extLst>
              <a:ext uri="{FF2B5EF4-FFF2-40B4-BE49-F238E27FC236}">
                <a16:creationId xmlns:a16="http://schemas.microsoft.com/office/drawing/2014/main" id="{D07BB822-912C-27EC-E2DC-E57E73AF9BD3}"/>
              </a:ext>
            </a:extLst>
          </p:cNvPr>
          <p:cNvSpPr/>
          <p:nvPr/>
        </p:nvSpPr>
        <p:spPr>
          <a:xfrm>
            <a:off x="2974571" y="3088157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1F7A661A-3F9C-8FC3-AC7C-767AB2B65342}"/>
              </a:ext>
            </a:extLst>
          </p:cNvPr>
          <p:cNvSpPr/>
          <p:nvPr/>
        </p:nvSpPr>
        <p:spPr>
          <a:xfrm>
            <a:off x="2974571" y="2560306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D10C540-814E-743A-7AF2-8791A556F92D}"/>
              </a:ext>
            </a:extLst>
          </p:cNvPr>
          <p:cNvSpPr/>
          <p:nvPr/>
        </p:nvSpPr>
        <p:spPr>
          <a:xfrm>
            <a:off x="2895600" y="340821"/>
            <a:ext cx="1803862" cy="337496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9929C722-5046-1161-BEF9-024D4609BC39}"/>
              </a:ext>
            </a:extLst>
          </p:cNvPr>
          <p:cNvSpPr/>
          <p:nvPr/>
        </p:nvSpPr>
        <p:spPr>
          <a:xfrm>
            <a:off x="2974571" y="490449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A8AC8FF7-A9CB-E9EE-375E-DFBA1A3B9D9E}"/>
              </a:ext>
            </a:extLst>
          </p:cNvPr>
          <p:cNvSpPr/>
          <p:nvPr/>
        </p:nvSpPr>
        <p:spPr>
          <a:xfrm>
            <a:off x="2974571" y="1005837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F4D7B9B3-92E4-73C1-BAEF-1AAF4F378D37}"/>
              </a:ext>
            </a:extLst>
          </p:cNvPr>
          <p:cNvSpPr/>
          <p:nvPr/>
        </p:nvSpPr>
        <p:spPr>
          <a:xfrm>
            <a:off x="2974571" y="1521225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030CF857-3F45-29B6-EAF3-0A5C151CD11F}"/>
              </a:ext>
            </a:extLst>
          </p:cNvPr>
          <p:cNvSpPr/>
          <p:nvPr/>
        </p:nvSpPr>
        <p:spPr>
          <a:xfrm>
            <a:off x="2974571" y="2053236"/>
            <a:ext cx="1645920" cy="3491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EEFA6252-5428-72B8-08B8-D6FFE820019B}"/>
              </a:ext>
            </a:extLst>
          </p:cNvPr>
          <p:cNvSpPr/>
          <p:nvPr/>
        </p:nvSpPr>
        <p:spPr>
          <a:xfrm>
            <a:off x="5171902" y="1562775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AFE3A439-1F71-82AC-78FD-20FC7CBBB429}"/>
              </a:ext>
            </a:extLst>
          </p:cNvPr>
          <p:cNvSpPr/>
          <p:nvPr/>
        </p:nvSpPr>
        <p:spPr>
          <a:xfrm>
            <a:off x="5171902" y="2090633"/>
            <a:ext cx="1645920" cy="349135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/>
              <a:t>基板</a:t>
            </a: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ED0D3BEB-50FF-4E59-80FB-F957701D29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" y="3726871"/>
            <a:ext cx="1409700" cy="19431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66070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45</Words>
  <Application>Microsoft Office PowerPoint</Application>
  <PresentationFormat>ワイド画面</PresentationFormat>
  <Paragraphs>44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7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SATO Yuki (佐藤 勇希)</dc:creator>
  <cp:lastModifiedBy>SATO Yuki (佐藤 勇希)</cp:lastModifiedBy>
  <cp:revision>3</cp:revision>
  <dcterms:created xsi:type="dcterms:W3CDTF">2022-11-17T07:11:38Z</dcterms:created>
  <dcterms:modified xsi:type="dcterms:W3CDTF">2022-11-30T00:25:19Z</dcterms:modified>
</cp:coreProperties>
</file>