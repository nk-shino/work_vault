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1957D3-38D2-4E56-97C1-143C45AC1A5D}" v="1" dt="2024-09-09T05:36:45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O Yuki (佐藤 勇希)" userId="355fd401-9c31-44b5-8919-d33e419f9bed" providerId="ADAL" clId="{B51957D3-38D2-4E56-97C1-143C45AC1A5D}"/>
    <pc:docChg chg="modSld">
      <pc:chgData name="SATO Yuki (佐藤 勇希)" userId="355fd401-9c31-44b5-8919-d33e419f9bed" providerId="ADAL" clId="{B51957D3-38D2-4E56-97C1-143C45AC1A5D}" dt="2024-09-09T05:36:36.760" v="1" actId="20577"/>
      <pc:docMkLst>
        <pc:docMk/>
      </pc:docMkLst>
      <pc:sldChg chg="modSp mod">
        <pc:chgData name="SATO Yuki (佐藤 勇希)" userId="355fd401-9c31-44b5-8919-d33e419f9bed" providerId="ADAL" clId="{B51957D3-38D2-4E56-97C1-143C45AC1A5D}" dt="2024-09-09T05:36:36.760" v="1" actId="20577"/>
        <pc:sldMkLst>
          <pc:docMk/>
          <pc:sldMk cId="3564544161" sldId="258"/>
        </pc:sldMkLst>
        <pc:spChg chg="mod">
          <ac:chgData name="SATO Yuki (佐藤 勇希)" userId="355fd401-9c31-44b5-8919-d33e419f9bed" providerId="ADAL" clId="{B51957D3-38D2-4E56-97C1-143C45AC1A5D}" dt="2024-09-09T05:36:36.760" v="1" actId="20577"/>
          <ac:spMkLst>
            <pc:docMk/>
            <pc:sldMk cId="3564544161" sldId="258"/>
            <ac:spMk id="129" creationId="{91149E62-9B99-4335-9C74-0AA36F23EBE6}"/>
          </ac:spMkLst>
        </pc:spChg>
      </pc:sldChg>
    </pc:docChg>
  </pc:docChgLst>
  <pc:docChgLst>
    <pc:chgData name="SATO Yuki (佐藤 勇希)" userId="355fd401-9c31-44b5-8919-d33e419f9bed" providerId="ADAL" clId="{FD879B1A-3B58-4334-9EFA-EC79E6153472}"/>
    <pc:docChg chg="undo custSel modSld">
      <pc:chgData name="SATO Yuki (佐藤 勇希)" userId="355fd401-9c31-44b5-8919-d33e419f9bed" providerId="ADAL" clId="{FD879B1A-3B58-4334-9EFA-EC79E6153472}" dt="2023-08-30T07:04:03.502" v="605" actId="14100"/>
      <pc:docMkLst>
        <pc:docMk/>
      </pc:docMkLst>
      <pc:sldChg chg="addSp delSp modSp mod">
        <pc:chgData name="SATO Yuki (佐藤 勇希)" userId="355fd401-9c31-44b5-8919-d33e419f9bed" providerId="ADAL" clId="{FD879B1A-3B58-4334-9EFA-EC79E6153472}" dt="2023-08-30T07:04:03.502" v="605" actId="14100"/>
        <pc:sldMkLst>
          <pc:docMk/>
          <pc:sldMk cId="3564544161" sldId="258"/>
        </pc:sldMkLst>
        <pc:spChg chg="add mod">
          <ac:chgData name="SATO Yuki (佐藤 勇希)" userId="355fd401-9c31-44b5-8919-d33e419f9bed" providerId="ADAL" clId="{FD879B1A-3B58-4334-9EFA-EC79E6153472}" dt="2023-08-30T06:50:30.382" v="73" actId="1076"/>
          <ac:spMkLst>
            <pc:docMk/>
            <pc:sldMk cId="3564544161" sldId="258"/>
            <ac:spMk id="4" creationId="{61412B6E-E8B9-5ECA-DFA1-16264C5C54D3}"/>
          </ac:spMkLst>
        </pc:spChg>
        <pc:spChg chg="add mod">
          <ac:chgData name="SATO Yuki (佐藤 勇希)" userId="355fd401-9c31-44b5-8919-d33e419f9bed" providerId="ADAL" clId="{FD879B1A-3B58-4334-9EFA-EC79E6153472}" dt="2023-08-30T06:59:05.929" v="522" actId="14100"/>
          <ac:spMkLst>
            <pc:docMk/>
            <pc:sldMk cId="3564544161" sldId="258"/>
            <ac:spMk id="5" creationId="{622CDCBB-9D5D-9318-95CF-7E001C3D3245}"/>
          </ac:spMkLst>
        </pc:spChg>
        <pc:spChg chg="add mod">
          <ac:chgData name="SATO Yuki (佐藤 勇希)" userId="355fd401-9c31-44b5-8919-d33e419f9bed" providerId="ADAL" clId="{FD879B1A-3B58-4334-9EFA-EC79E6153472}" dt="2023-08-30T06:53:46.675" v="168"/>
          <ac:spMkLst>
            <pc:docMk/>
            <pc:sldMk cId="3564544161" sldId="258"/>
            <ac:spMk id="6" creationId="{D0B114D6-DCD2-4323-79B4-13891001C9FB}"/>
          </ac:spMkLst>
        </pc:spChg>
        <pc:spChg chg="add mod">
          <ac:chgData name="SATO Yuki (佐藤 勇希)" userId="355fd401-9c31-44b5-8919-d33e419f9bed" providerId="ADAL" clId="{FD879B1A-3B58-4334-9EFA-EC79E6153472}" dt="2023-08-30T06:52:55.237" v="152" actId="1076"/>
          <ac:spMkLst>
            <pc:docMk/>
            <pc:sldMk cId="3564544161" sldId="258"/>
            <ac:spMk id="7" creationId="{B0B47A44-8825-808D-C228-4F80BC93055D}"/>
          </ac:spMkLst>
        </pc:spChg>
        <pc:spChg chg="add del mod">
          <ac:chgData name="SATO Yuki (佐藤 勇希)" userId="355fd401-9c31-44b5-8919-d33e419f9bed" providerId="ADAL" clId="{FD879B1A-3B58-4334-9EFA-EC79E6153472}" dt="2023-08-30T06:56:06.611" v="183" actId="478"/>
          <ac:spMkLst>
            <pc:docMk/>
            <pc:sldMk cId="3564544161" sldId="258"/>
            <ac:spMk id="8" creationId="{1DE8063D-6747-BE25-12EF-11D24179D009}"/>
          </ac:spMkLst>
        </pc:spChg>
        <pc:spChg chg="add mod">
          <ac:chgData name="SATO Yuki (佐藤 勇希)" userId="355fd401-9c31-44b5-8919-d33e419f9bed" providerId="ADAL" clId="{FD879B1A-3B58-4334-9EFA-EC79E6153472}" dt="2023-08-30T07:03:53.123" v="604" actId="207"/>
          <ac:spMkLst>
            <pc:docMk/>
            <pc:sldMk cId="3564544161" sldId="258"/>
            <ac:spMk id="36" creationId="{F41C68CB-FAB5-DA2A-DE8D-FA78A1E44BB7}"/>
          </ac:spMkLst>
        </pc:spChg>
        <pc:spChg chg="add mod">
          <ac:chgData name="SATO Yuki (佐藤 勇希)" userId="355fd401-9c31-44b5-8919-d33e419f9bed" providerId="ADAL" clId="{FD879B1A-3B58-4334-9EFA-EC79E6153472}" dt="2023-08-30T07:03:07.325" v="599" actId="20577"/>
          <ac:spMkLst>
            <pc:docMk/>
            <pc:sldMk cId="3564544161" sldId="258"/>
            <ac:spMk id="37" creationId="{8E71166A-386E-3EB1-728F-B28990804969}"/>
          </ac:spMkLst>
        </pc:spChg>
        <pc:spChg chg="add mod">
          <ac:chgData name="SATO Yuki (佐藤 勇希)" userId="355fd401-9c31-44b5-8919-d33e419f9bed" providerId="ADAL" clId="{FD879B1A-3B58-4334-9EFA-EC79E6153472}" dt="2023-08-30T07:03:04.901" v="598" actId="20577"/>
          <ac:spMkLst>
            <pc:docMk/>
            <pc:sldMk cId="3564544161" sldId="258"/>
            <ac:spMk id="38" creationId="{5935D7A9-827A-6032-99F4-5195B5A9846F}"/>
          </ac:spMkLst>
        </pc:spChg>
        <pc:spChg chg="mod">
          <ac:chgData name="SATO Yuki (佐藤 勇希)" userId="355fd401-9c31-44b5-8919-d33e419f9bed" providerId="ADAL" clId="{FD879B1A-3B58-4334-9EFA-EC79E6153472}" dt="2023-08-30T07:00:19.319" v="524" actId="207"/>
          <ac:spMkLst>
            <pc:docMk/>
            <pc:sldMk cId="3564544161" sldId="258"/>
            <ac:spMk id="56" creationId="{9D19EE46-A769-4D1C-9086-F5E2D91056EA}"/>
          </ac:spMkLst>
        </pc:spChg>
        <pc:spChg chg="mod">
          <ac:chgData name="SATO Yuki (佐藤 勇希)" userId="355fd401-9c31-44b5-8919-d33e419f9bed" providerId="ADAL" clId="{FD879B1A-3B58-4334-9EFA-EC79E6153472}" dt="2023-08-30T06:58:17.737" v="496" actId="14100"/>
          <ac:spMkLst>
            <pc:docMk/>
            <pc:sldMk cId="3564544161" sldId="258"/>
            <ac:spMk id="57" creationId="{F98BA717-2229-773A-500C-05F83735E273}"/>
          </ac:spMkLst>
        </pc:spChg>
        <pc:spChg chg="mod">
          <ac:chgData name="SATO Yuki (佐藤 勇希)" userId="355fd401-9c31-44b5-8919-d33e419f9bed" providerId="ADAL" clId="{FD879B1A-3B58-4334-9EFA-EC79E6153472}" dt="2023-08-30T07:01:57.930" v="564" actId="14100"/>
          <ac:spMkLst>
            <pc:docMk/>
            <pc:sldMk cId="3564544161" sldId="258"/>
            <ac:spMk id="129" creationId="{91149E62-9B99-4335-9C74-0AA36F23EBE6}"/>
          </ac:spMkLst>
        </pc:spChg>
        <pc:spChg chg="mod">
          <ac:chgData name="SATO Yuki (佐藤 勇希)" userId="355fd401-9c31-44b5-8919-d33e419f9bed" providerId="ADAL" clId="{FD879B1A-3B58-4334-9EFA-EC79E6153472}" dt="2023-08-30T06:54:15.982" v="180" actId="207"/>
          <ac:spMkLst>
            <pc:docMk/>
            <pc:sldMk cId="3564544161" sldId="258"/>
            <ac:spMk id="154" creationId="{C441334A-0A1F-4C49-85A4-0764C62672EB}"/>
          </ac:spMkLst>
        </pc:spChg>
        <pc:spChg chg="mod">
          <ac:chgData name="SATO Yuki (佐藤 勇希)" userId="355fd401-9c31-44b5-8919-d33e419f9bed" providerId="ADAL" clId="{FD879B1A-3B58-4334-9EFA-EC79E6153472}" dt="2023-08-30T06:51:23.816" v="96" actId="13822"/>
          <ac:spMkLst>
            <pc:docMk/>
            <pc:sldMk cId="3564544161" sldId="258"/>
            <ac:spMk id="157" creationId="{ECDDA0C7-385D-4C4E-A9EA-5B6A8648849B}"/>
          </ac:spMkLst>
        </pc:spChg>
        <pc:spChg chg="mod">
          <ac:chgData name="SATO Yuki (佐藤 勇希)" userId="355fd401-9c31-44b5-8919-d33e419f9bed" providerId="ADAL" clId="{FD879B1A-3B58-4334-9EFA-EC79E6153472}" dt="2023-08-30T06:51:23.816" v="96" actId="13822"/>
          <ac:spMkLst>
            <pc:docMk/>
            <pc:sldMk cId="3564544161" sldId="258"/>
            <ac:spMk id="158" creationId="{7C8ED32B-F035-4A46-930A-68AA2BE5EC16}"/>
          </ac:spMkLst>
        </pc:spChg>
        <pc:spChg chg="mod">
          <ac:chgData name="SATO Yuki (佐藤 勇希)" userId="355fd401-9c31-44b5-8919-d33e419f9bed" providerId="ADAL" clId="{FD879B1A-3B58-4334-9EFA-EC79E6153472}" dt="2023-08-30T06:51:23.816" v="96" actId="13822"/>
          <ac:spMkLst>
            <pc:docMk/>
            <pc:sldMk cId="3564544161" sldId="258"/>
            <ac:spMk id="159" creationId="{ADD198A1-BAAF-45F5-9095-E3E3A3107E81}"/>
          </ac:spMkLst>
        </pc:spChg>
        <pc:spChg chg="mod">
          <ac:chgData name="SATO Yuki (佐藤 勇希)" userId="355fd401-9c31-44b5-8919-d33e419f9bed" providerId="ADAL" clId="{FD879B1A-3B58-4334-9EFA-EC79E6153472}" dt="2023-08-30T07:02:50.172" v="589" actId="14100"/>
          <ac:spMkLst>
            <pc:docMk/>
            <pc:sldMk cId="3564544161" sldId="258"/>
            <ac:spMk id="161" creationId="{888DC77C-E19D-4B65-99E2-28F3886965ED}"/>
          </ac:spMkLst>
        </pc:spChg>
        <pc:spChg chg="del mod">
          <ac:chgData name="SATO Yuki (佐藤 勇希)" userId="355fd401-9c31-44b5-8919-d33e419f9bed" providerId="ADAL" clId="{FD879B1A-3B58-4334-9EFA-EC79E6153472}" dt="2023-08-30T07:02:51.432" v="590" actId="478"/>
          <ac:spMkLst>
            <pc:docMk/>
            <pc:sldMk cId="3564544161" sldId="258"/>
            <ac:spMk id="162" creationId="{B2B80066-64E6-4D57-A131-2D5C2EBF0F5D}"/>
          </ac:spMkLst>
        </pc:spChg>
        <pc:spChg chg="del mod">
          <ac:chgData name="SATO Yuki (佐藤 勇希)" userId="355fd401-9c31-44b5-8919-d33e419f9bed" providerId="ADAL" clId="{FD879B1A-3B58-4334-9EFA-EC79E6153472}" dt="2023-08-30T07:02:52.367" v="591" actId="478"/>
          <ac:spMkLst>
            <pc:docMk/>
            <pc:sldMk cId="3564544161" sldId="258"/>
            <ac:spMk id="163" creationId="{870737D1-9DDE-4731-852B-12461A4AA477}"/>
          </ac:spMkLst>
        </pc:spChg>
        <pc:spChg chg="mod">
          <ac:chgData name="SATO Yuki (佐藤 勇希)" userId="355fd401-9c31-44b5-8919-d33e419f9bed" providerId="ADAL" clId="{FD879B1A-3B58-4334-9EFA-EC79E6153472}" dt="2023-08-30T07:03:46.109" v="603" actId="207"/>
          <ac:spMkLst>
            <pc:docMk/>
            <pc:sldMk cId="3564544161" sldId="258"/>
            <ac:spMk id="173" creationId="{51D8FFF7-55C0-4FCF-BBDF-D0E2D5323526}"/>
          </ac:spMkLst>
        </pc:spChg>
        <pc:spChg chg="mod">
          <ac:chgData name="SATO Yuki (佐藤 勇希)" userId="355fd401-9c31-44b5-8919-d33e419f9bed" providerId="ADAL" clId="{FD879B1A-3B58-4334-9EFA-EC79E6153472}" dt="2023-08-30T06:53:05.765" v="153" actId="14100"/>
          <ac:spMkLst>
            <pc:docMk/>
            <pc:sldMk cId="3564544161" sldId="258"/>
            <ac:spMk id="1035" creationId="{E925AAF1-21AE-4D3F-A07F-6D7715814B16}"/>
          </ac:spMkLst>
        </pc:spChg>
        <pc:picChg chg="mod">
          <ac:chgData name="SATO Yuki (佐藤 勇希)" userId="355fd401-9c31-44b5-8919-d33e419f9bed" providerId="ADAL" clId="{FD879B1A-3B58-4334-9EFA-EC79E6153472}" dt="2023-08-30T07:01:34.435" v="535" actId="1076"/>
          <ac:picMkLst>
            <pc:docMk/>
            <pc:sldMk cId="3564544161" sldId="258"/>
            <ac:picMk id="1028" creationId="{EC97AFF8-064F-75E7-C916-4296876A28CF}"/>
          </ac:picMkLst>
        </pc:picChg>
        <pc:cxnChg chg="mod">
          <ac:chgData name="SATO Yuki (佐藤 勇希)" userId="355fd401-9c31-44b5-8919-d33e419f9bed" providerId="ADAL" clId="{FD879B1A-3B58-4334-9EFA-EC79E6153472}" dt="2023-08-30T07:03:34.848" v="602" actId="14100"/>
          <ac:cxnSpMkLst>
            <pc:docMk/>
            <pc:sldMk cId="3564544161" sldId="258"/>
            <ac:cxnSpMk id="3" creationId="{82F795AA-B189-E497-E7C7-6F2E86E5703B}"/>
          </ac:cxnSpMkLst>
        </pc:cxnChg>
        <pc:cxnChg chg="add mod">
          <ac:chgData name="SATO Yuki (佐藤 勇希)" userId="355fd401-9c31-44b5-8919-d33e419f9bed" providerId="ADAL" clId="{FD879B1A-3B58-4334-9EFA-EC79E6153472}" dt="2023-08-30T07:02:01.189" v="565" actId="14100"/>
          <ac:cxnSpMkLst>
            <pc:docMk/>
            <pc:sldMk cId="3564544161" sldId="258"/>
            <ac:cxnSpMk id="12" creationId="{37241BF6-FBC5-A035-10CE-6348BDEDC768}"/>
          </ac:cxnSpMkLst>
        </pc:cxnChg>
        <pc:cxnChg chg="del mod">
          <ac:chgData name="SATO Yuki (佐藤 勇希)" userId="355fd401-9c31-44b5-8919-d33e419f9bed" providerId="ADAL" clId="{FD879B1A-3B58-4334-9EFA-EC79E6153472}" dt="2023-08-30T06:49:19.624" v="11" actId="478"/>
          <ac:cxnSpMkLst>
            <pc:docMk/>
            <pc:sldMk cId="3564544161" sldId="258"/>
            <ac:cxnSpMk id="31" creationId="{F9EE3620-696B-BA74-4C4A-EA6213F873E7}"/>
          </ac:cxnSpMkLst>
        </pc:cxnChg>
        <pc:cxnChg chg="del mod">
          <ac:chgData name="SATO Yuki (佐藤 勇希)" userId="355fd401-9c31-44b5-8919-d33e419f9bed" providerId="ADAL" clId="{FD879B1A-3B58-4334-9EFA-EC79E6153472}" dt="2023-08-30T06:49:17.649" v="9" actId="478"/>
          <ac:cxnSpMkLst>
            <pc:docMk/>
            <pc:sldMk cId="3564544161" sldId="258"/>
            <ac:cxnSpMk id="35" creationId="{058AC881-1883-F320-731D-34F5D8F774AD}"/>
          </ac:cxnSpMkLst>
        </pc:cxnChg>
        <pc:cxnChg chg="mod">
          <ac:chgData name="SATO Yuki (佐藤 勇希)" userId="355fd401-9c31-44b5-8919-d33e419f9bed" providerId="ADAL" clId="{FD879B1A-3B58-4334-9EFA-EC79E6153472}" dt="2023-08-30T07:02:01.189" v="565" actId="14100"/>
          <ac:cxnSpMkLst>
            <pc:docMk/>
            <pc:sldMk cId="3564544161" sldId="258"/>
            <ac:cxnSpMk id="46" creationId="{41110D16-CDCA-5016-CA9F-56964517B26F}"/>
          </ac:cxnSpMkLst>
        </pc:cxnChg>
        <pc:cxnChg chg="mod">
          <ac:chgData name="SATO Yuki (佐藤 勇希)" userId="355fd401-9c31-44b5-8919-d33e419f9bed" providerId="ADAL" clId="{FD879B1A-3B58-4334-9EFA-EC79E6153472}" dt="2023-08-30T07:01:34.435" v="535" actId="1076"/>
          <ac:cxnSpMkLst>
            <pc:docMk/>
            <pc:sldMk cId="3564544161" sldId="258"/>
            <ac:cxnSpMk id="51" creationId="{01D31573-21C5-3C75-EBA1-816D8C7BAA8D}"/>
          </ac:cxnSpMkLst>
        </pc:cxnChg>
        <pc:cxnChg chg="mod">
          <ac:chgData name="SATO Yuki (佐藤 勇希)" userId="355fd401-9c31-44b5-8919-d33e419f9bed" providerId="ADAL" clId="{FD879B1A-3B58-4334-9EFA-EC79E6153472}" dt="2023-08-30T07:01:34.435" v="535" actId="1076"/>
          <ac:cxnSpMkLst>
            <pc:docMk/>
            <pc:sldMk cId="3564544161" sldId="258"/>
            <ac:cxnSpMk id="58" creationId="{B02018C8-FF7A-3B8D-878A-AB90E2D63F11}"/>
          </ac:cxnSpMkLst>
        </pc:cxnChg>
        <pc:cxnChg chg="mod">
          <ac:chgData name="SATO Yuki (佐藤 勇希)" userId="355fd401-9c31-44b5-8919-d33e419f9bed" providerId="ADAL" clId="{FD879B1A-3B58-4334-9EFA-EC79E6153472}" dt="2023-08-30T07:02:01.189" v="565" actId="14100"/>
          <ac:cxnSpMkLst>
            <pc:docMk/>
            <pc:sldMk cId="3564544161" sldId="258"/>
            <ac:cxnSpMk id="72" creationId="{9237B3C0-6C3F-DAC7-4B5E-65716C01BF08}"/>
          </ac:cxnSpMkLst>
        </pc:cxnChg>
        <pc:cxnChg chg="del mod">
          <ac:chgData name="SATO Yuki (佐藤 勇希)" userId="355fd401-9c31-44b5-8919-d33e419f9bed" providerId="ADAL" clId="{FD879B1A-3B58-4334-9EFA-EC79E6153472}" dt="2023-08-30T06:49:18.414" v="10" actId="478"/>
          <ac:cxnSpMkLst>
            <pc:docMk/>
            <pc:sldMk cId="3564544161" sldId="258"/>
            <ac:cxnSpMk id="165" creationId="{76B685AC-52DC-4C57-A1FF-0CDD95EEAAC5}"/>
          </ac:cxnSpMkLst>
        </pc:cxnChg>
        <pc:cxnChg chg="mod">
          <ac:chgData name="SATO Yuki (佐藤 勇希)" userId="355fd401-9c31-44b5-8919-d33e419f9bed" providerId="ADAL" clId="{FD879B1A-3B58-4334-9EFA-EC79E6153472}" dt="2023-08-30T07:04:03.502" v="605" actId="14100"/>
          <ac:cxnSpMkLst>
            <pc:docMk/>
            <pc:sldMk cId="3564544161" sldId="258"/>
            <ac:cxnSpMk id="168" creationId="{3601166A-5F1C-4B6A-93FD-6DA25DAEFB6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3A8C0-57F0-478E-88D4-5FB3F7412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849166C-56B2-4E6E-8973-A7F987EA6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300AC6-2D30-4160-BDC7-28EB21DB4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2024/9/9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B9D98C-23DC-4783-885C-6E559A95C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6E1633-21ED-48A4-B006-C50C9F55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95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0AAF6D-EA6D-434B-B3A5-B2DEE282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745"/>
            <a:ext cx="7772400" cy="615178"/>
          </a:xfrm>
        </p:spPr>
        <p:txBody>
          <a:bodyPr>
            <a:noAutofit/>
          </a:bodyPr>
          <a:lstStyle>
            <a:lvl1pPr>
              <a:defRPr sz="36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58DC4B-BC8D-4238-9909-725180CE8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2pPr>
            <a:lvl3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3pPr>
            <a:lvl4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4pPr>
            <a:lvl5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510C5C-1576-44C4-BB1F-324DB996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0CED8E22-53D6-4154-8E3C-6B18391D9624}" type="datetimeFigureOut">
              <a:rPr lang="ja-JP" altLang="en-US" smtClean="0"/>
              <a:pPr/>
              <a:t>2024/9/9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FD6988-86A8-4D80-90E0-5E27A622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生産部生産</a:t>
            </a:r>
            <a:r>
              <a:rPr lang="en-US" altLang="ja-JP"/>
              <a:t>1</a:t>
            </a:r>
            <a:r>
              <a:rPr lang="ja-JP" altLang="en-US"/>
              <a:t>課</a:t>
            </a:r>
            <a:r>
              <a:rPr lang="en-US" altLang="ja-JP"/>
              <a:t>1</a:t>
            </a:r>
            <a:r>
              <a:rPr lang="ja-JP" altLang="en-US"/>
              <a:t>係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0C5CCF-1D43-4E41-8713-0ABBB0E3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320F96E4-6393-485F-BD8D-02C5A2D09C5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71E6363-C0C0-448C-A31B-63C2CEE74031}"/>
              </a:ext>
            </a:extLst>
          </p:cNvPr>
          <p:cNvCxnSpPr>
            <a:cxnSpLocks/>
          </p:cNvCxnSpPr>
          <p:nvPr userDrawn="1"/>
        </p:nvCxnSpPr>
        <p:spPr>
          <a:xfrm>
            <a:off x="0" y="926757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10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41B70F-2394-43D8-83BB-6E1B566B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0C4710-ED24-4C3C-9C57-EBFBD1DAC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B57D8F-46F4-40F8-B408-3218D58C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0CED8E22-53D6-4154-8E3C-6B18391D9624}" type="datetimeFigureOut">
              <a:rPr lang="ja-JP" altLang="en-US" smtClean="0"/>
              <a:pPr/>
              <a:t>2024/9/9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37B0C6-354E-429C-9E34-E7C42FBF9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2A3674-0DEF-4573-9204-D63F786F5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ＭＳ ゴシック" panose="020B0609070205080204" pitchFamily="49" charset="-128"/>
                <a:ea typeface="ＭＳ ゴシック" panose="020B0609070205080204" pitchFamily="49" charset="-128"/>
              </a:defRPr>
            </a:lvl1pPr>
          </a:lstStyle>
          <a:p>
            <a:fld id="{320F96E4-6393-485F-BD8D-02C5A2D09C5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1931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8A6B70-DC1B-4056-9C96-E38BD6B2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BE7CA8-2EAD-4E33-B771-222EB3F7B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8694C4-9DDC-429C-9C1E-B7B25F918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71FA17-2F4C-4241-AB28-1D48C7DE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2024/9/9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CBC12C-4A72-4181-B97A-EC75B8AF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5C958B-DF13-4EFD-BDAA-3030CE026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197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72230C-8207-41F7-B30F-F995C715E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2D5522E-2814-4E9A-A2D0-2212C86A0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472FB2-BEA2-4F11-BADA-1F94CE2E5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302357-1312-4A4A-AAA9-7ABA156660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2ABCE4-823D-4B3B-9F72-809381C77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C64F7F7-488E-46A7-95A5-EE9D9AE48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2024/9/9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DFEFB0-1F97-486A-8153-B6F47BC9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80865DC-CD11-4AD4-B7CA-DD1221B5D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353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FCBE32-3431-4A46-B85C-F4582E3D8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D70E16-1015-4D54-9658-DEB9C6B4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2024/9/9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70CF965-E1E2-499A-AE18-B87C8C365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F6132F-36B7-469B-990D-8D2BDA0F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72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C08557D-2C47-469A-B23E-EB67D934B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2024/9/9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789AFD-4939-4D05-BE3B-3921E74D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A9C0F1-AE44-42A4-ADBF-D59E726D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70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5C5BC-7EF2-4EF9-A46A-9A328D0FE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B394B4-E64D-43C4-9F6B-6B06A66B5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E1A201-B48F-456C-B887-3BBD03F7B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1DD2E3-FBBC-4AEF-B289-FB7E864A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2024/9/9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C8C1B3-2992-4BE1-87B2-D2797377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F48BD2-6814-44FE-B34A-68718887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908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3FEBC2-368F-41D8-BE15-4CF2A340B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7AB1FD5-A528-40F1-999A-CAF09FEFAE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097D0B-B1B4-4579-B2D0-DED13C4F5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1F8D24-F97F-4923-955A-CB81003D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2024/9/9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D07F4E-3172-40F8-9514-622BB43A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C2ADCC-A356-4FA6-9651-7B73408B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7854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133762-F233-48E5-A0AC-C32827502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593C8E-0AC3-4C15-96E8-5107FDF6F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C7C0E9-AFE9-4CC7-8727-CBE8FF95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2024/9/9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1DB021-C6DB-44CC-A817-090A5F3D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5A2BB8-6467-43BA-9E78-8E6EB767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5836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B1C1A5F-F806-4C36-8F3B-3859EAC3D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D5A69C-CA3B-4342-8C3C-D7E812749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888BF6-F1D7-4A42-954F-914C2894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D8E22-53D6-4154-8E3C-6B18391D9624}" type="datetimeFigureOut">
              <a:rPr kumimoji="1" lang="ja-JP" altLang="en-US" smtClean="0"/>
              <a:t>2024/9/9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9F7C0E-2CFC-4014-83BF-6BAA205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0E0F66-3917-4ED2-8523-24711401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55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D6DA7CB-F089-45B6-AA06-F34D33104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9DCF9A-79EB-4785-8C1B-5B85B28F2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0C953D-6B86-4EA7-9820-FA7E26B1E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D8E22-53D6-4154-8E3C-6B18391D9624}" type="datetimeFigureOut">
              <a:rPr kumimoji="1" lang="ja-JP" altLang="en-US" smtClean="0"/>
              <a:t>2024/9/9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24D29D-C401-4265-96CF-07E6934D33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2FDCB5-FBD6-41A1-90BE-FEFA766A7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F96E4-6393-485F-BD8D-02C5A2D09C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82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72280-8F98-43BC-BBC1-C0676FC6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874" y="171138"/>
            <a:ext cx="10359361" cy="682279"/>
          </a:xfrm>
        </p:spPr>
        <p:txBody>
          <a:bodyPr>
            <a:normAutofit/>
          </a:bodyPr>
          <a:lstStyle/>
          <a:p>
            <a:r>
              <a:rPr lang="ja-JP" altLang="en-US" dirty="0"/>
              <a:t>現在の生産計画作成方法簡略図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A43638D5-F964-41CD-B243-8773C8650576}"/>
              </a:ext>
            </a:extLst>
          </p:cNvPr>
          <p:cNvSpPr/>
          <p:nvPr/>
        </p:nvSpPr>
        <p:spPr>
          <a:xfrm>
            <a:off x="2826722" y="1656440"/>
            <a:ext cx="1091494" cy="7877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BOSS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D19EE46-A769-4D1C-9086-F5E2D91056EA}"/>
              </a:ext>
            </a:extLst>
          </p:cNvPr>
          <p:cNvSpPr/>
          <p:nvPr/>
        </p:nvSpPr>
        <p:spPr>
          <a:xfrm>
            <a:off x="3092350" y="2002143"/>
            <a:ext cx="587230" cy="3118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accent5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指図</a:t>
            </a:r>
            <a:endParaRPr kumimoji="1" lang="ja-JP" altLang="en-US" sz="1400" b="1" dirty="0">
              <a:solidFill>
                <a:schemeClr val="accent5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BE967EC2-19C2-4F7E-9377-4CBE910FAF71}"/>
              </a:ext>
            </a:extLst>
          </p:cNvPr>
          <p:cNvCxnSpPr>
            <a:cxnSpLocks/>
            <a:stCxn id="56" idx="2"/>
            <a:endCxn id="92" idx="0"/>
          </p:cNvCxnSpPr>
          <p:nvPr/>
        </p:nvCxnSpPr>
        <p:spPr>
          <a:xfrm rot="5400000">
            <a:off x="2413550" y="2597279"/>
            <a:ext cx="1255726" cy="689104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ひし形 91">
            <a:extLst>
              <a:ext uri="{FF2B5EF4-FFF2-40B4-BE49-F238E27FC236}">
                <a16:creationId xmlns:a16="http://schemas.microsoft.com/office/drawing/2014/main" id="{04C0DA4C-B4D0-45D9-A208-B506D60DDF51}"/>
              </a:ext>
            </a:extLst>
          </p:cNvPr>
          <p:cNvSpPr/>
          <p:nvPr/>
        </p:nvSpPr>
        <p:spPr>
          <a:xfrm>
            <a:off x="2170988" y="3569694"/>
            <a:ext cx="1051745" cy="75840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b="1" dirty="0"/>
              <a:t>合体</a:t>
            </a: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2AD92EAE-8F25-4CCC-B273-C6F2BB0AE5B5}"/>
              </a:ext>
            </a:extLst>
          </p:cNvPr>
          <p:cNvSpPr/>
          <p:nvPr/>
        </p:nvSpPr>
        <p:spPr>
          <a:xfrm>
            <a:off x="1181085" y="4900244"/>
            <a:ext cx="763778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Line-1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99FBCF8-248F-4135-8C92-D975BA3A7BC8}"/>
              </a:ext>
            </a:extLst>
          </p:cNvPr>
          <p:cNvSpPr/>
          <p:nvPr/>
        </p:nvSpPr>
        <p:spPr>
          <a:xfrm>
            <a:off x="2149935" y="4894417"/>
            <a:ext cx="1088713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Line-2</a:t>
            </a:r>
          </a:p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固定品目</a:t>
            </a:r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FDA2F394-1E2F-437D-9A1C-A35F6555F10C}"/>
              </a:ext>
            </a:extLst>
          </p:cNvPr>
          <p:cNvSpPr/>
          <p:nvPr/>
        </p:nvSpPr>
        <p:spPr>
          <a:xfrm>
            <a:off x="3322488" y="4894418"/>
            <a:ext cx="1091494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Line-3</a:t>
            </a:r>
            <a:b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</a:br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固定品目</a:t>
            </a:r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37CA6B7E-B764-44DD-83A3-B5B5F766C91B}"/>
              </a:ext>
            </a:extLst>
          </p:cNvPr>
          <p:cNvCxnSpPr>
            <a:cxnSpLocks/>
            <a:stCxn id="92" idx="2"/>
            <a:endCxn id="110" idx="0"/>
          </p:cNvCxnSpPr>
          <p:nvPr/>
        </p:nvCxnSpPr>
        <p:spPr>
          <a:xfrm rot="5400000">
            <a:off x="1843844" y="4047226"/>
            <a:ext cx="572149" cy="1133887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コネクタ: カギ線 118">
            <a:extLst>
              <a:ext uri="{FF2B5EF4-FFF2-40B4-BE49-F238E27FC236}">
                <a16:creationId xmlns:a16="http://schemas.microsoft.com/office/drawing/2014/main" id="{F7B7E8DD-9FAA-4451-AF22-4DD540DB5DCF}"/>
              </a:ext>
            </a:extLst>
          </p:cNvPr>
          <p:cNvCxnSpPr>
            <a:cxnSpLocks/>
            <a:stCxn id="92" idx="2"/>
            <a:endCxn id="112" idx="0"/>
          </p:cNvCxnSpPr>
          <p:nvPr/>
        </p:nvCxnSpPr>
        <p:spPr>
          <a:xfrm rot="16200000" flipH="1">
            <a:off x="2999387" y="4025569"/>
            <a:ext cx="566323" cy="1171374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7CCBD67F-1EF5-46BC-B2C4-64C2559BAFB6}"/>
              </a:ext>
            </a:extLst>
          </p:cNvPr>
          <p:cNvCxnSpPr>
            <a:cxnSpLocks/>
            <a:stCxn id="92" idx="2"/>
            <a:endCxn id="111" idx="0"/>
          </p:cNvCxnSpPr>
          <p:nvPr/>
        </p:nvCxnSpPr>
        <p:spPr>
          <a:xfrm flipH="1">
            <a:off x="2694292" y="4328095"/>
            <a:ext cx="2569" cy="566322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B2B9E321-0A2B-4B79-BEA7-BA04F3A2ECE7}"/>
              </a:ext>
            </a:extLst>
          </p:cNvPr>
          <p:cNvSpPr/>
          <p:nvPr/>
        </p:nvSpPr>
        <p:spPr>
          <a:xfrm>
            <a:off x="6034045" y="1163130"/>
            <a:ext cx="2642967" cy="25621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asprova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91149E62-9B99-4335-9C74-0AA36F23EBE6}"/>
              </a:ext>
            </a:extLst>
          </p:cNvPr>
          <p:cNvSpPr/>
          <p:nvPr/>
        </p:nvSpPr>
        <p:spPr>
          <a:xfrm>
            <a:off x="9024313" y="1151480"/>
            <a:ext cx="1731554" cy="17052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 dirty="0" err="1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EGPro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68FE0DDE-2657-4148-8479-BB3F4CC6FFFC}"/>
              </a:ext>
            </a:extLst>
          </p:cNvPr>
          <p:cNvSpPr/>
          <p:nvPr/>
        </p:nvSpPr>
        <p:spPr>
          <a:xfrm>
            <a:off x="5518878" y="1805168"/>
            <a:ext cx="1030333" cy="6740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品目入力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710CFF2E-DA1B-41B5-841D-CC9E4EB8FF68}"/>
              </a:ext>
            </a:extLst>
          </p:cNvPr>
          <p:cNvSpPr/>
          <p:nvPr/>
        </p:nvSpPr>
        <p:spPr>
          <a:xfrm>
            <a:off x="756382" y="4516190"/>
            <a:ext cx="3964086" cy="1406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Excel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EF9D5406-E82A-443C-8E4B-024D5429219B}"/>
              </a:ext>
            </a:extLst>
          </p:cNvPr>
          <p:cNvSpPr/>
          <p:nvPr/>
        </p:nvSpPr>
        <p:spPr>
          <a:xfrm>
            <a:off x="6060888" y="3942390"/>
            <a:ext cx="2642967" cy="25621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DGS</a:t>
            </a:r>
            <a:endParaRPr kumimoji="1" lang="ja-JP" altLang="en-US" sz="14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C441334A-0A1F-4C49-85A4-0764C62672EB}"/>
              </a:ext>
            </a:extLst>
          </p:cNvPr>
          <p:cNvSpPr/>
          <p:nvPr/>
        </p:nvSpPr>
        <p:spPr>
          <a:xfrm>
            <a:off x="5314381" y="4870479"/>
            <a:ext cx="1261674" cy="6740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作成</a:t>
            </a:r>
            <a:endParaRPr kumimoji="1" lang="en-US" altLang="ja-JP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生産データ</a:t>
            </a:r>
            <a:r>
              <a:rPr lang="en-US" altLang="ja-JP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14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ECDDA0C7-385D-4C4E-A9EA-5B6A8648849B}"/>
              </a:ext>
            </a:extLst>
          </p:cNvPr>
          <p:cNvSpPr/>
          <p:nvPr/>
        </p:nvSpPr>
        <p:spPr>
          <a:xfrm>
            <a:off x="6750562" y="4398175"/>
            <a:ext cx="720980" cy="7274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Line-1</a:t>
            </a:r>
          </a:p>
          <a:p>
            <a:pPr algn="ctr"/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7C8ED32B-F035-4A46-930A-68AA2BE5EC16}"/>
              </a:ext>
            </a:extLst>
          </p:cNvPr>
          <p:cNvSpPr/>
          <p:nvPr/>
        </p:nvSpPr>
        <p:spPr>
          <a:xfrm>
            <a:off x="6760840" y="5597940"/>
            <a:ext cx="720980" cy="7274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Line-3</a:t>
            </a:r>
          </a:p>
          <a:p>
            <a:pPr algn="ctr"/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35" name="矢印: 右 1034">
            <a:extLst>
              <a:ext uri="{FF2B5EF4-FFF2-40B4-BE49-F238E27FC236}">
                <a16:creationId xmlns:a16="http://schemas.microsoft.com/office/drawing/2014/main" id="{E925AAF1-21AE-4D3F-A07F-6D7715814B16}"/>
              </a:ext>
            </a:extLst>
          </p:cNvPr>
          <p:cNvSpPr/>
          <p:nvPr/>
        </p:nvSpPr>
        <p:spPr>
          <a:xfrm>
            <a:off x="5114292" y="2088791"/>
            <a:ext cx="531138" cy="27706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888DC77C-E19D-4B65-99E2-28F3886965ED}"/>
              </a:ext>
            </a:extLst>
          </p:cNvPr>
          <p:cNvSpPr/>
          <p:nvPr/>
        </p:nvSpPr>
        <p:spPr>
          <a:xfrm>
            <a:off x="6964669" y="1495571"/>
            <a:ext cx="918537" cy="83616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accent5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指図</a:t>
            </a:r>
            <a:endParaRPr kumimoji="1" lang="en-US" altLang="ja-JP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Line-1</a:t>
            </a:r>
          </a:p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  <a:endParaRPr kumimoji="1" lang="en-US" altLang="ja-JP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r>
              <a:rPr lang="ja-JP" altLang="en-US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名</a:t>
            </a:r>
            <a:endParaRPr kumimoji="1" lang="ja-JP" altLang="en-US" sz="14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68" name="コネクタ: カギ線 167">
            <a:extLst>
              <a:ext uri="{FF2B5EF4-FFF2-40B4-BE49-F238E27FC236}">
                <a16:creationId xmlns:a16="http://schemas.microsoft.com/office/drawing/2014/main" id="{3601166A-5F1C-4B6A-93FD-6DA25DAEFB64}"/>
              </a:ext>
            </a:extLst>
          </p:cNvPr>
          <p:cNvCxnSpPr>
            <a:cxnSpLocks/>
            <a:stCxn id="128" idx="3"/>
            <a:endCxn id="173" idx="1"/>
          </p:cNvCxnSpPr>
          <p:nvPr/>
        </p:nvCxnSpPr>
        <p:spPr>
          <a:xfrm flipV="1">
            <a:off x="8677012" y="2159340"/>
            <a:ext cx="581568" cy="284847"/>
          </a:xfrm>
          <a:prstGeom prst="bentConnector3">
            <a:avLst>
              <a:gd name="adj1" fmla="val 52047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51D8FFF7-55C0-4FCF-BBDF-D0E2D5323526}"/>
              </a:ext>
            </a:extLst>
          </p:cNvPr>
          <p:cNvSpPr/>
          <p:nvPr/>
        </p:nvSpPr>
        <p:spPr>
          <a:xfrm>
            <a:off x="9258580" y="1621336"/>
            <a:ext cx="918537" cy="107600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accent5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指図</a:t>
            </a:r>
            <a:endParaRPr kumimoji="1" lang="en-US" altLang="ja-JP" sz="1400" b="1" dirty="0">
              <a:solidFill>
                <a:schemeClr val="accent5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ライン</a:t>
            </a:r>
            <a:endParaRPr lang="en-US" altLang="ja-JP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  <a:endParaRPr kumimoji="1" lang="en-US" altLang="ja-JP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r>
              <a:rPr lang="ja-JP" altLang="en-US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名</a:t>
            </a:r>
            <a:endParaRPr lang="en-US" altLang="ja-JP" sz="14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kumimoji="1" lang="ja-JP" altLang="en-US" sz="1400" b="1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配列</a:t>
            </a:r>
          </a:p>
        </p:txBody>
      </p: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EE8B5D78-1700-457D-941C-0F382D54742C}"/>
              </a:ext>
            </a:extLst>
          </p:cNvPr>
          <p:cNvCxnSpPr>
            <a:cxnSpLocks/>
          </p:cNvCxnSpPr>
          <p:nvPr/>
        </p:nvCxnSpPr>
        <p:spPr>
          <a:xfrm rot="10800000">
            <a:off x="7936378" y="1349868"/>
            <a:ext cx="1953712" cy="145702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コネクタ: カギ線 2">
            <a:extLst>
              <a:ext uri="{FF2B5EF4-FFF2-40B4-BE49-F238E27FC236}">
                <a16:creationId xmlns:a16="http://schemas.microsoft.com/office/drawing/2014/main" id="{82F795AA-B189-E497-E7C7-6F2E86E5703B}"/>
              </a:ext>
            </a:extLst>
          </p:cNvPr>
          <p:cNvCxnSpPr>
            <a:cxnSpLocks/>
            <a:stCxn id="56" idx="3"/>
            <a:endCxn id="129" idx="0"/>
          </p:cNvCxnSpPr>
          <p:nvPr/>
        </p:nvCxnSpPr>
        <p:spPr>
          <a:xfrm flipV="1">
            <a:off x="3679580" y="1151480"/>
            <a:ext cx="6210510" cy="1006576"/>
          </a:xfrm>
          <a:prstGeom prst="bentConnector4">
            <a:avLst>
              <a:gd name="adj1" fmla="val 21079"/>
              <a:gd name="adj2" fmla="val 113627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94CEEB-5C7D-2E38-2DE0-67DD1A74ACDF}"/>
              </a:ext>
            </a:extLst>
          </p:cNvPr>
          <p:cNvSpPr/>
          <p:nvPr/>
        </p:nvSpPr>
        <p:spPr>
          <a:xfrm>
            <a:off x="888884" y="2814644"/>
            <a:ext cx="1133887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Access</a:t>
            </a:r>
          </a:p>
          <a:p>
            <a:pPr algn="ctr"/>
            <a:r>
              <a:rPr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実装</a:t>
            </a:r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Master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F5B47946-39E9-326C-3461-EDAF11F883A9}"/>
              </a:ext>
            </a:extLst>
          </p:cNvPr>
          <p:cNvCxnSpPr>
            <a:cxnSpLocks/>
            <a:stCxn id="16" idx="2"/>
            <a:endCxn id="92" idx="1"/>
          </p:cNvCxnSpPr>
          <p:nvPr/>
        </p:nvCxnSpPr>
        <p:spPr>
          <a:xfrm rot="16200000" flipH="1">
            <a:off x="1610013" y="3387920"/>
            <a:ext cx="406790" cy="715160"/>
          </a:xfrm>
          <a:prstGeom prst="bentConnector2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ADD198A1-BAAF-45F5-9095-E3E3A3107E81}"/>
              </a:ext>
            </a:extLst>
          </p:cNvPr>
          <p:cNvSpPr/>
          <p:nvPr/>
        </p:nvSpPr>
        <p:spPr>
          <a:xfrm>
            <a:off x="7748607" y="4870479"/>
            <a:ext cx="720980" cy="7274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Line-2</a:t>
            </a:r>
          </a:p>
          <a:p>
            <a:pPr algn="ctr"/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endParaRPr kumimoji="1" lang="ja-JP" altLang="en-US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026" name="Picture 2" descr="パナソニック スマートファクトリーソリューションズ株式会社 電子基板実装装置、半導体実装装置、液晶ボンダー - 製品情報｜YKT株式会社">
            <a:extLst>
              <a:ext uri="{FF2B5EF4-FFF2-40B4-BE49-F238E27FC236}">
                <a16:creationId xmlns:a16="http://schemas.microsoft.com/office/drawing/2014/main" id="{47706CCB-DC2D-4E85-8411-1CD1F003A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7117" y="5452488"/>
            <a:ext cx="1943087" cy="129303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41110D16-CDCA-5016-CA9F-56964517B26F}"/>
              </a:ext>
            </a:extLst>
          </p:cNvPr>
          <p:cNvCxnSpPr>
            <a:cxnSpLocks/>
            <a:stCxn id="173" idx="2"/>
            <a:endCxn id="1028" idx="0"/>
          </p:cNvCxnSpPr>
          <p:nvPr/>
        </p:nvCxnSpPr>
        <p:spPr>
          <a:xfrm rot="5400000">
            <a:off x="8737650" y="3412193"/>
            <a:ext cx="1695048" cy="265350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デスクトップパソコンのイラスト | かわいいフリー素材集 いらすとや">
            <a:extLst>
              <a:ext uri="{FF2B5EF4-FFF2-40B4-BE49-F238E27FC236}">
                <a16:creationId xmlns:a16="http://schemas.microsoft.com/office/drawing/2014/main" id="{EC97AFF8-064F-75E7-C916-4296876A2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064" y="4392392"/>
            <a:ext cx="804869" cy="54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01D31573-21C5-3C75-EBA1-816D8C7BAA8D}"/>
              </a:ext>
            </a:extLst>
          </p:cNvPr>
          <p:cNvCxnSpPr>
            <a:cxnSpLocks/>
            <a:stCxn id="1026" idx="1"/>
            <a:endCxn id="1028" idx="2"/>
          </p:cNvCxnSpPr>
          <p:nvPr/>
        </p:nvCxnSpPr>
        <p:spPr>
          <a:xfrm rot="10800000">
            <a:off x="9452499" y="4939822"/>
            <a:ext cx="724618" cy="1159185"/>
          </a:xfrm>
          <a:prstGeom prst="bentConnector2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F87F0A46-5D00-2D73-0E80-8B77EAD304D5}"/>
              </a:ext>
            </a:extLst>
          </p:cNvPr>
          <p:cNvSpPr/>
          <p:nvPr/>
        </p:nvSpPr>
        <p:spPr>
          <a:xfrm>
            <a:off x="9070761" y="5684679"/>
            <a:ext cx="720980" cy="72746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部品使用履歴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F98BA717-2229-773A-500C-05F83735E273}"/>
              </a:ext>
            </a:extLst>
          </p:cNvPr>
          <p:cNvSpPr/>
          <p:nvPr/>
        </p:nvSpPr>
        <p:spPr>
          <a:xfrm>
            <a:off x="10177117" y="3608561"/>
            <a:ext cx="1091494" cy="8183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14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BOSS</a:t>
            </a:r>
          </a:p>
          <a:p>
            <a:r>
              <a:rPr kumimoji="1" lang="ja-JP" altLang="en-US" sz="8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ロス</a:t>
            </a:r>
            <a:r>
              <a:rPr kumimoji="1" lang="en-US" altLang="ja-JP" sz="8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8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吸着エラー</a:t>
            </a:r>
            <a:r>
              <a:rPr kumimoji="1" lang="en-US" altLang="ja-JP" sz="8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  <a:p>
            <a:r>
              <a:rPr kumimoji="1" lang="ja-JP" altLang="en-US" sz="8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指図完了</a:t>
            </a:r>
            <a:endParaRPr kumimoji="1" lang="en-US" altLang="ja-JP" sz="8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sz="8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8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ﾊﾞｯｸﾌﾗｯｼｭﾄﾘｶﾞ</a:t>
            </a:r>
            <a:r>
              <a:rPr kumimoji="1" lang="en-US" altLang="ja-JP" sz="8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</p:txBody>
      </p: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B02018C8-FF7A-3B8D-878A-AB90E2D63F11}"/>
              </a:ext>
            </a:extLst>
          </p:cNvPr>
          <p:cNvCxnSpPr>
            <a:cxnSpLocks/>
            <a:stCxn id="1028" idx="3"/>
            <a:endCxn id="57" idx="1"/>
          </p:cNvCxnSpPr>
          <p:nvPr/>
        </p:nvCxnSpPr>
        <p:spPr>
          <a:xfrm flipV="1">
            <a:off x="9854933" y="4017746"/>
            <a:ext cx="322184" cy="648361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いろいろな掲示板に貼られた紙のイラスト | かわいいフリー素材集 いらすとや">
            <a:extLst>
              <a:ext uri="{FF2B5EF4-FFF2-40B4-BE49-F238E27FC236}">
                <a16:creationId xmlns:a16="http://schemas.microsoft.com/office/drawing/2014/main" id="{008E5889-C284-4F2A-F7D4-FA00A6714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8611" y="2142207"/>
            <a:ext cx="421182" cy="53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9237B3C0-6C3F-DAC7-4B5E-65716C01BF08}"/>
              </a:ext>
            </a:extLst>
          </p:cNvPr>
          <p:cNvCxnSpPr>
            <a:cxnSpLocks/>
            <a:stCxn id="173" idx="3"/>
            <a:endCxn id="1030" idx="1"/>
          </p:cNvCxnSpPr>
          <p:nvPr/>
        </p:nvCxnSpPr>
        <p:spPr>
          <a:xfrm>
            <a:off x="10177117" y="2159340"/>
            <a:ext cx="1091494" cy="248334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矢印: 左カーブ 74">
            <a:extLst>
              <a:ext uri="{FF2B5EF4-FFF2-40B4-BE49-F238E27FC236}">
                <a16:creationId xmlns:a16="http://schemas.microsoft.com/office/drawing/2014/main" id="{7DFE9D76-1078-1154-22D9-2A0441DF93C5}"/>
              </a:ext>
            </a:extLst>
          </p:cNvPr>
          <p:cNvSpPr/>
          <p:nvPr/>
        </p:nvSpPr>
        <p:spPr>
          <a:xfrm>
            <a:off x="11781355" y="2419509"/>
            <a:ext cx="355677" cy="333289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矢印: 左カーブ 3">
            <a:extLst>
              <a:ext uri="{FF2B5EF4-FFF2-40B4-BE49-F238E27FC236}">
                <a16:creationId xmlns:a16="http://schemas.microsoft.com/office/drawing/2014/main" id="{61412B6E-E8B9-5ECA-DFA1-16264C5C54D3}"/>
              </a:ext>
            </a:extLst>
          </p:cNvPr>
          <p:cNvSpPr/>
          <p:nvPr/>
        </p:nvSpPr>
        <p:spPr>
          <a:xfrm rot="5716332" flipV="1">
            <a:off x="8915448" y="4919280"/>
            <a:ext cx="476946" cy="3103079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22CDCBB-9D5D-9318-95CF-7E001C3D3245}"/>
              </a:ext>
            </a:extLst>
          </p:cNvPr>
          <p:cNvSpPr/>
          <p:nvPr/>
        </p:nvSpPr>
        <p:spPr>
          <a:xfrm>
            <a:off x="11285838" y="4700645"/>
            <a:ext cx="906162" cy="5973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</a:p>
          <a:p>
            <a:pPr algn="ctr"/>
            <a:r>
              <a:rPr kumimoji="1" lang="ja-JP" altLang="en-US" sz="11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呼び出し</a:t>
            </a:r>
            <a:endParaRPr kumimoji="1" lang="en-US" altLang="ja-JP" sz="11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kumimoji="1" lang="ja-JP" altLang="en-US" sz="11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0B114D6-DCD2-4323-79B4-13891001C9FB}"/>
              </a:ext>
            </a:extLst>
          </p:cNvPr>
          <p:cNvSpPr/>
          <p:nvPr/>
        </p:nvSpPr>
        <p:spPr>
          <a:xfrm>
            <a:off x="7989670" y="6426012"/>
            <a:ext cx="959834" cy="4428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1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r>
              <a:rPr kumimoji="1" lang="ja-JP" altLang="en-US" sz="11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保存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0B47A44-8825-808D-C228-4F80BC93055D}"/>
              </a:ext>
            </a:extLst>
          </p:cNvPr>
          <p:cNvSpPr/>
          <p:nvPr/>
        </p:nvSpPr>
        <p:spPr>
          <a:xfrm>
            <a:off x="4185916" y="3095367"/>
            <a:ext cx="1128464" cy="7274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Excel</a:t>
            </a:r>
          </a:p>
          <a:p>
            <a:pPr algn="ctr"/>
            <a:r>
              <a:rPr kumimoji="1" lang="ja-JP" altLang="en-US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見ながら</a:t>
            </a:r>
            <a:endParaRPr kumimoji="1" lang="en-US" altLang="ja-JP" sz="14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kumimoji="1" lang="ja-JP" altLang="en-US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作業</a:t>
            </a:r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37241BF6-FBC5-A035-10CE-6348BDEDC768}"/>
              </a:ext>
            </a:extLst>
          </p:cNvPr>
          <p:cNvCxnSpPr>
            <a:cxnSpLocks/>
            <a:stCxn id="153" idx="3"/>
            <a:endCxn id="173" idx="1"/>
          </p:cNvCxnSpPr>
          <p:nvPr/>
        </p:nvCxnSpPr>
        <p:spPr>
          <a:xfrm flipV="1">
            <a:off x="8703855" y="2159340"/>
            <a:ext cx="554725" cy="3064107"/>
          </a:xfrm>
          <a:prstGeom prst="bentConnector3">
            <a:avLst>
              <a:gd name="adj1" fmla="val 50000"/>
            </a:avLst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41C68CB-FAB5-DA2A-DE8D-FA78A1E44BB7}"/>
              </a:ext>
            </a:extLst>
          </p:cNvPr>
          <p:cNvSpPr/>
          <p:nvPr/>
        </p:nvSpPr>
        <p:spPr>
          <a:xfrm>
            <a:off x="8804528" y="3294399"/>
            <a:ext cx="353378" cy="4428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rgbClr val="00B05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配列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8E71166A-386E-3EB1-728F-B28990804969}"/>
              </a:ext>
            </a:extLst>
          </p:cNvPr>
          <p:cNvSpPr/>
          <p:nvPr/>
        </p:nvSpPr>
        <p:spPr>
          <a:xfrm>
            <a:off x="7533292" y="2697344"/>
            <a:ext cx="918537" cy="83616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accent5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指図</a:t>
            </a:r>
            <a:endParaRPr kumimoji="1" lang="en-US" altLang="ja-JP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Line-3</a:t>
            </a:r>
          </a:p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  <a:endParaRPr kumimoji="1" lang="en-US" altLang="ja-JP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r>
              <a:rPr lang="ja-JP" altLang="en-US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名</a:t>
            </a:r>
            <a:endParaRPr kumimoji="1" lang="ja-JP" altLang="en-US" sz="14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935D7A9-827A-6032-99F4-5195B5A9846F}"/>
              </a:ext>
            </a:extLst>
          </p:cNvPr>
          <p:cNvSpPr/>
          <p:nvPr/>
        </p:nvSpPr>
        <p:spPr>
          <a:xfrm>
            <a:off x="6202793" y="2686745"/>
            <a:ext cx="918537" cy="83616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accent5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指図</a:t>
            </a:r>
            <a:endParaRPr kumimoji="1" lang="en-US" altLang="ja-JP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kumimoji="1"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Line-2</a:t>
            </a:r>
          </a:p>
          <a:p>
            <a:pPr algn="ctr"/>
            <a:r>
              <a:rPr kumimoji="1" lang="ja-JP" altLang="en-US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生産時間</a:t>
            </a:r>
            <a:endParaRPr kumimoji="1" lang="en-US" altLang="ja-JP" sz="14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en-US" altLang="ja-JP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Job</a:t>
            </a:r>
            <a:r>
              <a:rPr lang="ja-JP" altLang="en-US" sz="14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名</a:t>
            </a:r>
            <a:endParaRPr kumimoji="1" lang="ja-JP" altLang="en-US" sz="14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454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8" ma:contentTypeDescription="新しいドキュメントを作成します。" ma:contentTypeScope="" ma:versionID="6448ab97ff154a9b57c31f88aa65a4c6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6cef2ced9b3848fd3c059a9736d94822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Props1.xml><?xml version="1.0" encoding="utf-8"?>
<ds:datastoreItem xmlns:ds="http://schemas.openxmlformats.org/officeDocument/2006/customXml" ds:itemID="{3D89C2F4-A7DD-47D4-8E71-454899A6B9AD}"/>
</file>

<file path=customXml/itemProps2.xml><?xml version="1.0" encoding="utf-8"?>
<ds:datastoreItem xmlns:ds="http://schemas.openxmlformats.org/officeDocument/2006/customXml" ds:itemID="{70965DCB-BBCC-4791-8B3E-00CEE402F1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560FDA-2C01-4CEC-B1C3-06D928ECBE3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a7e61ba0-4c47-4710-ac4c-031e401f92bd"/>
    <ds:schemaRef ds:uri="http://purl.org/dc/elements/1.1/"/>
    <ds:schemaRef ds:uri="http://schemas.microsoft.com/office/2006/metadata/properties"/>
    <ds:schemaRef ds:uri="ea180fb7-6417-4417-bcc2-1a1988547c9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2341</TotalTime>
  <Words>91</Words>
  <Application>Microsoft Office PowerPoint</Application>
  <PresentationFormat>ワイド画面</PresentationFormat>
  <Paragraphs>53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ＭＳ ゴシック</vt:lpstr>
      <vt:lpstr>游ゴシック</vt:lpstr>
      <vt:lpstr>游ゴシック Light</vt:lpstr>
      <vt:lpstr>Arial</vt:lpstr>
      <vt:lpstr>Office テーマ</vt:lpstr>
      <vt:lpstr>現在の生産計画作成方法簡略図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SATO Yuki (佐藤 勇希)</dc:creator>
  <cp:lastModifiedBy>SATO Yuki (佐藤 勇希)</cp:lastModifiedBy>
  <cp:revision>18</cp:revision>
  <dcterms:created xsi:type="dcterms:W3CDTF">2022-02-16T09:50:12Z</dcterms:created>
  <dcterms:modified xsi:type="dcterms:W3CDTF">2024-09-09T05:36:48Z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  <property fmtid="{D5CDD505-2E9C-101B-9397-08002B2CF9AE}" pid="3" name="MediaServiceImageTags">
    <vt:lpwstr/>
  </property>
</Properties>
</file>