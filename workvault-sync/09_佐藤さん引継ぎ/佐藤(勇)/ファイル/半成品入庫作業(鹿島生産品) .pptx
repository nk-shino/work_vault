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5" r:id="rId3"/>
    <p:sldId id="257" r:id="rId4"/>
    <p:sldId id="277" r:id="rId5"/>
    <p:sldId id="276" r:id="rId6"/>
    <p:sldId id="279" r:id="rId7"/>
    <p:sldId id="278" r:id="rId8"/>
    <p:sldId id="280" r:id="rId9"/>
    <p:sldId id="258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DFC11-CA70-4E8F-9729-7806DDE57455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89F96-A112-41FC-86F7-CF66AEA392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44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89F96-A112-41FC-86F7-CF66AEA39207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316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730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72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29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75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03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66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01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15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52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92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7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07C83-090F-4A09-80AF-C09B62E601AC}" type="datetimeFigureOut">
              <a:rPr kumimoji="1" lang="ja-JP" altLang="en-US" smtClean="0"/>
              <a:t>2020/5/19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49C3D-1C54-4DDA-BB6D-CF5A891BA2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2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302290"/>
            <a:ext cx="4028572" cy="2752381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107504" y="116632"/>
            <a:ext cx="892899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 半成品入庫作業（鹿島生産品） ■</a:t>
            </a:r>
            <a:endParaRPr kumimoji="1" lang="ja-JP" altLang="en-US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107504" y="764704"/>
            <a:ext cx="7200800" cy="43204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鹿島より納品された半成品の入庫処理を行う</a:t>
            </a:r>
            <a:endParaRPr kumimoji="1"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18246" y="2008895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BOSS_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トランザクション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『ZPP1011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生産実績登録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en-US" altLang="ja-JP" sz="14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を立ち上げる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179512" y="1396714"/>
            <a:ext cx="6840760" cy="50405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1.BOSS</a:t>
            </a:r>
            <a:r>
              <a:rPr kumimoji="1" lang="ja-JP" altLang="en-US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上の入庫処理を行う</a:t>
            </a:r>
            <a:endParaRPr kumimoji="1" lang="ja-JP" altLang="en-US" sz="16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4687375" y="764704"/>
            <a:ext cx="4345064" cy="4320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dirty="0" smtClean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入庫と一緒に部品の出庫を行う</a:t>
            </a:r>
            <a:endParaRPr lang="ja-JP" altLang="en-US" sz="14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18246" y="2879882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指図を入力して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『Enter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を押す 又は 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実行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1902186" y="4378032"/>
            <a:ext cx="1057275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7" y="2400600"/>
            <a:ext cx="5922505" cy="21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5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/>
          <p:cNvGrpSpPr/>
          <p:nvPr/>
        </p:nvGrpSpPr>
        <p:grpSpPr>
          <a:xfrm>
            <a:off x="193180" y="929231"/>
            <a:ext cx="8782870" cy="5214305"/>
            <a:chOff x="0" y="0"/>
            <a:chExt cx="9961905" cy="5914286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961905" cy="5914286"/>
            </a:xfrm>
            <a:prstGeom prst="rect">
              <a:avLst/>
            </a:prstGeom>
          </p:spPr>
        </p:pic>
        <p:pic>
          <p:nvPicPr>
            <p:cNvPr id="6" name="図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3975" y="2171700"/>
              <a:ext cx="866667" cy="219048"/>
            </a:xfrm>
            <a:prstGeom prst="rect">
              <a:avLst/>
            </a:prstGeom>
          </p:spPr>
        </p:pic>
      </p:grpSp>
      <p:sp>
        <p:nvSpPr>
          <p:cNvPr id="7" name="正方形/長方形 6"/>
          <p:cNvSpPr/>
          <p:nvPr/>
        </p:nvSpPr>
        <p:spPr>
          <a:xfrm>
            <a:off x="218246" y="136682"/>
            <a:ext cx="8818250" cy="59110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『0010_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組立タブ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が表示されるので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実績終了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の日付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を今日以前の日に修正する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開いたときは翌日の日付が表示されるので、当日とかに修正する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216437" y="2806918"/>
            <a:ext cx="2267183" cy="2394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586" y="2810675"/>
            <a:ext cx="942857" cy="238095"/>
          </a:xfrm>
          <a:prstGeom prst="rect">
            <a:avLst/>
          </a:prstGeom>
        </p:spPr>
      </p:pic>
      <p:sp>
        <p:nvSpPr>
          <p:cNvPr id="10" name="右矢印 9"/>
          <p:cNvSpPr/>
          <p:nvPr/>
        </p:nvSpPr>
        <p:spPr>
          <a:xfrm>
            <a:off x="5551711" y="2848775"/>
            <a:ext cx="123825" cy="161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1" name="正方形/長方形 10"/>
          <p:cNvSpPr/>
          <p:nvPr/>
        </p:nvSpPr>
        <p:spPr>
          <a:xfrm>
            <a:off x="342608" y="2097792"/>
            <a:ext cx="1047653" cy="239438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85224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218246" y="105450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画面左下の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全選択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628649"/>
            <a:ext cx="8936243" cy="5300293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6" y="5888508"/>
            <a:ext cx="561905" cy="257143"/>
          </a:xfrm>
          <a:prstGeom prst="rect">
            <a:avLst/>
          </a:prstGeom>
        </p:spPr>
      </p:pic>
      <p:sp>
        <p:nvSpPr>
          <p:cNvPr id="12" name="正方形/長方形 11"/>
          <p:cNvSpPr/>
          <p:nvPr/>
        </p:nvSpPr>
        <p:spPr>
          <a:xfrm>
            <a:off x="151206" y="5526945"/>
            <a:ext cx="314325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05450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ロット決定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646728"/>
            <a:ext cx="9005934" cy="5319344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315616" y="5553462"/>
            <a:ext cx="948320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2621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05449"/>
            <a:ext cx="8818250" cy="54769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⑥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ロット決定画面に変わったら、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コピー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を押す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部品のロット割付けを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行う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全てのロット割付けが終わるまで繰り返し画面が出続けるので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コピー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を押し続ける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4" y="859971"/>
            <a:ext cx="8890757" cy="4538343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42874" y="1102760"/>
            <a:ext cx="704850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2621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657031"/>
            <a:ext cx="8914621" cy="5266957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218246" y="105450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画面が戻って、左上の表示が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ヘッダロット特性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になっていたら右側のタブ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『0030_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検査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に移動する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51818" y="910609"/>
            <a:ext cx="1047749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5" name="正方形/長方形 4"/>
          <p:cNvSpPr/>
          <p:nvPr/>
        </p:nvSpPr>
        <p:spPr>
          <a:xfrm>
            <a:off x="1298121" y="1799641"/>
            <a:ext cx="1047749" cy="2857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87114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05449"/>
            <a:ext cx="8818250" cy="54769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⑧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『0030_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検査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に移動したら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実績終了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の日付を今日以前の日に修正する</a:t>
            </a:r>
          </a:p>
          <a:p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開いたときは翌日の日付が表示されるので、当日とかに修正する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862110"/>
            <a:ext cx="8935054" cy="5286005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3212259" y="2800933"/>
            <a:ext cx="2358118" cy="2128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87114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05450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⑨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移動票の品目と台数が画面上の表示と合っているか確認し、問題なければ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保存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ボタンを押す</a:t>
            </a: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643424"/>
            <a:ext cx="8954023" cy="5857459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379" y="4440298"/>
            <a:ext cx="2586135" cy="224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正方形/長方形 4"/>
          <p:cNvSpPr/>
          <p:nvPr/>
        </p:nvSpPr>
        <p:spPr>
          <a:xfrm>
            <a:off x="1428556" y="4068147"/>
            <a:ext cx="1230668" cy="231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正方形/長方形 5"/>
          <p:cNvSpPr/>
          <p:nvPr/>
        </p:nvSpPr>
        <p:spPr>
          <a:xfrm>
            <a:off x="4915969" y="4077672"/>
            <a:ext cx="458464" cy="231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313542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46" y="647574"/>
            <a:ext cx="8701820" cy="5855431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18246" y="130437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⑩以下の画面が表示されたら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上の入庫処理完了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335179" y="901960"/>
            <a:ext cx="24765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7" name="正方形/長方形 6"/>
          <p:cNvSpPr/>
          <p:nvPr/>
        </p:nvSpPr>
        <p:spPr>
          <a:xfrm>
            <a:off x="2260531" y="1290574"/>
            <a:ext cx="4807793" cy="3296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⑪続けて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入庫処理する場合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戻る</a:t>
            </a:r>
            <a:r>
              <a:rPr lang="en-US" altLang="ja-JP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ボタンを押してして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②に戻る</a:t>
            </a:r>
          </a:p>
        </p:txBody>
      </p:sp>
    </p:spTree>
    <p:extLst>
      <p:ext uri="{BB962C8B-B14F-4D97-AF65-F5344CB8AC3E}">
        <p14:creationId xmlns:p14="http://schemas.microsoft.com/office/powerpoint/2010/main" val="174281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/>
          <p:cNvSpPr/>
          <p:nvPr/>
        </p:nvSpPr>
        <p:spPr>
          <a:xfrm>
            <a:off x="179512" y="109123"/>
            <a:ext cx="6840760" cy="50405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2.</a:t>
            </a:r>
            <a:r>
              <a:rPr kumimoji="1" lang="ja-JP" altLang="en-US" sz="1600" dirty="0" smtClean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入庫現品票を印刷する（青紙）</a:t>
            </a:r>
            <a:endParaRPr kumimoji="1" lang="ja-JP" altLang="en-US" sz="16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218246" y="73063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①以下のプリンターを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通常使うプリンター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に設定する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69" y="1155092"/>
            <a:ext cx="4257143" cy="647619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218246" y="2260854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BOSS_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詳細ナビゲーションメニューより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帳票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▶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生産品質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▶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入庫現品票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を選択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8" y="2665426"/>
            <a:ext cx="5966977" cy="415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676955" y="5507783"/>
            <a:ext cx="866775" cy="190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9" name="正方形/長方形 8"/>
          <p:cNvSpPr/>
          <p:nvPr/>
        </p:nvSpPr>
        <p:spPr>
          <a:xfrm>
            <a:off x="474669" y="5247108"/>
            <a:ext cx="866775" cy="1712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10" name="正方形/長方形 9"/>
          <p:cNvSpPr/>
          <p:nvPr/>
        </p:nvSpPr>
        <p:spPr>
          <a:xfrm>
            <a:off x="474669" y="4276725"/>
            <a:ext cx="866775" cy="1712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86827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70797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③入庫現品票出力画面が開くので、移動票に表示されている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指図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入庫数量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を入力して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『Enter』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又は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実行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46" y="638156"/>
            <a:ext cx="8306629" cy="6111655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3233737" y="4295775"/>
            <a:ext cx="962025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5" name="正方形/長方形 4"/>
          <p:cNvSpPr/>
          <p:nvPr/>
        </p:nvSpPr>
        <p:spPr>
          <a:xfrm>
            <a:off x="4291013" y="4295775"/>
            <a:ext cx="890588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sp>
        <p:nvSpPr>
          <p:cNvPr id="6" name="正方形/長方形 5"/>
          <p:cNvSpPr/>
          <p:nvPr/>
        </p:nvSpPr>
        <p:spPr>
          <a:xfrm>
            <a:off x="4736307" y="6081712"/>
            <a:ext cx="1264444" cy="233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1580018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218246" y="170797"/>
            <a:ext cx="8818250" cy="329608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④出力された入庫現品票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青紙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を鹿島さんに渡す　又は 黒箱に貼る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46" y="948944"/>
            <a:ext cx="1288275" cy="18035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正方形/長方形 4"/>
          <p:cNvSpPr/>
          <p:nvPr/>
        </p:nvSpPr>
        <p:spPr>
          <a:xfrm>
            <a:off x="218246" y="619336"/>
            <a:ext cx="8818250" cy="329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12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移動票</a:t>
            </a:r>
            <a:r>
              <a:rPr kumimoji="1" lang="en-US" altLang="ja-JP" sz="12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631" y="1200869"/>
            <a:ext cx="33813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円/楕円 5"/>
          <p:cNvSpPr/>
          <p:nvPr/>
        </p:nvSpPr>
        <p:spPr>
          <a:xfrm>
            <a:off x="447869" y="2178697"/>
            <a:ext cx="737119" cy="2705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/>
        </p:nvSpPr>
        <p:spPr>
          <a:xfrm>
            <a:off x="2581387" y="1666525"/>
            <a:ext cx="2363862" cy="8677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/>
          <p:cNvCxnSpPr>
            <a:endCxn id="8" idx="2"/>
          </p:cNvCxnSpPr>
          <p:nvPr/>
        </p:nvCxnSpPr>
        <p:spPr>
          <a:xfrm flipV="1">
            <a:off x="1184988" y="2100399"/>
            <a:ext cx="1396399" cy="21359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/>
          <p:cNvSpPr/>
          <p:nvPr/>
        </p:nvSpPr>
        <p:spPr>
          <a:xfrm>
            <a:off x="218247" y="3165923"/>
            <a:ext cx="4338944" cy="360810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・移動票に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鹿島後工程保管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の表示ある場合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入庫現品票を通いファイルに裏にして入れて所定の場所  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に置く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翌日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00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頃 鹿島さんが来るまでに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697551" y="3165923"/>
            <a:ext cx="4338945" cy="360810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・移動票に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『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鹿島後工程保管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』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の表示ない場合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納品</a:t>
            </a:r>
            <a:r>
              <a:rPr kumimoji="1" lang="ja-JP" altLang="en-US" sz="1400" dirty="0" err="1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されたの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黒箱に貼る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貼る位置は黒箱側面の向かって左側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8594" y="3974841"/>
            <a:ext cx="3942196" cy="2640563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4945249" y="4441370"/>
            <a:ext cx="1502204" cy="2108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89" y="3894650"/>
            <a:ext cx="1920192" cy="1326203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5146" y="3894649"/>
            <a:ext cx="1989327" cy="1330489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7387" y="5269517"/>
            <a:ext cx="2221170" cy="1482808"/>
          </a:xfrm>
          <a:prstGeom prst="rect">
            <a:avLst/>
          </a:prstGeom>
        </p:spPr>
      </p:pic>
      <p:sp>
        <p:nvSpPr>
          <p:cNvPr id="17" name="正方形/長方形 16"/>
          <p:cNvSpPr/>
          <p:nvPr/>
        </p:nvSpPr>
        <p:spPr>
          <a:xfrm>
            <a:off x="2996776" y="4497354"/>
            <a:ext cx="1024718" cy="723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447869" y="4795934"/>
            <a:ext cx="569168" cy="3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表</a:t>
            </a:r>
            <a:r>
              <a:rPr kumimoji="1" lang="en-US" altLang="ja-JP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2334543" y="4795934"/>
            <a:ext cx="569168" cy="362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裏</a:t>
            </a:r>
            <a:r>
              <a:rPr kumimoji="1" lang="en-US" altLang="ja-JP" sz="16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000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4506686" y="1542397"/>
            <a:ext cx="4450702" cy="420526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移動票</a:t>
            </a:r>
            <a:r>
              <a:rPr kumimoji="1"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温度プロファイル用紙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8957" y="1542397"/>
            <a:ext cx="4251116" cy="420526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移動票のみ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218246" y="133475"/>
            <a:ext cx="8818250" cy="790256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⑤入庫現品票出力が完了した移動票は専用のケースに入れる</a:t>
            </a:r>
            <a:endParaRPr kumimoji="1"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・移動票のみ：濱田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さん席後ろ側の壁に貼り付いているピンクの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</a:t>
            </a:r>
            <a:endParaRPr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  ・移動票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温度プロファイル用紙：上記ピンクのケースの下に置かれている白いトレーにそのまま入れる</a:t>
            </a:r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71" y="1932529"/>
            <a:ext cx="4209650" cy="3619661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0" y="1932529"/>
            <a:ext cx="3796081" cy="361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8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531</Words>
  <Application>Microsoft Office PowerPoint</Application>
  <PresentationFormat>画面に合わせる (4:3)</PresentationFormat>
  <Paragraphs>38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Meiryo UI</vt:lpstr>
      <vt:lpstr>ＭＳ Ｐゴシック</vt:lpstr>
      <vt:lpstr>Arial</vt:lpstr>
      <vt:lpstr>Calibri</vt:lpstr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</dc:creator>
  <cp:lastModifiedBy>茂木 由美子</cp:lastModifiedBy>
  <cp:revision>20</cp:revision>
  <dcterms:created xsi:type="dcterms:W3CDTF">2020-03-05T00:36:41Z</dcterms:created>
  <dcterms:modified xsi:type="dcterms:W3CDTF">2020-05-19T02:04:53Z</dcterms:modified>
</cp:coreProperties>
</file>