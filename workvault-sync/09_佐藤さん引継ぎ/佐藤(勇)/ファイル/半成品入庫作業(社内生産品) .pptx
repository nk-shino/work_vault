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7304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72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29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975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03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666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011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8152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52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292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7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23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107504" y="116632"/>
            <a:ext cx="89289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b="1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 半成品入庫作業（社内生産品） ■</a:t>
            </a:r>
            <a:endParaRPr kumimoji="1" lang="ja-JP" altLang="en-US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190869"/>
            <a:ext cx="4746848" cy="221721"/>
          </a:xfrm>
          <a:prstGeom prst="rect">
            <a:avLst/>
          </a:prstGeom>
        </p:spPr>
      </p:pic>
      <p:sp>
        <p:nvSpPr>
          <p:cNvPr id="7" name="角丸四角形 6"/>
          <p:cNvSpPr/>
          <p:nvPr/>
        </p:nvSpPr>
        <p:spPr>
          <a:xfrm>
            <a:off x="107504" y="764704"/>
            <a:ext cx="7200800" cy="43204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作業が完了した半成品の入庫処理を行う</a:t>
            </a:r>
            <a:endParaRPr kumimoji="1"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18246" y="2811361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BOSS_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トランザクション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『ZPP1031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生産実績登録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kumimoji="1" lang="en-US" altLang="ja-JP" sz="14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kumimoji="1" lang="ja-JP" altLang="en-US" sz="14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を立ち上げる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179512" y="2199180"/>
            <a:ext cx="6840760" cy="504056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1.BOSS</a:t>
            </a:r>
            <a:r>
              <a:rPr kumimoji="1" lang="ja-JP" altLang="en-US" sz="16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上の入庫処理を行う</a:t>
            </a:r>
            <a:endParaRPr kumimoji="1" lang="ja-JP" altLang="en-US" sz="16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角丸四角形 10"/>
          <p:cNvSpPr/>
          <p:nvPr/>
        </p:nvSpPr>
        <p:spPr>
          <a:xfrm>
            <a:off x="4687375" y="764704"/>
            <a:ext cx="4345064" cy="128721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※AM11:00~11</a:t>
            </a:r>
            <a:r>
              <a:rPr lang="ja-JP" altLang="en-US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lang="en-US" altLang="ja-JP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lang="ja-JP" altLang="en-US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は入庫不可</a:t>
            </a:r>
            <a:endParaRPr lang="en-US" altLang="ja-JP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6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</a:t>
            </a:r>
            <a:r>
              <a:rPr lang="en-US" altLang="ja-JP" sz="14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(AM11:00</a:t>
            </a:r>
            <a:r>
              <a:rPr lang="ja-JP" altLang="en-US" sz="1400" dirty="0" err="1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までに</a:t>
            </a:r>
            <a:r>
              <a:rPr lang="ja-JP" altLang="en-US" sz="14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入庫すると、日中バッチに間に</a:t>
            </a:r>
            <a:r>
              <a:rPr lang="ja-JP" altLang="en-US" sz="1400" dirty="0" smtClean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合い</a:t>
            </a:r>
            <a:endParaRPr lang="en-US" altLang="ja-JP" sz="1400" dirty="0" smtClean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4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400" dirty="0" smtClean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午後</a:t>
            </a:r>
            <a:r>
              <a:rPr lang="ja-JP" altLang="en-US" sz="14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の出庫が可能になる</a:t>
            </a:r>
            <a:r>
              <a:rPr lang="en-US" altLang="ja-JP" sz="14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lang="ja-JP" altLang="en-US" sz="1400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18246" y="3645024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指図を入力して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『Enter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を押す 又は 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実行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ボタンを押す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067432"/>
            <a:ext cx="3742857" cy="2695238"/>
          </a:xfrm>
          <a:prstGeom prst="rect">
            <a:avLst/>
          </a:prstGeom>
        </p:spPr>
      </p:pic>
      <p:sp>
        <p:nvSpPr>
          <p:cNvPr id="14" name="正方形/長方形 13"/>
          <p:cNvSpPr/>
          <p:nvPr/>
        </p:nvSpPr>
        <p:spPr>
          <a:xfrm>
            <a:off x="1874193" y="5115181"/>
            <a:ext cx="1057275" cy="2857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3676054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9" y="118988"/>
            <a:ext cx="8892664" cy="5283437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90261" y="3315318"/>
            <a:ext cx="3299388" cy="32960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③移動票の品目と一致していることを確認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420488" y="2897157"/>
            <a:ext cx="1152525" cy="333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5" name="正方形/長方形 4"/>
          <p:cNvSpPr/>
          <p:nvPr/>
        </p:nvSpPr>
        <p:spPr>
          <a:xfrm>
            <a:off x="4954555" y="2897157"/>
            <a:ext cx="473625" cy="333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6" name="正方形/長方形 5"/>
          <p:cNvSpPr/>
          <p:nvPr/>
        </p:nvSpPr>
        <p:spPr>
          <a:xfrm>
            <a:off x="4432044" y="3305987"/>
            <a:ext cx="4599991" cy="1079401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④移動票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に表示されている入庫数量を入力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・移動票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通りであれば数量が一致していることを確認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・移動票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の数量が訂正されていれば、その数を入力する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 数字を入力したら、必ず最後に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"-"(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マイナス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を入力すること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1959426" y="375072"/>
            <a:ext cx="323850" cy="276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8" name="正方形/長方形 7"/>
          <p:cNvSpPr/>
          <p:nvPr/>
        </p:nvSpPr>
        <p:spPr>
          <a:xfrm>
            <a:off x="1752020" y="780342"/>
            <a:ext cx="3299388" cy="32960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保存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ボタンを押す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281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5" y="597163"/>
            <a:ext cx="8903185" cy="4533123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18246" y="130437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⑥以下の画面が表示されたら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BOSS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上の入庫処理完了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199497" y="850641"/>
            <a:ext cx="24765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7" name="正方形/長方形 6"/>
          <p:cNvSpPr/>
          <p:nvPr/>
        </p:nvSpPr>
        <p:spPr>
          <a:xfrm>
            <a:off x="2162172" y="1225259"/>
            <a:ext cx="4807793" cy="32960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⑦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続けて入庫処理する場合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戻る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ボタンを押してして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②に戻る</a:t>
            </a:r>
          </a:p>
        </p:txBody>
      </p:sp>
    </p:spTree>
    <p:extLst>
      <p:ext uri="{BB962C8B-B14F-4D97-AF65-F5344CB8AC3E}">
        <p14:creationId xmlns:p14="http://schemas.microsoft.com/office/powerpoint/2010/main" val="1742810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/>
          <p:cNvSpPr/>
          <p:nvPr/>
        </p:nvSpPr>
        <p:spPr>
          <a:xfrm>
            <a:off x="179512" y="109123"/>
            <a:ext cx="7089035" cy="394730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＝＝②の工程後</a:t>
            </a:r>
            <a:r>
              <a:rPr kumimoji="1" lang="en-US" altLang="ja-JP" sz="14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指図を入力して</a:t>
            </a:r>
            <a:r>
              <a:rPr kumimoji="1" lang="en-US" altLang="ja-JP" sz="14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『Enter』</a:t>
            </a:r>
            <a:r>
              <a:rPr kumimoji="1" lang="ja-JP" altLang="en-US" sz="14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を押したら</a:t>
            </a:r>
            <a:r>
              <a:rPr kumimoji="1" lang="en-US" altLang="ja-JP" sz="14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kumimoji="1" lang="ja-JP" altLang="en-US" sz="1400" dirty="0" err="1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ja-JP" altLang="en-US" sz="14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以下のような画面が表示された場合＝＝</a:t>
            </a:r>
            <a:endParaRPr kumimoji="1" lang="ja-JP" altLang="en-US" sz="14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7" y="1592088"/>
            <a:ext cx="8946308" cy="5222207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911774" y="560710"/>
            <a:ext cx="4371975" cy="558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⇒  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BOSS</a:t>
            </a:r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上、部品がまだ出庫されてない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状態</a:t>
            </a:r>
            <a:endParaRPr kumimoji="1"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     ⇒  入庫できる前提で処理する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218246" y="1215825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確認済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のチェックを外す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253868" y="3659155"/>
            <a:ext cx="723900" cy="3048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1742810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5" y="516682"/>
            <a:ext cx="9034667" cy="5347912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320768" y="2290566"/>
            <a:ext cx="1123853" cy="3048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4" name="正方形/長方形 3"/>
          <p:cNvSpPr/>
          <p:nvPr/>
        </p:nvSpPr>
        <p:spPr>
          <a:xfrm>
            <a:off x="1301718" y="3376027"/>
            <a:ext cx="1123853" cy="3048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5" name="正方形/長方形 4"/>
          <p:cNvSpPr/>
          <p:nvPr/>
        </p:nvSpPr>
        <p:spPr>
          <a:xfrm>
            <a:off x="5047860" y="3376027"/>
            <a:ext cx="359133" cy="2985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6" name="正方形/長方形 5"/>
          <p:cNvSpPr/>
          <p:nvPr/>
        </p:nvSpPr>
        <p:spPr>
          <a:xfrm>
            <a:off x="1910687" y="800972"/>
            <a:ext cx="310000" cy="276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7" name="正方形/長方形 6"/>
          <p:cNvSpPr/>
          <p:nvPr/>
        </p:nvSpPr>
        <p:spPr>
          <a:xfrm>
            <a:off x="2507514" y="2290566"/>
            <a:ext cx="3299388" cy="32960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0020_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検査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タブに切り替える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857820" y="3783464"/>
            <a:ext cx="3299388" cy="32960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移動</a:t>
            </a:r>
            <a:r>
              <a:rPr lang="ja-JP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票の品目と一致していることを確認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4488024" y="3783464"/>
            <a:ext cx="4589558" cy="993809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④移動票に表示されている入庫数量を入力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・移動票通りであれば数量が一致していることを確認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・移動票の数量が訂正されていれば、その数を入力する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 数字を入力したら、必ず最後に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"-"(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マイナス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を入力すること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1752020" y="1184705"/>
            <a:ext cx="3299388" cy="32960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保存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ボタンを押す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2810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61" y="465660"/>
            <a:ext cx="4740120" cy="1369566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940671" y="1549379"/>
            <a:ext cx="1102733" cy="214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78" y="2351314"/>
            <a:ext cx="8691024" cy="4425100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18246" y="61404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⑥以下の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画面が表示されるので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を押す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18246" y="1989804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⑦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以下の画面が表示されたら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BOSS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上の入庫処理完了</a:t>
            </a:r>
          </a:p>
        </p:txBody>
      </p:sp>
    </p:spTree>
    <p:extLst>
      <p:ext uri="{BB962C8B-B14F-4D97-AF65-F5344CB8AC3E}">
        <p14:creationId xmlns:p14="http://schemas.microsoft.com/office/powerpoint/2010/main" val="1742810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/>
          <p:cNvSpPr/>
          <p:nvPr/>
        </p:nvSpPr>
        <p:spPr>
          <a:xfrm>
            <a:off x="179512" y="109123"/>
            <a:ext cx="6840760" cy="504056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kumimoji="1" lang="ja-JP" altLang="en-US" sz="16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入庫現品票を印刷する（青紙）</a:t>
            </a:r>
            <a:endParaRPr kumimoji="1" lang="ja-JP" altLang="en-US" sz="16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218246" y="730634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①以下のプリンターを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通常使うプリンター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に設定する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69" y="1155092"/>
            <a:ext cx="4257143" cy="647619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18246" y="2260854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BOSS_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詳細ナビゲーションメニューより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帳票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▶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生産品質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▶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入庫現品票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を選択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する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8" y="2665426"/>
            <a:ext cx="5966977" cy="415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正方形/長方形 6"/>
          <p:cNvSpPr/>
          <p:nvPr/>
        </p:nvSpPr>
        <p:spPr>
          <a:xfrm>
            <a:off x="676955" y="5507783"/>
            <a:ext cx="866775" cy="190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9" name="正方形/長方形 8"/>
          <p:cNvSpPr/>
          <p:nvPr/>
        </p:nvSpPr>
        <p:spPr>
          <a:xfrm>
            <a:off x="474669" y="5247108"/>
            <a:ext cx="866775" cy="17125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0" name="正方形/長方形 9"/>
          <p:cNvSpPr/>
          <p:nvPr/>
        </p:nvSpPr>
        <p:spPr>
          <a:xfrm>
            <a:off x="474669" y="4276725"/>
            <a:ext cx="866775" cy="17125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2868279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18246" y="170797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③入庫現品票出力画面が開くので、移動票に表示されている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指図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入庫数量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を入力して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『Enter』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又は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実行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46" y="638156"/>
            <a:ext cx="8306629" cy="6111655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3233737" y="4295775"/>
            <a:ext cx="962025" cy="247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5" name="正方形/長方形 4"/>
          <p:cNvSpPr/>
          <p:nvPr/>
        </p:nvSpPr>
        <p:spPr>
          <a:xfrm>
            <a:off x="4291013" y="4295775"/>
            <a:ext cx="890588" cy="247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6" name="正方形/長方形 5"/>
          <p:cNvSpPr/>
          <p:nvPr/>
        </p:nvSpPr>
        <p:spPr>
          <a:xfrm>
            <a:off x="4736307" y="6081712"/>
            <a:ext cx="1264444" cy="233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8" name="角丸四角形 7"/>
          <p:cNvSpPr/>
          <p:nvPr/>
        </p:nvSpPr>
        <p:spPr>
          <a:xfrm>
            <a:off x="218246" y="6338858"/>
            <a:ext cx="3625966" cy="41095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入庫現品票の出力漏れが無い事</a:t>
            </a:r>
            <a:endParaRPr lang="ja-JP" altLang="en-US" sz="1400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001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218247" y="3666932"/>
            <a:ext cx="4338944" cy="3107092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移動票のみ</a:t>
            </a:r>
            <a:endParaRPr kumimoji="1"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濱田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さん席後ろ側の壁に貼り付いているピンクの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ケース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4697551" y="3666931"/>
            <a:ext cx="4338945" cy="3107092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移動票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+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温度プロファイル用紙</a:t>
            </a:r>
            <a:endParaRPr kumimoji="1"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専用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のクリアファイルに入れて上記ピンクのケースの下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</a:t>
            </a:r>
            <a:endParaRPr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置かれて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いる白いトレー</a:t>
            </a:r>
          </a:p>
        </p:txBody>
      </p:sp>
      <p:sp>
        <p:nvSpPr>
          <p:cNvPr id="2" name="正方形/長方形 1"/>
          <p:cNvSpPr/>
          <p:nvPr/>
        </p:nvSpPr>
        <p:spPr>
          <a:xfrm>
            <a:off x="218246" y="170797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④出力された入庫現品票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青紙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を入庫担当者に渡す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218247" y="3144419"/>
            <a:ext cx="8818250" cy="382553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⑤入庫現品票出力が完了した移動票を専用のケースに入れる</a:t>
            </a:r>
            <a:endParaRPr kumimoji="1"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57" y="4228685"/>
            <a:ext cx="2612924" cy="247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0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507</Words>
  <Application>Microsoft Office PowerPoint</Application>
  <PresentationFormat>画面に合わせる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Meiryo UI</vt:lpstr>
      <vt:lpstr>ＭＳ Ｐゴシック</vt:lpstr>
      <vt:lpstr>Arial</vt:lpstr>
      <vt:lpstr>Calibri</vt:lpstr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</dc:creator>
  <cp:lastModifiedBy>茂木 由美子</cp:lastModifiedBy>
  <cp:revision>19</cp:revision>
  <dcterms:created xsi:type="dcterms:W3CDTF">2020-03-05T00:36:41Z</dcterms:created>
  <dcterms:modified xsi:type="dcterms:W3CDTF">2020-05-19T01:51:18Z</dcterms:modified>
</cp:coreProperties>
</file>