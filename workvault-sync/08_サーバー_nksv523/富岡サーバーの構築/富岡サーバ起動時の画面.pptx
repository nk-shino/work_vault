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-30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18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95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35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36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42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54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29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807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06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57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C6D2F-FF4C-4F11-BCE6-DCFFF171CC38}" type="datetimeFigureOut">
              <a:rPr kumimoji="1" lang="ja-JP" altLang="en-US" smtClean="0"/>
              <a:t>2019/4/27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4A1DA-CD47-427B-B9D8-C9DDE385A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173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340660"/>
            <a:ext cx="8229600" cy="555811"/>
          </a:xfrm>
        </p:spPr>
        <p:txBody>
          <a:bodyPr>
            <a:normAutofit/>
          </a:bodyPr>
          <a:lstStyle/>
          <a:p>
            <a:pPr marL="179388" indent="-179388"/>
            <a:r>
              <a:rPr kumimoji="1" lang="ja-JP" altLang="en-US" sz="1600" dirty="0" smtClean="0"/>
              <a:t>富岡サーバ起動時の画面（通常ブート）</a:t>
            </a:r>
            <a:endParaRPr kumimoji="1" lang="ja-JP" altLang="en-US" sz="1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997" y="1042126"/>
            <a:ext cx="2958353" cy="235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780" y="1042126"/>
            <a:ext cx="2929590" cy="235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49" y="3870262"/>
            <a:ext cx="2959665" cy="242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35" y="1042127"/>
            <a:ext cx="720029" cy="58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97" y="3911748"/>
            <a:ext cx="2441948" cy="196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右矢印 4"/>
          <p:cNvSpPr/>
          <p:nvPr/>
        </p:nvSpPr>
        <p:spPr>
          <a:xfrm>
            <a:off x="1443317" y="1230387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61042" y="1755422"/>
            <a:ext cx="1410693" cy="57708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kumimoji="1" lang="ja-JP" altLang="en-US" sz="1050" dirty="0" smtClean="0"/>
              <a:t>起動後、</a:t>
            </a:r>
            <a:r>
              <a:rPr kumimoji="1" lang="en-US" altLang="ja-JP" sz="1050" dirty="0" smtClean="0"/>
              <a:t>BIOS</a:t>
            </a:r>
            <a:r>
              <a:rPr kumimoji="1" lang="ja-JP" altLang="en-US" sz="1050" dirty="0" smtClean="0"/>
              <a:t>画面から</a:t>
            </a:r>
            <a:endParaRPr kumimoji="1" lang="en-US" altLang="ja-JP" sz="1050" dirty="0" smtClean="0"/>
          </a:p>
          <a:p>
            <a:r>
              <a:rPr kumimoji="1" lang="ja-JP" altLang="en-US" sz="1050" dirty="0" smtClean="0"/>
              <a:t>すぐに</a:t>
            </a:r>
            <a:r>
              <a:rPr kumimoji="1" lang="en-US" altLang="ja-JP" sz="1050" dirty="0" smtClean="0"/>
              <a:t>RAID</a:t>
            </a:r>
            <a:r>
              <a:rPr kumimoji="1" lang="ja-JP" altLang="en-US" sz="1050" dirty="0" smtClean="0"/>
              <a:t>設定画面に</a:t>
            </a:r>
            <a:endParaRPr kumimoji="1" lang="en-US" altLang="ja-JP" sz="1050" dirty="0" smtClean="0"/>
          </a:p>
          <a:p>
            <a:r>
              <a:rPr kumimoji="1" lang="ja-JP" altLang="en-US" sz="1050" dirty="0" smtClean="0"/>
              <a:t>移行する。</a:t>
            </a:r>
            <a:endParaRPr kumimoji="1" lang="ja-JP" altLang="en-US" sz="1050" dirty="0"/>
          </a:p>
        </p:txBody>
      </p:sp>
      <p:sp>
        <p:nvSpPr>
          <p:cNvPr id="15" name="右矢印 14"/>
          <p:cNvSpPr/>
          <p:nvPr/>
        </p:nvSpPr>
        <p:spPr>
          <a:xfrm>
            <a:off x="4982501" y="2100527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右矢印 15"/>
          <p:cNvSpPr/>
          <p:nvPr/>
        </p:nvSpPr>
        <p:spPr>
          <a:xfrm>
            <a:off x="475720" y="4965755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右矢印 16"/>
          <p:cNvSpPr/>
          <p:nvPr/>
        </p:nvSpPr>
        <p:spPr>
          <a:xfrm>
            <a:off x="4214006" y="4776257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右矢印 17"/>
          <p:cNvSpPr/>
          <p:nvPr/>
        </p:nvSpPr>
        <p:spPr>
          <a:xfrm>
            <a:off x="4577322" y="5985448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/>
          <p:cNvSpPr/>
          <p:nvPr/>
        </p:nvSpPr>
        <p:spPr>
          <a:xfrm>
            <a:off x="8523560" y="1534634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右矢印 19"/>
          <p:cNvSpPr/>
          <p:nvPr/>
        </p:nvSpPr>
        <p:spPr>
          <a:xfrm>
            <a:off x="8523560" y="2744869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8342499" y="892577"/>
            <a:ext cx="619328" cy="55745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kumimoji="1" lang="en-US" altLang="ja-JP" sz="1050" dirty="0" smtClean="0"/>
              <a:t>(Ctrl)+H</a:t>
            </a:r>
            <a:r>
              <a:rPr kumimoji="1" lang="ja-JP" altLang="en-US" sz="1050" dirty="0" smtClean="0"/>
              <a:t>で</a:t>
            </a:r>
            <a:endParaRPr lang="en-US" altLang="ja-JP" sz="1050" dirty="0"/>
          </a:p>
          <a:p>
            <a:r>
              <a:rPr kumimoji="1" lang="en-US" altLang="ja-JP" sz="1050" dirty="0" smtClean="0"/>
              <a:t>RAID</a:t>
            </a:r>
            <a:r>
              <a:rPr kumimoji="1" lang="ja-JP" altLang="en-US" sz="1050" dirty="0" smtClean="0"/>
              <a:t>設定</a:t>
            </a:r>
            <a:endParaRPr kumimoji="1" lang="en-US" altLang="ja-JP" sz="1050" dirty="0" smtClean="0"/>
          </a:p>
          <a:p>
            <a:r>
              <a:rPr lang="ja-JP" altLang="en-US" sz="1050" dirty="0" smtClean="0"/>
              <a:t>画面へ</a:t>
            </a:r>
            <a:endParaRPr kumimoji="1" lang="ja-JP" altLang="en-US" sz="105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8342499" y="2170595"/>
            <a:ext cx="667418" cy="3958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kumimoji="1" lang="ja-JP" altLang="en-US" sz="1050" dirty="0" smtClean="0"/>
              <a:t>何もしない</a:t>
            </a:r>
            <a:r>
              <a:rPr kumimoji="1" lang="en-US" altLang="ja-JP" sz="1050" dirty="0" smtClean="0"/>
              <a:t/>
            </a:r>
            <a:br>
              <a:rPr kumimoji="1" lang="en-US" altLang="ja-JP" sz="1050" dirty="0" smtClean="0"/>
            </a:br>
            <a:r>
              <a:rPr lang="ja-JP" altLang="en-US" sz="1050" dirty="0" smtClean="0"/>
              <a:t>下段へ</a:t>
            </a:r>
            <a:endParaRPr kumimoji="1" lang="ja-JP" altLang="en-US" sz="1050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551" y="4712941"/>
            <a:ext cx="2441948" cy="1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テキスト ボックス 22"/>
          <p:cNvSpPr txBox="1"/>
          <p:nvPr/>
        </p:nvSpPr>
        <p:spPr>
          <a:xfrm>
            <a:off x="3909904" y="4317072"/>
            <a:ext cx="963973" cy="3958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kumimoji="1" lang="ja-JP" altLang="en-US" sz="1050" dirty="0" smtClean="0"/>
              <a:t>何もしない</a:t>
            </a:r>
            <a:endParaRPr kumimoji="1" lang="en-US" altLang="ja-JP" sz="1050" dirty="0" smtClean="0"/>
          </a:p>
          <a:p>
            <a:r>
              <a:rPr lang="en-US" altLang="ja-JP" sz="1050" dirty="0" smtClean="0"/>
              <a:t>OS</a:t>
            </a:r>
            <a:r>
              <a:rPr lang="ja-JP" altLang="en-US" sz="1050" dirty="0" smtClean="0"/>
              <a:t>のブート画面</a:t>
            </a:r>
            <a:endParaRPr kumimoji="1" lang="ja-JP" altLang="en-US" sz="105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169889" y="6140914"/>
            <a:ext cx="1383960" cy="3958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ja-JP" sz="1050" dirty="0" smtClean="0"/>
              <a:t>F2</a:t>
            </a:r>
          </a:p>
          <a:p>
            <a:r>
              <a:rPr lang="en-US" altLang="ja-JP" sz="1050" dirty="0" smtClean="0"/>
              <a:t>BIOS</a:t>
            </a:r>
            <a:r>
              <a:rPr lang="ja-JP" altLang="en-US" sz="1050" dirty="0" smtClean="0"/>
              <a:t>のセットアップ画面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51326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340660"/>
            <a:ext cx="8229600" cy="555811"/>
          </a:xfrm>
        </p:spPr>
        <p:txBody>
          <a:bodyPr>
            <a:normAutofit/>
          </a:bodyPr>
          <a:lstStyle/>
          <a:p>
            <a:pPr marL="179388" indent="-179388"/>
            <a:r>
              <a:rPr kumimoji="1" lang="ja-JP" altLang="en-US" sz="1600" dirty="0" smtClean="0"/>
              <a:t>富岡サーバ起動時の画面（</a:t>
            </a:r>
            <a:r>
              <a:rPr kumimoji="1" lang="en-US" altLang="ja-JP" sz="1600" dirty="0" smtClean="0"/>
              <a:t>RAID</a:t>
            </a:r>
            <a:r>
              <a:rPr kumimoji="1" lang="ja-JP" altLang="en-US" sz="1600" dirty="0" smtClean="0"/>
              <a:t>の設定</a:t>
            </a:r>
            <a:r>
              <a:rPr kumimoji="1" lang="en-US" altLang="ja-JP" sz="1600" dirty="0" smtClean="0"/>
              <a:t>…</a:t>
            </a:r>
            <a:r>
              <a:rPr kumimoji="1" lang="ja-JP" altLang="en-US" sz="1600" dirty="0" smtClean="0"/>
              <a:t>マウスによって選択可能）</a:t>
            </a:r>
            <a:endParaRPr kumimoji="1" lang="ja-JP" altLang="en-US" sz="1600" dirty="0"/>
          </a:p>
        </p:txBody>
      </p:sp>
      <p:sp>
        <p:nvSpPr>
          <p:cNvPr id="5" name="右矢印 4"/>
          <p:cNvSpPr/>
          <p:nvPr/>
        </p:nvSpPr>
        <p:spPr>
          <a:xfrm>
            <a:off x="493649" y="2100527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298997" y="790460"/>
            <a:ext cx="1885700" cy="234286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kumimoji="1" lang="en-US" altLang="ja-JP" sz="1050" dirty="0" smtClean="0"/>
              <a:t>RAID</a:t>
            </a:r>
            <a:r>
              <a:rPr kumimoji="1" lang="ja-JP" altLang="en-US" sz="1050" dirty="0" smtClean="0"/>
              <a:t>設定画面（ホーム</a:t>
            </a:r>
            <a:r>
              <a:rPr kumimoji="1" lang="en-US" altLang="ja-JP" sz="1050" dirty="0" smtClean="0"/>
              <a:t>,nksv560</a:t>
            </a:r>
            <a:r>
              <a:rPr kumimoji="1" lang="ja-JP" altLang="en-US" sz="1050" dirty="0" smtClean="0"/>
              <a:t>）</a:t>
            </a:r>
            <a:endParaRPr kumimoji="1" lang="ja-JP" altLang="en-US" sz="1050" dirty="0"/>
          </a:p>
        </p:txBody>
      </p:sp>
      <p:sp>
        <p:nvSpPr>
          <p:cNvPr id="15" name="右矢印 14"/>
          <p:cNvSpPr/>
          <p:nvPr/>
        </p:nvSpPr>
        <p:spPr>
          <a:xfrm>
            <a:off x="4240905" y="2100527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/>
          <p:cNvSpPr/>
          <p:nvPr/>
        </p:nvSpPr>
        <p:spPr>
          <a:xfrm rot="8100000">
            <a:off x="3716812" y="3713555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740577" y="3283258"/>
            <a:ext cx="1414417" cy="3958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kumimoji="1" lang="ja-JP" altLang="en-US" sz="1050" dirty="0" smtClean="0"/>
              <a:t>論理ドライブ</a:t>
            </a:r>
            <a:endParaRPr kumimoji="1" lang="en-US" altLang="ja-JP" sz="1050" dirty="0" smtClean="0"/>
          </a:p>
          <a:p>
            <a:pPr algn="ctr"/>
            <a:r>
              <a:rPr lang="ja-JP" altLang="en-US" sz="1050" dirty="0" smtClean="0"/>
              <a:t>（緑の一番上）</a:t>
            </a:r>
            <a:r>
              <a:rPr kumimoji="1" lang="ja-JP" altLang="en-US" sz="1050" dirty="0" smtClean="0"/>
              <a:t>を</a:t>
            </a:r>
            <a:r>
              <a:rPr lang="ja-JP" altLang="en-US" sz="1050" dirty="0" smtClean="0"/>
              <a:t>クリック</a:t>
            </a:r>
            <a:endParaRPr kumimoji="1" lang="ja-JP" altLang="en-US" sz="105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122348" y="1641657"/>
            <a:ext cx="625740" cy="3958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US" altLang="ja-JP" sz="1050" dirty="0" smtClean="0"/>
              <a:t>“Start”</a:t>
            </a:r>
          </a:p>
          <a:p>
            <a:pPr algn="ctr"/>
            <a:r>
              <a:rPr kumimoji="1" lang="ja-JP" altLang="en-US" sz="1050" dirty="0" smtClean="0"/>
              <a:t>のクリック</a:t>
            </a:r>
            <a:endParaRPr kumimoji="1" lang="ja-JP" altLang="en-US" sz="105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45" y="1024746"/>
            <a:ext cx="2522715" cy="2061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55" y="1042127"/>
            <a:ext cx="2941027" cy="235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テキスト ボックス 24"/>
          <p:cNvSpPr txBox="1"/>
          <p:nvPr/>
        </p:nvSpPr>
        <p:spPr>
          <a:xfrm>
            <a:off x="1694573" y="790460"/>
            <a:ext cx="1419226" cy="234286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kumimoji="1" lang="en-US" altLang="ja-JP" sz="1050" dirty="0" smtClean="0"/>
              <a:t>RAID</a:t>
            </a:r>
            <a:r>
              <a:rPr kumimoji="1" lang="ja-JP" altLang="en-US" sz="1050" dirty="0" smtClean="0"/>
              <a:t>設定画面（起動時）</a:t>
            </a:r>
            <a:endParaRPr kumimoji="1" lang="ja-JP" altLang="en-US" sz="105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07" y="4103852"/>
            <a:ext cx="2941027" cy="2421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テキスト ボックス 25"/>
          <p:cNvSpPr txBox="1"/>
          <p:nvPr/>
        </p:nvSpPr>
        <p:spPr>
          <a:xfrm>
            <a:off x="1398728" y="3802050"/>
            <a:ext cx="1582732" cy="234286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kumimoji="1" lang="en-US" altLang="ja-JP" sz="1050" dirty="0" smtClean="0"/>
              <a:t>RAID</a:t>
            </a:r>
            <a:r>
              <a:rPr kumimoji="1" lang="ja-JP" altLang="en-US" sz="1050" dirty="0" smtClean="0"/>
              <a:t>論理ドライブ設定画面</a:t>
            </a:r>
            <a:endParaRPr kumimoji="1" lang="ja-JP" altLang="en-US" sz="105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065" y="4103852"/>
            <a:ext cx="2843575" cy="2421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右矢印 26"/>
          <p:cNvSpPr/>
          <p:nvPr/>
        </p:nvSpPr>
        <p:spPr>
          <a:xfrm rot="5400000">
            <a:off x="5343752" y="3697610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634110" y="3546122"/>
            <a:ext cx="1549068" cy="3958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kumimoji="1" lang="ja-JP" altLang="en-US" sz="1050" dirty="0" smtClean="0"/>
              <a:t>物理ドライブ</a:t>
            </a:r>
            <a:endParaRPr kumimoji="1" lang="en-US" altLang="ja-JP" sz="1050" dirty="0" smtClean="0"/>
          </a:p>
          <a:p>
            <a:pPr algn="ctr"/>
            <a:r>
              <a:rPr lang="ja-JP" altLang="en-US" sz="1050" dirty="0" smtClean="0"/>
              <a:t>（緑の二番目～）</a:t>
            </a:r>
            <a:r>
              <a:rPr kumimoji="1" lang="ja-JP" altLang="en-US" sz="1050" dirty="0" smtClean="0"/>
              <a:t>を</a:t>
            </a:r>
            <a:r>
              <a:rPr lang="ja-JP" altLang="en-US" sz="1050" dirty="0" smtClean="0"/>
              <a:t>クリック</a:t>
            </a:r>
            <a:endParaRPr kumimoji="1" lang="ja-JP" altLang="en-US" sz="1050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1086" y="1402504"/>
            <a:ext cx="2515143" cy="207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テキスト ボックス 30"/>
          <p:cNvSpPr txBox="1"/>
          <p:nvPr/>
        </p:nvSpPr>
        <p:spPr>
          <a:xfrm>
            <a:off x="7385646" y="1188829"/>
            <a:ext cx="1170761" cy="234286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US" altLang="ja-JP" sz="1050" dirty="0" smtClean="0"/>
              <a:t>(</a:t>
            </a:r>
            <a:r>
              <a:rPr lang="ja-JP" altLang="en-US" sz="1050" dirty="0" smtClean="0"/>
              <a:t>同、</a:t>
            </a:r>
            <a:r>
              <a:rPr lang="en-US" altLang="ja-JP" sz="1050" dirty="0" smtClean="0"/>
              <a:t>nksv567</a:t>
            </a:r>
            <a:r>
              <a:rPr lang="ja-JP" altLang="en-US" sz="1050" dirty="0" smtClean="0"/>
              <a:t>～</a:t>
            </a:r>
            <a:r>
              <a:rPr lang="en-US" altLang="ja-JP" sz="1050" dirty="0" smtClean="0"/>
              <a:t>569)</a:t>
            </a:r>
            <a:endParaRPr kumimoji="1" lang="ja-JP" altLang="en-US" sz="10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756" y="4125986"/>
            <a:ext cx="1317505" cy="1049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右矢印 19"/>
          <p:cNvSpPr/>
          <p:nvPr/>
        </p:nvSpPr>
        <p:spPr>
          <a:xfrm rot="5400000">
            <a:off x="7745938" y="3686062"/>
            <a:ext cx="268942" cy="231976"/>
          </a:xfrm>
          <a:prstGeom prst="rightArrow">
            <a:avLst>
              <a:gd name="adj1" fmla="val 50000"/>
              <a:gd name="adj2" fmla="val 615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017514" y="3615663"/>
            <a:ext cx="1077785" cy="3958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kumimoji="1" lang="en-US" altLang="ja-JP" sz="1050" dirty="0" smtClean="0"/>
              <a:t>“Exit”</a:t>
            </a:r>
            <a:r>
              <a:rPr kumimoji="1" lang="ja-JP" altLang="en-US" sz="1050" dirty="0" smtClean="0"/>
              <a:t>のクリックで</a:t>
            </a:r>
            <a:endParaRPr kumimoji="1" lang="en-US" altLang="ja-JP" sz="1050" dirty="0" smtClean="0"/>
          </a:p>
          <a:p>
            <a:pPr algn="ctr"/>
            <a:r>
              <a:rPr kumimoji="1" lang="ja-JP" altLang="en-US" sz="1050" dirty="0" smtClean="0"/>
              <a:t>再起動画面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25431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124</Words>
  <Application>Microsoft Office PowerPoint</Application>
  <PresentationFormat>画面に合わせる (4:3)</PresentationFormat>
  <Paragraphs>25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​​テーマ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IGARASHI, Junichi</dc:creator>
  <cp:lastModifiedBy>IGARASHI, Junichi</cp:lastModifiedBy>
  <cp:revision>6</cp:revision>
  <dcterms:created xsi:type="dcterms:W3CDTF">2019-04-27T03:38:42Z</dcterms:created>
  <dcterms:modified xsi:type="dcterms:W3CDTF">2019-04-27T04:29:48Z</dcterms:modified>
</cp:coreProperties>
</file>