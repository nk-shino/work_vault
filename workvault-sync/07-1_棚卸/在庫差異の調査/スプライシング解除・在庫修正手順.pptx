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60" r:id="rId7"/>
    <p:sldId id="259" r:id="rId8"/>
    <p:sldId id="261" r:id="rId9"/>
    <p:sldId id="258" r:id="rId10"/>
  </p:sldIdLst>
  <p:sldSz cx="12195175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836DDD-0939-4973-8B93-B558FA65DC11}" v="2" dt="2026-06-25T09:22:36.511"/>
    <p1510:client id="{A5E61F9E-FC09-4D1D-9AEB-238CB360E027}" v="81" dt="2026-06-25T09:20:17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6327" autoAdjust="0"/>
  </p:normalViewPr>
  <p:slideViewPr>
    <p:cSldViewPr>
      <p:cViewPr varScale="1">
        <p:scale>
          <a:sx n="159" d="100"/>
          <a:sy n="159" d="100"/>
        </p:scale>
        <p:origin x="306" y="138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O Yuki (佐藤 勇希)" userId="355fd401-9c31-44b5-8919-d33e419f9bed" providerId="ADAL" clId="{E0FA3E91-D47F-4BE5-A980-ED66041F6280}"/>
    <pc:docChg chg="undo custSel addSld delSld modSld sldOrd">
      <pc:chgData name="SATO Yuki (佐藤 勇希)" userId="355fd401-9c31-44b5-8919-d33e419f9bed" providerId="ADAL" clId="{E0FA3E91-D47F-4BE5-A980-ED66041F6280}" dt="2026-06-25T09:22:46.756" v="810" actId="20577"/>
      <pc:docMkLst>
        <pc:docMk/>
      </pc:docMkLst>
      <pc:sldChg chg="modSp mod">
        <pc:chgData name="SATO Yuki (佐藤 勇希)" userId="355fd401-9c31-44b5-8919-d33e419f9bed" providerId="ADAL" clId="{E0FA3E91-D47F-4BE5-A980-ED66041F6280}" dt="2026-06-25T09:20:17.880" v="770"/>
        <pc:sldMkLst>
          <pc:docMk/>
          <pc:sldMk cId="0" sldId="256"/>
        </pc:sldMkLst>
        <pc:spChg chg="mod">
          <ac:chgData name="SATO Yuki (佐藤 勇希)" userId="355fd401-9c31-44b5-8919-d33e419f9bed" providerId="ADAL" clId="{E0FA3E91-D47F-4BE5-A980-ED66041F6280}" dt="2026-06-25T09:20:17.880" v="770"/>
          <ac:spMkLst>
            <pc:docMk/>
            <pc:sldMk cId="0" sldId="256"/>
            <ac:spMk id="7" creationId="{CA2CD51F-B7DA-ED0D-6A8D-9338CE58D3F9}"/>
          </ac:spMkLst>
        </pc:spChg>
      </pc:sldChg>
      <pc:sldChg chg="modSp mod">
        <pc:chgData name="SATO Yuki (佐藤 勇希)" userId="355fd401-9c31-44b5-8919-d33e419f9bed" providerId="ADAL" clId="{E0FA3E91-D47F-4BE5-A980-ED66041F6280}" dt="2026-06-25T09:17:37.134" v="330"/>
        <pc:sldMkLst>
          <pc:docMk/>
          <pc:sldMk cId="0" sldId="258"/>
        </pc:sldMkLst>
        <pc:spChg chg="mod">
          <ac:chgData name="SATO Yuki (佐藤 勇希)" userId="355fd401-9c31-44b5-8919-d33e419f9bed" providerId="ADAL" clId="{E0FA3E91-D47F-4BE5-A980-ED66041F6280}" dt="2026-06-25T09:17:37.134" v="330"/>
          <ac:spMkLst>
            <pc:docMk/>
            <pc:sldMk cId="0" sldId="258"/>
            <ac:spMk id="6" creationId="{F9AFA8C2-2B34-B593-7966-3BEBAF895F5D}"/>
          </ac:spMkLst>
        </pc:spChg>
      </pc:sldChg>
      <pc:sldChg chg="delSp modSp mod">
        <pc:chgData name="SATO Yuki (佐藤 勇希)" userId="355fd401-9c31-44b5-8919-d33e419f9bed" providerId="ADAL" clId="{E0FA3E91-D47F-4BE5-A980-ED66041F6280}" dt="2026-06-25T09:17:05.811" v="299" actId="20577"/>
        <pc:sldMkLst>
          <pc:docMk/>
          <pc:sldMk cId="2645048883" sldId="260"/>
        </pc:sldMkLst>
        <pc:spChg chg="mod">
          <ac:chgData name="SATO Yuki (佐藤 勇希)" userId="355fd401-9c31-44b5-8919-d33e419f9bed" providerId="ADAL" clId="{E0FA3E91-D47F-4BE5-A980-ED66041F6280}" dt="2026-06-25T09:17:05.811" v="299" actId="20577"/>
          <ac:spMkLst>
            <pc:docMk/>
            <pc:sldMk cId="2645048883" sldId="260"/>
            <ac:spMk id="4" creationId="{43C74435-54B4-1D5A-5506-4B5E779D8C36}"/>
          </ac:spMkLst>
        </pc:spChg>
        <pc:spChg chg="del mod">
          <ac:chgData name="SATO Yuki (佐藤 勇希)" userId="355fd401-9c31-44b5-8919-d33e419f9bed" providerId="ADAL" clId="{E0FA3E91-D47F-4BE5-A980-ED66041F6280}" dt="2026-06-25T09:15:26.922" v="101" actId="478"/>
          <ac:spMkLst>
            <pc:docMk/>
            <pc:sldMk cId="2645048883" sldId="260"/>
            <ac:spMk id="5" creationId="{BE3040D8-8C4D-6002-D4E0-689BE8E34F80}"/>
          </ac:spMkLst>
        </pc:spChg>
      </pc:sldChg>
      <pc:sldChg chg="add del">
        <pc:chgData name="SATO Yuki (佐藤 勇希)" userId="355fd401-9c31-44b5-8919-d33e419f9bed" providerId="ADAL" clId="{E0FA3E91-D47F-4BE5-A980-ED66041F6280}" dt="2026-06-25T09:17:34.782" v="325"/>
        <pc:sldMkLst>
          <pc:docMk/>
          <pc:sldMk cId="1255554141" sldId="261"/>
        </pc:sldMkLst>
      </pc:sldChg>
      <pc:sldChg chg="addSp modSp add mod ord">
        <pc:chgData name="SATO Yuki (佐藤 勇希)" userId="355fd401-9c31-44b5-8919-d33e419f9bed" providerId="ADAL" clId="{E0FA3E91-D47F-4BE5-A980-ED66041F6280}" dt="2026-06-25T09:22:46.756" v="810" actId="20577"/>
        <pc:sldMkLst>
          <pc:docMk/>
          <pc:sldMk cId="3809733021" sldId="261"/>
        </pc:sldMkLst>
        <pc:spChg chg="mod">
          <ac:chgData name="SATO Yuki (佐藤 勇希)" userId="355fd401-9c31-44b5-8919-d33e419f9bed" providerId="ADAL" clId="{E0FA3E91-D47F-4BE5-A980-ED66041F6280}" dt="2026-06-25T09:18:54.894" v="528"/>
          <ac:spMkLst>
            <pc:docMk/>
            <pc:sldMk cId="3809733021" sldId="261"/>
            <ac:spMk id="2" creationId="{8F465F24-4AB3-DD53-9B65-9B446CBA1876}"/>
          </ac:spMkLst>
        </pc:spChg>
        <pc:spChg chg="mod">
          <ac:chgData name="SATO Yuki (佐藤 勇希)" userId="355fd401-9c31-44b5-8919-d33e419f9bed" providerId="ADAL" clId="{E0FA3E91-D47F-4BE5-A980-ED66041F6280}" dt="2026-06-25T09:22:46.756" v="810" actId="20577"/>
          <ac:spMkLst>
            <pc:docMk/>
            <pc:sldMk cId="3809733021" sldId="261"/>
            <ac:spMk id="4" creationId="{E00CB5A7-165F-49D6-3A52-41229574D7A9}"/>
          </ac:spMkLst>
        </pc:spChg>
        <pc:spChg chg="add mod">
          <ac:chgData name="SATO Yuki (佐藤 勇希)" userId="355fd401-9c31-44b5-8919-d33e419f9bed" providerId="ADAL" clId="{E0FA3E91-D47F-4BE5-A980-ED66041F6280}" dt="2026-06-25T09:18:14.141" v="356" actId="1076"/>
          <ac:spMkLst>
            <pc:docMk/>
            <pc:sldMk cId="3809733021" sldId="261"/>
            <ac:spMk id="5" creationId="{05CA62BD-A433-845B-0EF1-06D5920F7EC8}"/>
          </ac:spMkLst>
        </pc:spChg>
        <pc:picChg chg="add mod">
          <ac:chgData name="SATO Yuki (佐藤 勇希)" userId="355fd401-9c31-44b5-8919-d33e419f9bed" providerId="ADAL" clId="{E0FA3E91-D47F-4BE5-A980-ED66041F6280}" dt="2026-06-25T09:18:04.653" v="353" actId="1076"/>
          <ac:picMkLst>
            <pc:docMk/>
            <pc:sldMk cId="3809733021" sldId="261"/>
            <ac:picMk id="3" creationId="{9B75408B-663F-8C3B-5579-E0057EA88CD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fld id="{2B45C14F-2C3B-454A-9C64-72E4D0040D5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45C14F-2C3B-454A-9C64-72E4D0040D58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57427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45C14F-2C3B-454A-9C64-72E4D0040D58}" type="slidenum">
              <a:rPr lang="en-US" altLang="ja-JP" smtClean="0"/>
              <a:pPr>
                <a:defRPr/>
              </a:pPr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5839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X:\Hirao\日本光電PPTテンプレート\作業\20180621_2018年度\PNG\PPT_01-01タイトル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6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5" name="Rectangle 34"/>
          <p:cNvSpPr>
            <a:spLocks noGrp="1" noChangeArrowheads="1"/>
          </p:cNvSpPr>
          <p:nvPr>
            <p:ph type="ctrTitle"/>
          </p:nvPr>
        </p:nvSpPr>
        <p:spPr>
          <a:xfrm>
            <a:off x="914638" y="1844501"/>
            <a:ext cx="10365899" cy="1295400"/>
          </a:xfrm>
        </p:spPr>
        <p:txBody>
          <a:bodyPr/>
          <a:lstStyle>
            <a:lvl1pPr algn="ctr">
              <a:defRPr smtClean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436" name="Rectangle 35"/>
          <p:cNvSpPr>
            <a:spLocks noGrp="1" noChangeArrowheads="1"/>
          </p:cNvSpPr>
          <p:nvPr>
            <p:ph type="subTitle" idx="1"/>
          </p:nvPr>
        </p:nvSpPr>
        <p:spPr>
          <a:xfrm>
            <a:off x="1829276" y="3357413"/>
            <a:ext cx="8536623" cy="1655763"/>
          </a:xfrm>
        </p:spPr>
        <p:txBody>
          <a:bodyPr/>
          <a:lstStyle>
            <a:lvl1pPr marL="0" indent="0" algn="ctr">
              <a:buFontTx/>
              <a:buNone/>
              <a:defRPr smtClean="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10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7313" y="6545088"/>
            <a:ext cx="3935412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14211" y="6545088"/>
            <a:ext cx="398414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fld id="{3589AB9E-BF93-44F0-AACD-B21BAF28FEB0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308E685A-A37B-222E-5750-B427E9715C9B}"/>
              </a:ext>
            </a:extLst>
          </p:cNvPr>
          <p:cNvGrpSpPr/>
          <p:nvPr userDrawn="1"/>
        </p:nvGrpSpPr>
        <p:grpSpPr>
          <a:xfrm>
            <a:off x="9337947" y="5467588"/>
            <a:ext cx="2664000" cy="468000"/>
            <a:chOff x="9337947" y="5467588"/>
            <a:chExt cx="2664000" cy="468000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4C5EB848-DEE6-B43F-411C-40DE64F9D033}"/>
                </a:ext>
              </a:extLst>
            </p:cNvPr>
            <p:cNvSpPr/>
            <p:nvPr userDrawn="1"/>
          </p:nvSpPr>
          <p:spPr>
            <a:xfrm>
              <a:off x="9337947" y="5467588"/>
              <a:ext cx="2664000" cy="468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3A53542C-BBCF-1193-A78E-2170F8600E6B}"/>
                </a:ext>
              </a:extLst>
            </p:cNvPr>
            <p:cNvGrpSpPr/>
            <p:nvPr userDrawn="1"/>
          </p:nvGrpSpPr>
          <p:grpSpPr>
            <a:xfrm>
              <a:off x="9373803" y="5493133"/>
              <a:ext cx="2592288" cy="416910"/>
              <a:chOff x="8473851" y="5432178"/>
              <a:chExt cx="2592288" cy="416910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FFBAC19-7616-1199-417C-865232CC051C}"/>
                  </a:ext>
                </a:extLst>
              </p:cNvPr>
              <p:cNvSpPr txBox="1"/>
              <p:nvPr userDrawn="1"/>
            </p:nvSpPr>
            <p:spPr>
              <a:xfrm>
                <a:off x="8473851" y="5572090"/>
                <a:ext cx="2592288" cy="1384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36000" tIns="0" bIns="0" anchor="ctr">
                <a:spAutoFit/>
              </a:bodyPr>
              <a:lstStyle/>
              <a:p>
                <a:pPr algn="l"/>
                <a:r>
                  <a:rPr lang="ja-JP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作成者：</a:t>
                </a:r>
                <a:endParaRPr lang="ja-JP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8B92111D-34B1-C62B-1FFB-0F959C568468}"/>
                  </a:ext>
                </a:extLst>
              </p:cNvPr>
              <p:cNvSpPr txBox="1"/>
              <p:nvPr userDrawn="1"/>
            </p:nvSpPr>
            <p:spPr>
              <a:xfrm>
                <a:off x="8473851" y="5710589"/>
                <a:ext cx="2592288" cy="1384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36000" tIns="0" bIns="0" anchor="ctr">
                <a:spAutoFit/>
              </a:bodyPr>
              <a:lstStyle/>
              <a:p>
                <a:pPr algn="l"/>
                <a:r>
                  <a:rPr lang="ja-JP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広告管理</a:t>
                </a:r>
                <a:r>
                  <a:rPr lang="ja-JP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番号：</a:t>
                </a:r>
                <a:endParaRPr lang="ja-JP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FCAEDF79-2AE9-778F-E9E9-A2020F253AA9}"/>
                  </a:ext>
                </a:extLst>
              </p:cNvPr>
              <p:cNvSpPr txBox="1"/>
              <p:nvPr userDrawn="1"/>
            </p:nvSpPr>
            <p:spPr>
              <a:xfrm>
                <a:off x="8473851" y="5432178"/>
                <a:ext cx="2592288" cy="1384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36000" tIns="0" bIns="0" anchor="ctr">
                <a:spAutoFit/>
              </a:bodyPr>
              <a:lstStyle/>
              <a:p>
                <a:pPr algn="l"/>
                <a:r>
                  <a:rPr lang="ja-JP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作成日：</a:t>
                </a:r>
                <a:endParaRPr lang="ja-JP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5907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188640"/>
            <a:ext cx="11526134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4521" y="1412603"/>
            <a:ext cx="11526134" cy="46085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xfrm>
            <a:off x="8293347" y="6545088"/>
            <a:ext cx="2844800" cy="268288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xfrm>
            <a:off x="87313" y="6545088"/>
            <a:ext cx="3935412" cy="268288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714211" y="6545088"/>
            <a:ext cx="398414" cy="26035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222B9-45DE-4B6D-9428-0A9195C03EC4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6236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336" y="3993108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336" y="2492921"/>
            <a:ext cx="10365899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9A24C-A272-4486-8F9A-69EE51C359AB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5332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188640"/>
            <a:ext cx="11526134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34537" y="1412603"/>
            <a:ext cx="5661441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9230" y="1412603"/>
            <a:ext cx="5661441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CE1F5-ED16-4AEF-B63E-AAE983240A8D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3531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759" y="188640"/>
            <a:ext cx="1097565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759" y="1449115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759" y="2088877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4996" y="1449115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4996" y="2088877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677F9-7C58-4F7A-AFDE-56987A05C8C0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668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X:\Hirao\日本光電PPTテンプレート\作業\20180621_2018年度\PNG\PPT_01-03帯あり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" y="566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0"/>
            <a:ext cx="11526134" cy="9087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CAE6F-8457-4CF3-B140-0929F546505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4136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33BEFA-5DDA-4D8A-B395-1CF36B342F7F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2995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775" y="18864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7974" y="188665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775" y="1350691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3D193-01C8-47D4-B4B3-1AC86D9D4942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7735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90341" y="4592489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90341" y="404664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90341" y="5159227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62217-EA11-42EC-986B-B23AF75AD62A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0743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979138" y="188665"/>
            <a:ext cx="2881533" cy="583247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34521" y="188665"/>
            <a:ext cx="8441348" cy="58324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4783D-9110-4ABB-80DE-82E186775B29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0608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X:\Hirao\日本光電PPTテンプレート\作業\20180621_2018年度\PNG\PPT_01-02帯なし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6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188913"/>
            <a:ext cx="11525250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412875"/>
            <a:ext cx="1152525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93347" y="6545088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7313" y="6545088"/>
            <a:ext cx="3935412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14211" y="6545088"/>
            <a:ext cx="398414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fld id="{3589AB9E-BF93-44F0-AACD-B21BAF28FEB0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21" r:id="rId2"/>
    <p:sldLayoutId id="2147483822" r:id="rId3"/>
    <p:sldLayoutId id="2147483823" r:id="rId4"/>
    <p:sldLayoutId id="2147483824" r:id="rId5"/>
    <p:sldLayoutId id="2147483830" r:id="rId6"/>
    <p:sldLayoutId id="2147483825" r:id="rId7"/>
    <p:sldLayoutId id="2147483826" r:id="rId8"/>
    <p:sldLayoutId id="2147483827" r:id="rId9"/>
    <p:sldLayoutId id="2147483828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A2CD51F-B7DA-ED0D-6A8D-9338CE58D3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スプライシング解除手順</a:t>
            </a:r>
          </a:p>
        </p:txBody>
      </p:sp>
      <p:sp>
        <p:nvSpPr>
          <p:cNvPr id="8" name="字幕 7">
            <a:extLst>
              <a:ext uri="{FF2B5EF4-FFF2-40B4-BE49-F238E27FC236}">
                <a16:creationId xmlns:a16="http://schemas.microsoft.com/office/drawing/2014/main" id="{1DD78D3F-4F73-CE72-7F49-A824A15EB9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95EE6CD-247A-A6D7-41D7-9E4BAB4C96B0}"/>
              </a:ext>
            </a:extLst>
          </p:cNvPr>
          <p:cNvSpPr txBox="1"/>
          <p:nvPr userDrawn="1"/>
        </p:nvSpPr>
        <p:spPr>
          <a:xfrm>
            <a:off x="9842003" y="5633045"/>
            <a:ext cx="2124088" cy="13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0" bIns="0" anchor="ctr">
            <a:spAutoFit/>
          </a:bodyPr>
          <a:lstStyle/>
          <a:p>
            <a:pPr algn="l"/>
            <a:r>
              <a:rPr lang="ja-JP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〇〇事業本部　〇〇営業部　〇〇課</a:t>
            </a:r>
            <a:endParaRPr lang="ja-JP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0005ED0-FB61-6694-D4EC-4065355ADA91}"/>
              </a:ext>
            </a:extLst>
          </p:cNvPr>
          <p:cNvSpPr txBox="1"/>
          <p:nvPr userDrawn="1"/>
        </p:nvSpPr>
        <p:spPr>
          <a:xfrm>
            <a:off x="10202043" y="5771544"/>
            <a:ext cx="1764048" cy="13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0" bIns="0" anchor="ctr">
            <a:spAutoFit/>
          </a:bodyPr>
          <a:lstStyle/>
          <a:p>
            <a:pPr algn="l"/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NKCXXXXX-XXXXX</a:t>
            </a:r>
            <a:endParaRPr lang="ja-JP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632EA30-5149-6631-A47E-09363CF846B1}"/>
              </a:ext>
            </a:extLst>
          </p:cNvPr>
          <p:cNvSpPr txBox="1"/>
          <p:nvPr userDrawn="1"/>
        </p:nvSpPr>
        <p:spPr>
          <a:xfrm>
            <a:off x="9842003" y="5493133"/>
            <a:ext cx="2124088" cy="13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0" bIns="0" anchor="ctr">
            <a:spAutoFit/>
          </a:bodyPr>
          <a:lstStyle/>
          <a:p>
            <a:pPr algn="l"/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20XX</a:t>
            </a:r>
            <a:r>
              <a:rPr lang="ja-JP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　</a:t>
            </a:r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XX</a:t>
            </a:r>
            <a:r>
              <a:rPr lang="ja-JP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　</a:t>
            </a:r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XX</a:t>
            </a:r>
            <a:r>
              <a:rPr lang="ja-JP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</a:t>
            </a:r>
            <a:endParaRPr lang="ja-JP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スプライシングシリアル確認方法</a:t>
            </a:r>
            <a:endParaRPr kumimoji="1" lang="ja-JP" altLang="en-US" dirty="0"/>
          </a:p>
        </p:txBody>
      </p:sp>
      <p:pic>
        <p:nvPicPr>
          <p:cNvPr id="16" name="コンテンツ プレースホルダー 15">
            <a:extLst>
              <a:ext uri="{FF2B5EF4-FFF2-40B4-BE49-F238E27FC236}">
                <a16:creationId xmlns:a16="http://schemas.microsoft.com/office/drawing/2014/main" id="{8F81FEA3-17C5-FFA5-4F6A-3E3E686AD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521" y="1293367"/>
            <a:ext cx="3135543" cy="235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622723-3598-4441-CFE4-949BB426201D}"/>
              </a:ext>
            </a:extLst>
          </p:cNvPr>
          <p:cNvSpPr/>
          <p:nvPr/>
        </p:nvSpPr>
        <p:spPr>
          <a:xfrm>
            <a:off x="1705099" y="1916832"/>
            <a:ext cx="432048" cy="5040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D2A10AD-0E06-6DF8-61D7-9CD82171132A}"/>
              </a:ext>
            </a:extLst>
          </p:cNvPr>
          <p:cNvSpPr/>
          <p:nvPr/>
        </p:nvSpPr>
        <p:spPr>
          <a:xfrm>
            <a:off x="4585419" y="1628800"/>
            <a:ext cx="6912768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ysClr val="windowText" lastClr="000000"/>
                </a:solidFill>
              </a:rPr>
              <a:t>ステータスチェック→バーコード読む</a:t>
            </a:r>
            <a:br>
              <a:rPr kumimoji="1" lang="en-US" altLang="ja-JP" dirty="0">
                <a:solidFill>
                  <a:sysClr val="windowText" lastClr="000000"/>
                </a:solidFill>
              </a:rPr>
            </a:br>
            <a:br>
              <a:rPr kumimoji="1" lang="en-US" altLang="ja-JP" dirty="0">
                <a:solidFill>
                  <a:sysClr val="windowText" lastClr="000000"/>
                </a:solidFill>
              </a:rPr>
            </a:br>
            <a:r>
              <a:rPr kumimoji="1" lang="ja-JP" altLang="en-US" dirty="0">
                <a:solidFill>
                  <a:sysClr val="windowText" lastClr="000000"/>
                </a:solidFill>
              </a:rPr>
              <a:t>左側が現在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(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スプライシング元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)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のシリアル</a:t>
            </a:r>
            <a:br>
              <a:rPr kumimoji="1" lang="en-US" altLang="ja-JP" dirty="0">
                <a:solidFill>
                  <a:sysClr val="windowText" lastClr="000000"/>
                </a:solidFill>
              </a:rPr>
            </a:br>
            <a:r>
              <a:rPr kumimoji="1" lang="ja-JP" altLang="en-US" dirty="0">
                <a:solidFill>
                  <a:sysClr val="windowText" lastClr="000000"/>
                </a:solidFill>
              </a:rPr>
              <a:t>右側が、スプライシングされている場合のスプライシング先シリアル</a:t>
            </a:r>
            <a:br>
              <a:rPr kumimoji="1" lang="en-US" altLang="ja-JP" dirty="0">
                <a:solidFill>
                  <a:sysClr val="windowText" lastClr="000000"/>
                </a:solidFill>
              </a:rPr>
            </a:br>
            <a:br>
              <a:rPr kumimoji="1" lang="en-US" altLang="ja-JP" dirty="0">
                <a:solidFill>
                  <a:sysClr val="windowText" lastClr="000000"/>
                </a:solidFill>
              </a:rPr>
            </a:br>
            <a:r>
              <a:rPr kumimoji="1" lang="ja-JP" altLang="en-US" dirty="0">
                <a:solidFill>
                  <a:sysClr val="windowText" lastClr="000000"/>
                </a:solidFill>
              </a:rPr>
              <a:t>ラベル再発行</a:t>
            </a:r>
            <a:endParaRPr kumimoji="1" lang="en-US" altLang="ja-JP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4D386-D022-3A16-01AB-6AC4A8288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フィーダー情報削除手順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C74435-54B4-1D5A-5506-4B5E779D8C36}"/>
              </a:ext>
            </a:extLst>
          </p:cNvPr>
          <p:cNvSpPr/>
          <p:nvPr/>
        </p:nvSpPr>
        <p:spPr>
          <a:xfrm>
            <a:off x="480963" y="1447726"/>
            <a:ext cx="10729192" cy="4501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ysClr val="windowText" lastClr="000000"/>
                </a:solidFill>
              </a:rPr>
              <a:t>■設備で削除する方法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設備の取り付け確認から、ゴミ箱のボタン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endParaRPr kumimoji="1" lang="en-US" altLang="ja-JP" dirty="0">
              <a:solidFill>
                <a:sysClr val="windowText" lastClr="000000"/>
              </a:solidFill>
            </a:endParaRPr>
          </a:p>
          <a:p>
            <a:endParaRPr lang="en-US" altLang="ja-JP" dirty="0">
              <a:solidFill>
                <a:sysClr val="windowText" lastClr="000000"/>
              </a:solidFill>
            </a:endParaRPr>
          </a:p>
          <a:p>
            <a:endParaRPr kumimoji="1"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■サポートステーションで削除する方法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kumimoji="1" lang="ja-JP" altLang="en-US" dirty="0">
                <a:solidFill>
                  <a:sysClr val="windowText" lastClr="000000"/>
                </a:solidFill>
              </a:rPr>
              <a:t>サポートステーションから伸びてるフィーダー用のアダプタ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(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テーブルではない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)</a:t>
            </a:r>
            <a:r>
              <a:rPr lang="ja-JP" altLang="en-US" dirty="0">
                <a:solidFill>
                  <a:sysClr val="windowText" lastClr="000000"/>
                </a:solidFill>
              </a:rPr>
              <a:t>を取り受け、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kumimoji="1" lang="ja-JP" altLang="en-US" dirty="0">
                <a:solidFill>
                  <a:sysClr val="windowText" lastClr="000000"/>
                </a:solidFill>
              </a:rPr>
              <a:t>事前段取りからフィーダー単体削除を実行。</a:t>
            </a:r>
            <a:endParaRPr kumimoji="1" lang="en-US" altLang="ja-JP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04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ECA91-4AA8-8681-EDE5-B5866C1C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スプライシング解除手順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FE0394B8-655C-0412-FC9E-DF5F179CEF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23" y="1988840"/>
            <a:ext cx="2753003" cy="206475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BA531F6-EDC8-17F7-C85E-32EDD5A71C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959" y="1988840"/>
            <a:ext cx="2753003" cy="206475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5F219FEC-AAA6-7DE4-56F2-83E9D03853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279" y="1988840"/>
            <a:ext cx="2753003" cy="2064752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A35AB8AB-8138-D157-3152-26AFFABF44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266" y="1988840"/>
            <a:ext cx="2753003" cy="2064752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52F5B932-1345-B74F-4E1B-C911E7A148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266" y="4438484"/>
            <a:ext cx="2753004" cy="2064753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B1F6F9D-1BF1-4A24-4488-81637088E4BC}"/>
              </a:ext>
            </a:extLst>
          </p:cNvPr>
          <p:cNvSpPr/>
          <p:nvPr/>
        </p:nvSpPr>
        <p:spPr>
          <a:xfrm>
            <a:off x="1863791" y="3542318"/>
            <a:ext cx="432048" cy="320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A11B389-BD80-A602-CC9D-ED2F4C519647}"/>
              </a:ext>
            </a:extLst>
          </p:cNvPr>
          <p:cNvSpPr/>
          <p:nvPr/>
        </p:nvSpPr>
        <p:spPr>
          <a:xfrm>
            <a:off x="5009677" y="2134228"/>
            <a:ext cx="526521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D1C15B2-4308-1139-D2AB-3DA5D8E1BC1E}"/>
              </a:ext>
            </a:extLst>
          </p:cNvPr>
          <p:cNvSpPr/>
          <p:nvPr/>
        </p:nvSpPr>
        <p:spPr>
          <a:xfrm>
            <a:off x="7448043" y="2638284"/>
            <a:ext cx="536428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5AC422A-3D34-3CB8-D7E6-D8D14512DDF3}"/>
              </a:ext>
            </a:extLst>
          </p:cNvPr>
          <p:cNvSpPr/>
          <p:nvPr/>
        </p:nvSpPr>
        <p:spPr>
          <a:xfrm>
            <a:off x="9712663" y="2578232"/>
            <a:ext cx="180020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バーコード読む</a:t>
            </a:r>
            <a:endParaRPr kumimoji="1" lang="en-US" altLang="ja-JP" dirty="0">
              <a:solidFill>
                <a:sysClr val="windowText" lastClr="000000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C3B5C82-D34A-0873-D7B2-D2C5B7F8D4F2}"/>
              </a:ext>
            </a:extLst>
          </p:cNvPr>
          <p:cNvSpPr/>
          <p:nvPr/>
        </p:nvSpPr>
        <p:spPr>
          <a:xfrm>
            <a:off x="10648767" y="6016867"/>
            <a:ext cx="288032" cy="293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ED9AA97-C959-ADB6-9831-6FE5CA465280}"/>
              </a:ext>
            </a:extLst>
          </p:cNvPr>
          <p:cNvSpPr/>
          <p:nvPr/>
        </p:nvSpPr>
        <p:spPr>
          <a:xfrm>
            <a:off x="334521" y="1365620"/>
            <a:ext cx="561905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※</a:t>
            </a:r>
            <a:r>
              <a:rPr lang="ja-JP" altLang="en-US" dirty="0">
                <a:solidFill>
                  <a:srgbClr val="FF0000"/>
                </a:solidFill>
              </a:rPr>
              <a:t>必ず、フィーダー情報を削除してから実施する！</a:t>
            </a:r>
            <a:endParaRPr kumimoji="1"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9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95FA-63E8-0A43-8CEE-C1CA38C2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465F24-4AB3-DD53-9B65-9B446CBA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残りの手順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00CB5A7-165F-49D6-3A52-41229574D7A9}"/>
              </a:ext>
            </a:extLst>
          </p:cNvPr>
          <p:cNvSpPr/>
          <p:nvPr/>
        </p:nvSpPr>
        <p:spPr>
          <a:xfrm>
            <a:off x="3721323" y="1269728"/>
            <a:ext cx="7488832" cy="46446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在庫修正する場合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kumimoji="1" lang="ja-JP" altLang="en-US" dirty="0">
                <a:solidFill>
                  <a:sysClr val="windowText" lastClr="000000"/>
                </a:solidFill>
              </a:rPr>
              <a:t>①←の画像の残数調整ボタンから、修正後の残数に調整する。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②</a:t>
            </a:r>
            <a:r>
              <a:rPr lang="en-US" altLang="ja-JP" dirty="0" err="1">
                <a:solidFill>
                  <a:sysClr val="windowText" lastClr="000000"/>
                </a:solidFill>
              </a:rPr>
              <a:t>EGPro</a:t>
            </a:r>
            <a:r>
              <a:rPr lang="ja-JP" altLang="en-US" dirty="0">
                <a:solidFill>
                  <a:sysClr val="windowText" lastClr="000000"/>
                </a:solidFill>
              </a:rPr>
              <a:t>の残数を、在庫編集で書き換える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共通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設備に取り付ける。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lang="en-US" altLang="ja-JP" dirty="0">
                <a:solidFill>
                  <a:sysClr val="windowText" lastClr="000000"/>
                </a:solidFill>
              </a:rPr>
              <a:t>(</a:t>
            </a:r>
            <a:r>
              <a:rPr lang="ja-JP" altLang="en-US" dirty="0">
                <a:solidFill>
                  <a:sysClr val="windowText" lastClr="000000"/>
                </a:solidFill>
              </a:rPr>
              <a:t>現場の場合そのままセットアップで取り付け</a:t>
            </a:r>
            <a:r>
              <a:rPr lang="en-US" altLang="ja-JP" dirty="0">
                <a:solidFill>
                  <a:sysClr val="windowText" lastClr="000000"/>
                </a:solidFill>
              </a:rPr>
              <a:t>)</a:t>
            </a:r>
          </a:p>
          <a:p>
            <a:r>
              <a:rPr lang="en-US" altLang="ja-JP" dirty="0">
                <a:solidFill>
                  <a:sysClr val="windowText" lastClr="000000"/>
                </a:solidFill>
              </a:rPr>
              <a:t>(</a:t>
            </a:r>
            <a:r>
              <a:rPr lang="ja-JP" altLang="en-US" dirty="0">
                <a:solidFill>
                  <a:sysClr val="windowText" lastClr="000000"/>
                </a:solidFill>
              </a:rPr>
              <a:t>サポートステーションの場合、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</a:rPr>
              <a:t>配列上の</a:t>
            </a:r>
            <a:r>
              <a:rPr lang="en-US" altLang="ja-JP" dirty="0">
                <a:solidFill>
                  <a:sysClr val="windowText" lastClr="000000"/>
                </a:solidFill>
              </a:rPr>
              <a:t>QR</a:t>
            </a:r>
            <a:r>
              <a:rPr lang="ja-JP" altLang="en-US" dirty="0">
                <a:solidFill>
                  <a:sysClr val="windowText" lastClr="000000"/>
                </a:solidFill>
              </a:rPr>
              <a:t>から準備と同じ手順で単品取り付け</a:t>
            </a:r>
            <a:r>
              <a:rPr lang="en-US" altLang="ja-JP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B75408B-663F-8C3B-5579-E0057EA88C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87" y="1270998"/>
            <a:ext cx="2753003" cy="206475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5CA62BD-A433-845B-0EF1-06D5920F7EC8}"/>
              </a:ext>
            </a:extLst>
          </p:cNvPr>
          <p:cNvSpPr/>
          <p:nvPr/>
        </p:nvSpPr>
        <p:spPr>
          <a:xfrm>
            <a:off x="1345059" y="1916832"/>
            <a:ext cx="536428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733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9AFA8C2-2B34-B593-7966-3BEBAF895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1">
  <a:themeElements>
    <a:clrScheme name="01_NKstandard-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_NKstandard-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1_NKstandard-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50114_①PPTフォーマット社外向け_検討案（2018-01A）" id="{A86BC5D6-CCBA-4247-A21E-BF21A4C0E8A5}" vid="{093F0277-4E20-454E-9D6B-E89017EFCE86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6448ab97ff154a9b57c31f88aa65a4c6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6cef2ced9b3848fd3c059a9736d94822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752F9C-F7C0-4AA2-B47D-C495B2D64C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7BF9C7-8AC7-4919-AF70-234FF26BDBC3}">
  <ds:schemaRefs>
    <ds:schemaRef ds:uri="http://schemas.microsoft.com/office/2006/metadata/properties"/>
    <ds:schemaRef ds:uri="http://schemas.microsoft.com/office/infopath/2007/PartnerControls"/>
    <ds:schemaRef ds:uri="ea180fb7-6417-4417-bcc2-1a1988547c9d"/>
    <ds:schemaRef ds:uri="a7e61ba0-4c47-4710-ac4c-031e401f92bd"/>
  </ds:schemaRefs>
</ds:datastoreItem>
</file>

<file path=customXml/itemProps3.xml><?xml version="1.0" encoding="utf-8"?>
<ds:datastoreItem xmlns:ds="http://schemas.openxmlformats.org/officeDocument/2006/customXml" ds:itemID="{2DD11917-2A1D-4662-BD16-BCBC7ED936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180fb7-6417-4417-bcc2-1a1988547c9d"/>
    <ds:schemaRef ds:uri="a7e61ba0-4c47-4710-ac4c-031e401f92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PPTフォーマット_作成日_作成者_広告管理番号表示付き(社外向け) (1)</Template>
  <TotalTime>180</TotalTime>
  <Words>184</Words>
  <Application>Microsoft Office PowerPoint</Application>
  <PresentationFormat>ユーザー設定</PresentationFormat>
  <Paragraphs>30</Paragraphs>
  <Slides>6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Meiryo UI</vt:lpstr>
      <vt:lpstr>ＭＳ Ｐゴシック</vt:lpstr>
      <vt:lpstr>Arial</vt:lpstr>
      <vt:lpstr>01</vt:lpstr>
      <vt:lpstr>スプライシング解除手順</vt:lpstr>
      <vt:lpstr>スプライシングシリアル確認方法</vt:lpstr>
      <vt:lpstr>フィーダー情報削除手順</vt:lpstr>
      <vt:lpstr>スプライシング解除手順</vt:lpstr>
      <vt:lpstr>残りの手順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SATO Yuki (佐藤 勇希)</dc:creator>
  <cp:lastModifiedBy>SATO Yuki (佐藤 勇希)</cp:lastModifiedBy>
  <cp:revision>1</cp:revision>
  <dcterms:created xsi:type="dcterms:W3CDTF">2026-05-26T02:54:19Z</dcterms:created>
  <dcterms:modified xsi:type="dcterms:W3CDTF">2026-06-25T09:22:50Z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  <property fmtid="{D5CDD505-2E9C-101B-9397-08002B2CF9AE}" pid="3" name="MediaServiceImageTags">
    <vt:lpwstr/>
  </property>
</Properties>
</file>