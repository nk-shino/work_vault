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5"/>
  </p:notesMasterIdLst>
  <p:sldIdLst>
    <p:sldId id="266" r:id="rId5"/>
    <p:sldId id="273" r:id="rId6"/>
    <p:sldId id="274" r:id="rId7"/>
    <p:sldId id="276" r:id="rId8"/>
    <p:sldId id="287" r:id="rId9"/>
    <p:sldId id="278" r:id="rId10"/>
    <p:sldId id="279" r:id="rId11"/>
    <p:sldId id="280" r:id="rId12"/>
    <p:sldId id="281" r:id="rId13"/>
    <p:sldId id="283" r:id="rId14"/>
    <p:sldId id="268" r:id="rId15"/>
    <p:sldId id="269" r:id="rId16"/>
    <p:sldId id="270" r:id="rId17"/>
    <p:sldId id="277" r:id="rId18"/>
    <p:sldId id="286" r:id="rId19"/>
    <p:sldId id="282" r:id="rId20"/>
    <p:sldId id="288" r:id="rId21"/>
    <p:sldId id="284" r:id="rId22"/>
    <p:sldId id="271" r:id="rId23"/>
    <p:sldId id="272" r:id="rId24"/>
  </p:sldIdLst>
  <p:sldSz cx="12195175" cy="6858000"/>
  <p:notesSz cx="6735763" cy="9866313"/>
  <p:defaultTex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1" orient="horz" pos="2160">
          <p15:clr>
            <a:srgbClr val="A4A3A4"/>
          </p15:clr>
        </p15:guide>
        <p15:guide id="2" pos="3841">
          <p15:clr>
            <a:srgbClr val="A4A3A4"/>
          </p15:clr>
        </p15:guide>
      </p15:sldGuideLst>
    </p:ext>
    <p:ext uri="{2D200454-40CA-4A62-9FC3-DE9A4176ACB9}">
      <p15:notesGuideLst xmlns:p15="http://schemas.microsoft.com/office/powerpoint/2012/main">
        <p15:guide id="1" orient="horz" pos="3108" userDrawn="1">
          <p15:clr>
            <a:srgbClr val="A4A3A4"/>
          </p15:clr>
        </p15:guide>
        <p15:guide id="2" pos="2123"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9900"/>
    <a:srgbClr val="3333CC"/>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6FE829-108A-42B1-AC12-E41403FD95DA}" v="4" dt="2026-08-20T01:18:49.395"/>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guide orient="horz" pos="2160"/>
        <p:guide pos="3841"/>
      </p:guideLst>
    </p:cSldViewPr>
  </p:slideViewPr>
  <p:notesTextViewPr>
    <p:cViewPr>
      <p:scale>
        <a:sx n="1" d="1"/>
        <a:sy n="1" d="1"/>
      </p:scale>
      <p:origin x="0" y="0"/>
    </p:cViewPr>
  </p:notesTextViewPr>
  <p:notesViewPr>
    <p:cSldViewPr snapToGrid="0">
      <p:cViewPr>
        <p:scale>
          <a:sx n="1" d="2"/>
          <a:sy n="1" d="2"/>
        </p:scale>
        <p:origin x="0" y="0"/>
      </p:cViewPr>
      <p:guideLst>
        <p:guide orient="horz" pos="3108"/>
        <p:guide pos="2123"/>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NOHARA Soshi (篠原 想詩)" userId="309c0b21-8b61-4cd5-9d32-07652c56306e" providerId="ADAL" clId="{60D42A6B-AE32-4A06-B461-AA9486421C3B}"/>
    <pc:docChg chg="undo custSel modSld sldOrd">
      <pc:chgData name="SHINOHARA Soshi (篠原 想詩)" userId="309c0b21-8b61-4cd5-9d32-07652c56306e" providerId="ADAL" clId="{60D42A6B-AE32-4A06-B461-AA9486421C3B}" dt="2026-08-20T02:16:55.575" v="4" actId="20578"/>
      <pc:docMkLst>
        <pc:docMk/>
      </pc:docMkLst>
      <pc:sldChg chg="modSp mod">
        <pc:chgData name="SHINOHARA Soshi (篠原 想詩)" userId="309c0b21-8b61-4cd5-9d32-07652c56306e" providerId="ADAL" clId="{60D42A6B-AE32-4A06-B461-AA9486421C3B}" dt="2026-08-20T01:18:47.284" v="3" actId="2711"/>
        <pc:sldMkLst>
          <pc:docMk/>
          <pc:sldMk cId="2446541461" sldId="277"/>
        </pc:sldMkLst>
        <pc:spChg chg="mod">
          <ac:chgData name="SHINOHARA Soshi (篠原 想詩)" userId="309c0b21-8b61-4cd5-9d32-07652c56306e" providerId="ADAL" clId="{60D42A6B-AE32-4A06-B461-AA9486421C3B}" dt="2026-08-20T01:18:47.284" v="3" actId="2711"/>
          <ac:spMkLst>
            <pc:docMk/>
            <pc:sldMk cId="2446541461" sldId="277"/>
            <ac:spMk id="2" creationId="{BDD2EFD3-03A0-D1B9-92E3-D7C48F773E50}"/>
          </ac:spMkLst>
        </pc:spChg>
        <pc:spChg chg="mod">
          <ac:chgData name="SHINOHARA Soshi (篠原 想詩)" userId="309c0b21-8b61-4cd5-9d32-07652c56306e" providerId="ADAL" clId="{60D42A6B-AE32-4A06-B461-AA9486421C3B}" dt="2026-08-20T01:18:47.284" v="3" actId="2711"/>
          <ac:spMkLst>
            <pc:docMk/>
            <pc:sldMk cId="2446541461" sldId="277"/>
            <ac:spMk id="4" creationId="{0E0B4313-6F15-105A-83E7-F2B35FE81995}"/>
          </ac:spMkLst>
        </pc:spChg>
        <pc:spChg chg="mod">
          <ac:chgData name="SHINOHARA Soshi (篠原 想詩)" userId="309c0b21-8b61-4cd5-9d32-07652c56306e" providerId="ADAL" clId="{60D42A6B-AE32-4A06-B461-AA9486421C3B}" dt="2026-08-20T01:18:47.284" v="3" actId="2711"/>
          <ac:spMkLst>
            <pc:docMk/>
            <pc:sldMk cId="2446541461" sldId="277"/>
            <ac:spMk id="5" creationId="{52E71019-F99E-9436-1DF6-50CAFFC6366E}"/>
          </ac:spMkLst>
        </pc:spChg>
        <pc:spChg chg="mod">
          <ac:chgData name="SHINOHARA Soshi (篠原 想詩)" userId="309c0b21-8b61-4cd5-9d32-07652c56306e" providerId="ADAL" clId="{60D42A6B-AE32-4A06-B461-AA9486421C3B}" dt="2026-08-20T01:18:47.284" v="3" actId="2711"/>
          <ac:spMkLst>
            <pc:docMk/>
            <pc:sldMk cId="2446541461" sldId="277"/>
            <ac:spMk id="6" creationId="{F038E00E-3AE5-FF74-42B4-AF761AA1F791}"/>
          </ac:spMkLst>
        </pc:spChg>
        <pc:spChg chg="mod">
          <ac:chgData name="SHINOHARA Soshi (篠原 想詩)" userId="309c0b21-8b61-4cd5-9d32-07652c56306e" providerId="ADAL" clId="{60D42A6B-AE32-4A06-B461-AA9486421C3B}" dt="2026-08-20T01:18:47.284" v="3" actId="2711"/>
          <ac:spMkLst>
            <pc:docMk/>
            <pc:sldMk cId="2446541461" sldId="277"/>
            <ac:spMk id="8" creationId="{8AB476D6-D438-6917-6383-47EF89996408}"/>
          </ac:spMkLst>
        </pc:spChg>
        <pc:spChg chg="mod">
          <ac:chgData name="SHINOHARA Soshi (篠原 想詩)" userId="309c0b21-8b61-4cd5-9d32-07652c56306e" providerId="ADAL" clId="{60D42A6B-AE32-4A06-B461-AA9486421C3B}" dt="2026-08-20T01:18:47.284" v="3" actId="2711"/>
          <ac:spMkLst>
            <pc:docMk/>
            <pc:sldMk cId="2446541461" sldId="277"/>
            <ac:spMk id="9" creationId="{B49CB476-B0C0-21B4-3B67-007EACFC8858}"/>
          </ac:spMkLst>
        </pc:spChg>
        <pc:spChg chg="mod">
          <ac:chgData name="SHINOHARA Soshi (篠原 想詩)" userId="309c0b21-8b61-4cd5-9d32-07652c56306e" providerId="ADAL" clId="{60D42A6B-AE32-4A06-B461-AA9486421C3B}" dt="2026-08-20T01:18:47.284" v="3" actId="2711"/>
          <ac:spMkLst>
            <pc:docMk/>
            <pc:sldMk cId="2446541461" sldId="277"/>
            <ac:spMk id="10" creationId="{E40D2F85-C76B-C327-13CE-5DED23407D96}"/>
          </ac:spMkLst>
        </pc:spChg>
        <pc:picChg chg="mod">
          <ac:chgData name="SHINOHARA Soshi (篠原 想詩)" userId="309c0b21-8b61-4cd5-9d32-07652c56306e" providerId="ADAL" clId="{60D42A6B-AE32-4A06-B461-AA9486421C3B}" dt="2026-08-20T01:18:47.284" v="3" actId="2711"/>
          <ac:picMkLst>
            <pc:docMk/>
            <pc:sldMk cId="2446541461" sldId="277"/>
            <ac:picMk id="3" creationId="{C32F2756-B30E-4333-17C9-07BB88E3DD1C}"/>
          </ac:picMkLst>
        </pc:picChg>
        <pc:picChg chg="mod">
          <ac:chgData name="SHINOHARA Soshi (篠原 想詩)" userId="309c0b21-8b61-4cd5-9d32-07652c56306e" providerId="ADAL" clId="{60D42A6B-AE32-4A06-B461-AA9486421C3B}" dt="2026-08-20T01:18:47.284" v="3" actId="2711"/>
          <ac:picMkLst>
            <pc:docMk/>
            <pc:sldMk cId="2446541461" sldId="277"/>
            <ac:picMk id="7" creationId="{C0545ABD-896F-6FDA-A4FE-93E8D764112A}"/>
          </ac:picMkLst>
        </pc:picChg>
        <pc:cxnChg chg="mod">
          <ac:chgData name="SHINOHARA Soshi (篠原 想詩)" userId="309c0b21-8b61-4cd5-9d32-07652c56306e" providerId="ADAL" clId="{60D42A6B-AE32-4A06-B461-AA9486421C3B}" dt="2026-08-20T01:18:47.284" v="3" actId="2711"/>
          <ac:cxnSpMkLst>
            <pc:docMk/>
            <pc:sldMk cId="2446541461" sldId="277"/>
            <ac:cxnSpMk id="11" creationId="{B81BB329-5AC1-54CC-D402-6C7DAD71A455}"/>
          </ac:cxnSpMkLst>
        </pc:cxnChg>
      </pc:sldChg>
      <pc:sldChg chg="ord">
        <pc:chgData name="SHINOHARA Soshi (篠原 想詩)" userId="309c0b21-8b61-4cd5-9d32-07652c56306e" providerId="ADAL" clId="{60D42A6B-AE32-4A06-B461-AA9486421C3B}" dt="2026-08-20T02:16:55.575" v="4" actId="20578"/>
        <pc:sldMkLst>
          <pc:docMk/>
          <pc:sldMk cId="3193284180" sldId="27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1"/>
            <a:ext cx="2918830" cy="493317"/>
          </a:xfrm>
          <a:prstGeom prst="rect">
            <a:avLst/>
          </a:prstGeom>
          <a:noFill/>
          <a:ln w="9525">
            <a:noFill/>
            <a:miter lim="800000"/>
            <a:headEnd/>
            <a:tailEnd/>
          </a:ln>
          <a:effectLst/>
        </p:spPr>
        <p:txBody>
          <a:bodyPr vert="horz" wrap="square" lIns="91419" tIns="45709" rIns="91419" bIns="45709" numCol="1" anchor="t" anchorCtr="0" compatLnSpc="1">
            <a:prstTxWarp prst="textNoShape">
              <a:avLst/>
            </a:prstTxWarp>
          </a:bodyPr>
          <a:lstStyle>
            <a:lvl1pPr>
              <a:defRPr sz="1100">
                <a:ea typeface="ＭＳ Ｐゴシック" pitchFamily="50" charset="-128"/>
              </a:defRPr>
            </a:lvl1pPr>
          </a:lstStyle>
          <a:p>
            <a:pPr>
              <a:defRPr/>
            </a:pPr>
            <a:endParaRPr lang="en-US" altLang="ja-JP"/>
          </a:p>
        </p:txBody>
      </p:sp>
      <p:sp>
        <p:nvSpPr>
          <p:cNvPr id="5123" name="Rectangle 3"/>
          <p:cNvSpPr>
            <a:spLocks noGrp="1" noChangeArrowheads="1"/>
          </p:cNvSpPr>
          <p:nvPr>
            <p:ph type="dt" idx="1"/>
          </p:nvPr>
        </p:nvSpPr>
        <p:spPr bwMode="auto">
          <a:xfrm>
            <a:off x="3815374" y="1"/>
            <a:ext cx="2918830" cy="493317"/>
          </a:xfrm>
          <a:prstGeom prst="rect">
            <a:avLst/>
          </a:prstGeom>
          <a:noFill/>
          <a:ln w="9525">
            <a:noFill/>
            <a:miter lim="800000"/>
            <a:headEnd/>
            <a:tailEnd/>
          </a:ln>
          <a:effectLst/>
        </p:spPr>
        <p:txBody>
          <a:bodyPr vert="horz" wrap="square" lIns="91419" tIns="45709" rIns="91419" bIns="45709" numCol="1" anchor="t" anchorCtr="0" compatLnSpc="1">
            <a:prstTxWarp prst="textNoShape">
              <a:avLst/>
            </a:prstTxWarp>
          </a:bodyPr>
          <a:lstStyle>
            <a:lvl1pPr algn="r">
              <a:defRPr sz="1100">
                <a:ea typeface="ＭＳ Ｐゴシック" pitchFamily="50" charset="-128"/>
              </a:defRPr>
            </a:lvl1pPr>
          </a:lstStyle>
          <a:p>
            <a:pPr>
              <a:defRPr/>
            </a:pPr>
            <a:endParaRPr lang="en-US" altLang="ja-JP"/>
          </a:p>
        </p:txBody>
      </p:sp>
      <p:sp>
        <p:nvSpPr>
          <p:cNvPr id="7172" name="Rectangle 4"/>
          <p:cNvSpPr>
            <a:spLocks noGrp="1" noRot="1" noChangeAspect="1" noChangeArrowheads="1" noTextEdit="1"/>
          </p:cNvSpPr>
          <p:nvPr>
            <p:ph type="sldImg" idx="2"/>
          </p:nvPr>
        </p:nvSpPr>
        <p:spPr bwMode="auto">
          <a:xfrm>
            <a:off x="76200" y="738188"/>
            <a:ext cx="6583363" cy="37020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673578" y="4686500"/>
            <a:ext cx="5388609" cy="4439842"/>
          </a:xfrm>
          <a:prstGeom prst="rect">
            <a:avLst/>
          </a:prstGeom>
          <a:noFill/>
          <a:ln w="9525">
            <a:noFill/>
            <a:miter lim="800000"/>
            <a:headEnd/>
            <a:tailEnd/>
          </a:ln>
          <a:effectLst/>
        </p:spPr>
        <p:txBody>
          <a:bodyPr vert="horz" wrap="square" lIns="91419" tIns="45709" rIns="91419" bIns="45709"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5126" name="Rectangle 6"/>
          <p:cNvSpPr>
            <a:spLocks noGrp="1" noChangeArrowheads="1"/>
          </p:cNvSpPr>
          <p:nvPr>
            <p:ph type="ftr" sz="quarter" idx="4"/>
          </p:nvPr>
        </p:nvSpPr>
        <p:spPr bwMode="auto">
          <a:xfrm>
            <a:off x="0" y="9371285"/>
            <a:ext cx="2918830" cy="493317"/>
          </a:xfrm>
          <a:prstGeom prst="rect">
            <a:avLst/>
          </a:prstGeom>
          <a:noFill/>
          <a:ln w="9525">
            <a:noFill/>
            <a:miter lim="800000"/>
            <a:headEnd/>
            <a:tailEnd/>
          </a:ln>
          <a:effectLst/>
        </p:spPr>
        <p:txBody>
          <a:bodyPr vert="horz" wrap="square" lIns="91419" tIns="45709" rIns="91419" bIns="45709" numCol="1" anchor="b" anchorCtr="0" compatLnSpc="1">
            <a:prstTxWarp prst="textNoShape">
              <a:avLst/>
            </a:prstTxWarp>
          </a:bodyPr>
          <a:lstStyle>
            <a:lvl1pPr>
              <a:defRPr sz="1100">
                <a:ea typeface="ＭＳ Ｐゴシック" pitchFamily="50" charset="-128"/>
              </a:defRPr>
            </a:lvl1pPr>
          </a:lstStyle>
          <a:p>
            <a:pPr>
              <a:defRPr/>
            </a:pPr>
            <a:endParaRPr lang="en-US" altLang="ja-JP"/>
          </a:p>
        </p:txBody>
      </p:sp>
      <p:sp>
        <p:nvSpPr>
          <p:cNvPr id="5127" name="Rectangle 7"/>
          <p:cNvSpPr>
            <a:spLocks noGrp="1" noChangeArrowheads="1"/>
          </p:cNvSpPr>
          <p:nvPr>
            <p:ph type="sldNum" sz="quarter" idx="5"/>
          </p:nvPr>
        </p:nvSpPr>
        <p:spPr bwMode="auto">
          <a:xfrm>
            <a:off x="3815374" y="9371285"/>
            <a:ext cx="2918830" cy="493317"/>
          </a:xfrm>
          <a:prstGeom prst="rect">
            <a:avLst/>
          </a:prstGeom>
          <a:noFill/>
          <a:ln w="9525">
            <a:noFill/>
            <a:miter lim="800000"/>
            <a:headEnd/>
            <a:tailEnd/>
          </a:ln>
          <a:effectLst/>
        </p:spPr>
        <p:txBody>
          <a:bodyPr vert="horz" wrap="square" lIns="91419" tIns="45709" rIns="91419" bIns="45709" numCol="1" anchor="b" anchorCtr="0" compatLnSpc="1">
            <a:prstTxWarp prst="textNoShape">
              <a:avLst/>
            </a:prstTxWarp>
          </a:bodyPr>
          <a:lstStyle>
            <a:lvl1pPr algn="r">
              <a:defRPr sz="1100">
                <a:ea typeface="ＭＳ Ｐゴシック" pitchFamily="50" charset="-128"/>
              </a:defRPr>
            </a:lvl1pPr>
          </a:lstStyle>
          <a:p>
            <a:pPr>
              <a:defRPr/>
            </a:pPr>
            <a:fld id="{2B45C14F-2C3B-454A-9C64-72E4D0040D58}" type="slidenum">
              <a:rPr lang="en-US" altLang="ja-JP"/>
              <a:pPr>
                <a:defRPr/>
              </a:pPr>
              <a:t>‹#›</a:t>
            </a:fld>
            <a:endParaRPr lang="en-US" altLang="ja-JP"/>
          </a:p>
        </p:txBody>
      </p:sp>
    </p:spTree>
    <p:extLst>
      <p:ext uri="{BB962C8B-B14F-4D97-AF65-F5344CB8AC3E}">
        <p14:creationId xmlns:p14="http://schemas.microsoft.com/office/powerpoint/2010/main" val="106528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a:defRPr/>
            </a:pPr>
            <a:fld id="{2B45C14F-2C3B-454A-9C64-72E4D0040D58}" type="slidenum">
              <a:rPr lang="en-US" altLang="ja-JP" smtClean="0"/>
              <a:pPr>
                <a:defRPr/>
              </a:pPr>
              <a:t>20</a:t>
            </a:fld>
            <a:endParaRPr lang="en-US" altLang="ja-JP"/>
          </a:p>
        </p:txBody>
      </p:sp>
    </p:spTree>
    <p:extLst>
      <p:ext uri="{BB962C8B-B14F-4D97-AF65-F5344CB8AC3E}">
        <p14:creationId xmlns:p14="http://schemas.microsoft.com/office/powerpoint/2010/main" val="14276344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pic>
        <p:nvPicPr>
          <p:cNvPr id="2051" name="Picture 3" descr="X:\Hirao\日本光電PPTテンプレート\作業\20180621_2018年度\PNG\PPT_08-01タイトル.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091" y="283"/>
            <a:ext cx="12190993" cy="6857434"/>
          </a:xfrm>
          <a:prstGeom prst="rect">
            <a:avLst/>
          </a:prstGeom>
          <a:noFill/>
          <a:extLst>
            <a:ext uri="{909E8E84-426E-40DD-AFC4-6F175D3DCCD1}">
              <a14:hiddenFill xmlns:a14="http://schemas.microsoft.com/office/drawing/2010/main">
                <a:solidFill>
                  <a:srgbClr val="FFFFFF"/>
                </a:solidFill>
              </a14:hiddenFill>
            </a:ext>
          </a:extLst>
        </p:spPr>
      </p:pic>
      <p:sp>
        <p:nvSpPr>
          <p:cNvPr id="18435" name="Rectangle 34"/>
          <p:cNvSpPr>
            <a:spLocks noGrp="1" noChangeArrowheads="1"/>
          </p:cNvSpPr>
          <p:nvPr>
            <p:ph type="ctrTitle"/>
          </p:nvPr>
        </p:nvSpPr>
        <p:spPr>
          <a:xfrm>
            <a:off x="3937348" y="2132856"/>
            <a:ext cx="7924132" cy="1295400"/>
          </a:xfrm>
        </p:spPr>
        <p:txBody>
          <a:bodyPr/>
          <a:lstStyle>
            <a:lvl1pPr algn="ctr">
              <a:defRPr smtClean="0">
                <a:solidFill>
                  <a:schemeClr val="tx1"/>
                </a:solidFill>
              </a:defRPr>
            </a:lvl1pPr>
          </a:lstStyle>
          <a:p>
            <a:r>
              <a:rPr lang="ja-JP" altLang="en-US"/>
              <a:t>マスター タイトルの書式設定</a:t>
            </a:r>
          </a:p>
        </p:txBody>
      </p:sp>
      <p:sp>
        <p:nvSpPr>
          <p:cNvPr id="18436" name="Rectangle 35"/>
          <p:cNvSpPr>
            <a:spLocks noGrp="1" noChangeArrowheads="1"/>
          </p:cNvSpPr>
          <p:nvPr>
            <p:ph type="subTitle" idx="1"/>
          </p:nvPr>
        </p:nvSpPr>
        <p:spPr>
          <a:xfrm>
            <a:off x="4513412" y="3645768"/>
            <a:ext cx="6772004" cy="1655763"/>
          </a:xfrm>
        </p:spPr>
        <p:txBody>
          <a:bodyPr/>
          <a:lstStyle>
            <a:lvl1pPr marL="0" indent="0" algn="ctr">
              <a:buFontTx/>
              <a:buNone/>
              <a:defRPr smtClean="0">
                <a:solidFill>
                  <a:schemeClr val="bg2"/>
                </a:solidFill>
              </a:defRPr>
            </a:lvl1pPr>
          </a:lstStyle>
          <a:p>
            <a:r>
              <a:rPr lang="ja-JP" altLang="en-US"/>
              <a:t>マスター サブタイトルの書式設定</a:t>
            </a:r>
          </a:p>
        </p:txBody>
      </p:sp>
      <p:sp>
        <p:nvSpPr>
          <p:cNvPr id="9" name="Rectangle 36"/>
          <p:cNvSpPr>
            <a:spLocks noGrp="1" noChangeArrowheads="1"/>
          </p:cNvSpPr>
          <p:nvPr>
            <p:ph type="dt" sz="half" idx="2"/>
          </p:nvPr>
        </p:nvSpPr>
        <p:spPr bwMode="auto">
          <a:xfrm>
            <a:off x="8293347" y="6525344"/>
            <a:ext cx="2844800" cy="2682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tx1"/>
                </a:solidFill>
                <a:ea typeface="ＭＳ Ｐゴシック" pitchFamily="50" charset="-128"/>
              </a:defRPr>
            </a:lvl1pPr>
          </a:lstStyle>
          <a:p>
            <a:pPr>
              <a:defRPr/>
            </a:pPr>
            <a:endParaRPr lang="en-US" altLang="ja-JP"/>
          </a:p>
        </p:txBody>
      </p:sp>
      <p:sp>
        <p:nvSpPr>
          <p:cNvPr id="10" name="Rectangle 37"/>
          <p:cNvSpPr>
            <a:spLocks noGrp="1" noChangeArrowheads="1"/>
          </p:cNvSpPr>
          <p:nvPr>
            <p:ph type="ftr" sz="quarter" idx="3"/>
          </p:nvPr>
        </p:nvSpPr>
        <p:spPr bwMode="auto">
          <a:xfrm>
            <a:off x="87313" y="6525344"/>
            <a:ext cx="3935412" cy="2682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solidFill>
                  <a:schemeClr val="tx1"/>
                </a:solidFill>
                <a:ea typeface="ＭＳ Ｐゴシック" pitchFamily="50" charset="-128"/>
              </a:defRPr>
            </a:lvl1pPr>
          </a:lstStyle>
          <a:p>
            <a:pPr>
              <a:defRPr/>
            </a:pPr>
            <a:endParaRPr lang="en-US" altLang="ja-JP"/>
          </a:p>
        </p:txBody>
      </p:sp>
      <p:sp>
        <p:nvSpPr>
          <p:cNvPr id="11" name="Rectangle 38"/>
          <p:cNvSpPr>
            <a:spLocks noGrp="1" noChangeArrowheads="1"/>
          </p:cNvSpPr>
          <p:nvPr>
            <p:ph type="sldNum" sz="quarter" idx="4"/>
          </p:nvPr>
        </p:nvSpPr>
        <p:spPr bwMode="auto">
          <a:xfrm>
            <a:off x="11714211" y="6525344"/>
            <a:ext cx="398414" cy="2603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200">
                <a:solidFill>
                  <a:schemeClr val="tx1"/>
                </a:solidFill>
                <a:ea typeface="ＭＳ Ｐゴシック" pitchFamily="50" charset="-128"/>
              </a:defRPr>
            </a:lvl1pPr>
          </a:lstStyle>
          <a:p>
            <a:pPr>
              <a:defRPr/>
            </a:pPr>
            <a:fld id="{3589AB9E-BF93-44F0-AACD-B21BAF28FEB0}" type="slidenum">
              <a:rPr lang="en-US" altLang="ja-JP" smtClean="0"/>
              <a:pPr>
                <a:defRPr/>
              </a:pPr>
              <a:t>‹#›</a:t>
            </a:fld>
            <a:endParaRPr lang="en-US" altLang="ja-JP"/>
          </a:p>
        </p:txBody>
      </p:sp>
    </p:spTree>
    <p:extLst>
      <p:ext uri="{BB962C8B-B14F-4D97-AF65-F5344CB8AC3E}">
        <p14:creationId xmlns:p14="http://schemas.microsoft.com/office/powerpoint/2010/main" val="1955907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334521" y="188640"/>
            <a:ext cx="9939530" cy="1081088"/>
          </a:xfrm>
        </p:spPr>
        <p:txBody>
          <a:bodyPr/>
          <a:lstStyle/>
          <a:p>
            <a:r>
              <a:rPr lang="ja-JP" altLang="en-US"/>
              <a:t>マスター タイトルの書式設定</a:t>
            </a:r>
          </a:p>
        </p:txBody>
      </p:sp>
      <p:sp>
        <p:nvSpPr>
          <p:cNvPr id="3" name="コンテンツ プレースホルダ 2"/>
          <p:cNvSpPr>
            <a:spLocks noGrp="1"/>
          </p:cNvSpPr>
          <p:nvPr>
            <p:ph idx="1"/>
          </p:nvPr>
        </p:nvSpPr>
        <p:spPr>
          <a:xfrm>
            <a:off x="334521" y="1412603"/>
            <a:ext cx="11526134" cy="4608512"/>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36"/>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37"/>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38"/>
          <p:cNvSpPr>
            <a:spLocks noGrp="1" noChangeArrowheads="1"/>
          </p:cNvSpPr>
          <p:nvPr>
            <p:ph type="sldNum" sz="quarter" idx="12"/>
          </p:nvPr>
        </p:nvSpPr>
        <p:spPr>
          <a:ln/>
        </p:spPr>
        <p:txBody>
          <a:bodyPr/>
          <a:lstStyle>
            <a:lvl1pPr>
              <a:defRPr/>
            </a:lvl1pPr>
          </a:lstStyle>
          <a:p>
            <a:pPr>
              <a:defRPr/>
            </a:pPr>
            <a:fld id="{FA9222B9-45DE-4B6D-9428-0A9195C03EC4}" type="slidenum">
              <a:rPr lang="en-US" altLang="ja-JP"/>
              <a:pPr>
                <a:defRPr/>
              </a:pPr>
              <a:t>‹#›</a:t>
            </a:fld>
            <a:endParaRPr lang="en-US" altLang="ja-JP"/>
          </a:p>
        </p:txBody>
      </p:sp>
    </p:spTree>
    <p:extLst>
      <p:ext uri="{BB962C8B-B14F-4D97-AF65-F5344CB8AC3E}">
        <p14:creationId xmlns:p14="http://schemas.microsoft.com/office/powerpoint/2010/main" val="1862365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963336" y="3993108"/>
            <a:ext cx="10365899" cy="1362075"/>
          </a:xfrm>
        </p:spPr>
        <p:txBody>
          <a:bodyPr anchor="t"/>
          <a:lstStyle>
            <a:lvl1pPr algn="l">
              <a:defRPr sz="4000" b="1" cap="all"/>
            </a:lvl1pPr>
          </a:lstStyle>
          <a:p>
            <a:r>
              <a:rPr lang="ja-JP" altLang="en-US"/>
              <a:t>マスター タイトルの書式設定</a:t>
            </a:r>
          </a:p>
        </p:txBody>
      </p:sp>
      <p:sp>
        <p:nvSpPr>
          <p:cNvPr id="3" name="テキスト プレースホルダ 2"/>
          <p:cNvSpPr>
            <a:spLocks noGrp="1"/>
          </p:cNvSpPr>
          <p:nvPr>
            <p:ph type="body" idx="1"/>
          </p:nvPr>
        </p:nvSpPr>
        <p:spPr>
          <a:xfrm>
            <a:off x="963336" y="2492921"/>
            <a:ext cx="10365899"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Rectangle 36"/>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37"/>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38"/>
          <p:cNvSpPr>
            <a:spLocks noGrp="1" noChangeArrowheads="1"/>
          </p:cNvSpPr>
          <p:nvPr>
            <p:ph type="sldNum" sz="quarter" idx="12"/>
          </p:nvPr>
        </p:nvSpPr>
        <p:spPr>
          <a:ln/>
        </p:spPr>
        <p:txBody>
          <a:bodyPr/>
          <a:lstStyle>
            <a:lvl1pPr>
              <a:defRPr/>
            </a:lvl1pPr>
          </a:lstStyle>
          <a:p>
            <a:pPr>
              <a:defRPr/>
            </a:pPr>
            <a:fld id="{CDC9A24C-A272-4486-8F9A-69EE51C359AB}" type="slidenum">
              <a:rPr lang="en-US" altLang="ja-JP"/>
              <a:pPr>
                <a:defRPr/>
              </a:pPr>
              <a:t>‹#›</a:t>
            </a:fld>
            <a:endParaRPr lang="en-US" altLang="ja-JP"/>
          </a:p>
        </p:txBody>
      </p:sp>
    </p:spTree>
    <p:extLst>
      <p:ext uri="{BB962C8B-B14F-4D97-AF65-F5344CB8AC3E}">
        <p14:creationId xmlns:p14="http://schemas.microsoft.com/office/powerpoint/2010/main" val="28533280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334521" y="188640"/>
            <a:ext cx="9939530" cy="1081088"/>
          </a:xfrm>
        </p:spPr>
        <p:txBody>
          <a:bodyPr/>
          <a:lstStyle/>
          <a:p>
            <a:r>
              <a:rPr lang="ja-JP" altLang="en-US"/>
              <a:t>マスター タイトルの書式設定</a:t>
            </a:r>
          </a:p>
        </p:txBody>
      </p:sp>
      <p:sp>
        <p:nvSpPr>
          <p:cNvPr id="3" name="コンテンツ プレースホルダ 2"/>
          <p:cNvSpPr>
            <a:spLocks noGrp="1"/>
          </p:cNvSpPr>
          <p:nvPr>
            <p:ph sz="half" idx="1"/>
          </p:nvPr>
        </p:nvSpPr>
        <p:spPr>
          <a:xfrm>
            <a:off x="334537" y="1412603"/>
            <a:ext cx="5661441" cy="4608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6199230" y="1412603"/>
            <a:ext cx="5661441" cy="4608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36"/>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37"/>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38"/>
          <p:cNvSpPr>
            <a:spLocks noGrp="1" noChangeArrowheads="1"/>
          </p:cNvSpPr>
          <p:nvPr>
            <p:ph type="sldNum" sz="quarter" idx="12"/>
          </p:nvPr>
        </p:nvSpPr>
        <p:spPr>
          <a:ln/>
        </p:spPr>
        <p:txBody>
          <a:bodyPr/>
          <a:lstStyle>
            <a:lvl1pPr>
              <a:defRPr/>
            </a:lvl1pPr>
          </a:lstStyle>
          <a:p>
            <a:pPr>
              <a:defRPr/>
            </a:pPr>
            <a:fld id="{861CE1F5-ED16-4AEF-B63E-AAE983240A8D}" type="slidenum">
              <a:rPr lang="en-US" altLang="ja-JP"/>
              <a:pPr>
                <a:defRPr/>
              </a:pPr>
              <a:t>‹#›</a:t>
            </a:fld>
            <a:endParaRPr lang="en-US" altLang="ja-JP"/>
          </a:p>
        </p:txBody>
      </p:sp>
    </p:spTree>
    <p:extLst>
      <p:ext uri="{BB962C8B-B14F-4D97-AF65-F5344CB8AC3E}">
        <p14:creationId xmlns:p14="http://schemas.microsoft.com/office/powerpoint/2010/main" val="2535310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609759" y="188640"/>
            <a:ext cx="9664292" cy="1143000"/>
          </a:xfrm>
        </p:spPr>
        <p:txBody>
          <a:bodyPr/>
          <a:lstStyle>
            <a:lvl1pPr>
              <a:defRPr/>
            </a:lvl1pPr>
          </a:lstStyle>
          <a:p>
            <a:r>
              <a:rPr lang="ja-JP" altLang="en-US"/>
              <a:t>マスター タイトルの書式設定</a:t>
            </a:r>
          </a:p>
        </p:txBody>
      </p:sp>
      <p:sp>
        <p:nvSpPr>
          <p:cNvPr id="3" name="テキスト プレースホルダ 2"/>
          <p:cNvSpPr>
            <a:spLocks noGrp="1"/>
          </p:cNvSpPr>
          <p:nvPr>
            <p:ph type="body" idx="1"/>
          </p:nvPr>
        </p:nvSpPr>
        <p:spPr>
          <a:xfrm>
            <a:off x="609759" y="1449115"/>
            <a:ext cx="538832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 3"/>
          <p:cNvSpPr>
            <a:spLocks noGrp="1"/>
          </p:cNvSpPr>
          <p:nvPr>
            <p:ph sz="half" idx="2"/>
          </p:nvPr>
        </p:nvSpPr>
        <p:spPr>
          <a:xfrm>
            <a:off x="609759" y="2088877"/>
            <a:ext cx="53883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6194996" y="1449115"/>
            <a:ext cx="539043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 5"/>
          <p:cNvSpPr>
            <a:spLocks noGrp="1"/>
          </p:cNvSpPr>
          <p:nvPr>
            <p:ph sz="quarter" idx="4"/>
          </p:nvPr>
        </p:nvSpPr>
        <p:spPr>
          <a:xfrm>
            <a:off x="6194996" y="2088877"/>
            <a:ext cx="539043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36"/>
          <p:cNvSpPr>
            <a:spLocks noGrp="1" noChangeArrowheads="1"/>
          </p:cNvSpPr>
          <p:nvPr>
            <p:ph type="dt" sz="half" idx="10"/>
          </p:nvPr>
        </p:nvSpPr>
        <p:spPr>
          <a:ln/>
        </p:spPr>
        <p:txBody>
          <a:bodyPr/>
          <a:lstStyle>
            <a:lvl1pPr>
              <a:defRPr/>
            </a:lvl1pPr>
          </a:lstStyle>
          <a:p>
            <a:pPr>
              <a:defRPr/>
            </a:pPr>
            <a:endParaRPr lang="en-US" altLang="ja-JP"/>
          </a:p>
        </p:txBody>
      </p:sp>
      <p:sp>
        <p:nvSpPr>
          <p:cNvPr id="8" name="Rectangle 37"/>
          <p:cNvSpPr>
            <a:spLocks noGrp="1" noChangeArrowheads="1"/>
          </p:cNvSpPr>
          <p:nvPr>
            <p:ph type="ftr" sz="quarter" idx="11"/>
          </p:nvPr>
        </p:nvSpPr>
        <p:spPr>
          <a:ln/>
        </p:spPr>
        <p:txBody>
          <a:bodyPr/>
          <a:lstStyle>
            <a:lvl1pPr>
              <a:defRPr/>
            </a:lvl1pPr>
          </a:lstStyle>
          <a:p>
            <a:pPr>
              <a:defRPr/>
            </a:pPr>
            <a:endParaRPr lang="en-US" altLang="ja-JP"/>
          </a:p>
        </p:txBody>
      </p:sp>
      <p:sp>
        <p:nvSpPr>
          <p:cNvPr id="9" name="Rectangle 38"/>
          <p:cNvSpPr>
            <a:spLocks noGrp="1" noChangeArrowheads="1"/>
          </p:cNvSpPr>
          <p:nvPr>
            <p:ph type="sldNum" sz="quarter" idx="12"/>
          </p:nvPr>
        </p:nvSpPr>
        <p:spPr>
          <a:ln/>
        </p:spPr>
        <p:txBody>
          <a:bodyPr/>
          <a:lstStyle>
            <a:lvl1pPr>
              <a:defRPr/>
            </a:lvl1pPr>
          </a:lstStyle>
          <a:p>
            <a:pPr>
              <a:defRPr/>
            </a:pPr>
            <a:fld id="{278677F9-7C58-4F7A-AFDE-56987A05C8C0}" type="slidenum">
              <a:rPr lang="en-US" altLang="ja-JP"/>
              <a:pPr>
                <a:defRPr/>
              </a:pPr>
              <a:t>‹#›</a:t>
            </a:fld>
            <a:endParaRPr lang="en-US" altLang="ja-JP"/>
          </a:p>
        </p:txBody>
      </p:sp>
    </p:spTree>
    <p:extLst>
      <p:ext uri="{BB962C8B-B14F-4D97-AF65-F5344CB8AC3E}">
        <p14:creationId xmlns:p14="http://schemas.microsoft.com/office/powerpoint/2010/main" val="106681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pic>
        <p:nvPicPr>
          <p:cNvPr id="2050"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588" y="0"/>
            <a:ext cx="12190412" cy="685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タイトル 1"/>
          <p:cNvSpPr>
            <a:spLocks noGrp="1"/>
          </p:cNvSpPr>
          <p:nvPr>
            <p:ph type="title"/>
          </p:nvPr>
        </p:nvSpPr>
        <p:spPr>
          <a:xfrm>
            <a:off x="334521" y="0"/>
            <a:ext cx="9939530" cy="908720"/>
          </a:xfrm>
        </p:spPr>
        <p:txBody>
          <a:bodyPr/>
          <a:lstStyle>
            <a:lvl1pPr>
              <a:defRPr>
                <a:solidFill>
                  <a:schemeClr val="tx1"/>
                </a:solidFill>
              </a:defRPr>
            </a:lvl1pPr>
          </a:lstStyle>
          <a:p>
            <a:r>
              <a:rPr lang="ja-JP" altLang="en-US"/>
              <a:t>マスター タイトルの書式設定</a:t>
            </a:r>
          </a:p>
        </p:txBody>
      </p:sp>
      <p:sp>
        <p:nvSpPr>
          <p:cNvPr id="4" name="Rectangle 36"/>
          <p:cNvSpPr>
            <a:spLocks noGrp="1" noChangeArrowheads="1"/>
          </p:cNvSpPr>
          <p:nvPr>
            <p:ph type="dt" sz="half" idx="10"/>
          </p:nvPr>
        </p:nvSpPr>
        <p:spPr/>
        <p:txBody>
          <a:bodyPr/>
          <a:lstStyle>
            <a:lvl1pPr>
              <a:defRPr/>
            </a:lvl1pPr>
          </a:lstStyle>
          <a:p>
            <a:pPr>
              <a:defRPr/>
            </a:pPr>
            <a:endParaRPr lang="en-US" altLang="ja-JP"/>
          </a:p>
        </p:txBody>
      </p:sp>
      <p:sp>
        <p:nvSpPr>
          <p:cNvPr id="5" name="Rectangle 37"/>
          <p:cNvSpPr>
            <a:spLocks noGrp="1" noChangeArrowheads="1"/>
          </p:cNvSpPr>
          <p:nvPr>
            <p:ph type="ftr" sz="quarter" idx="11"/>
          </p:nvPr>
        </p:nvSpPr>
        <p:spPr/>
        <p:txBody>
          <a:bodyPr/>
          <a:lstStyle>
            <a:lvl1pPr>
              <a:defRPr/>
            </a:lvl1pPr>
          </a:lstStyle>
          <a:p>
            <a:pPr>
              <a:defRPr/>
            </a:pPr>
            <a:endParaRPr lang="en-US" altLang="ja-JP"/>
          </a:p>
        </p:txBody>
      </p:sp>
      <p:sp>
        <p:nvSpPr>
          <p:cNvPr id="6" name="Rectangle 38"/>
          <p:cNvSpPr>
            <a:spLocks noGrp="1" noChangeArrowheads="1"/>
          </p:cNvSpPr>
          <p:nvPr>
            <p:ph type="sldNum" sz="quarter" idx="12"/>
          </p:nvPr>
        </p:nvSpPr>
        <p:spPr/>
        <p:txBody>
          <a:bodyPr/>
          <a:lstStyle>
            <a:lvl1pPr>
              <a:defRPr/>
            </a:lvl1pPr>
          </a:lstStyle>
          <a:p>
            <a:pPr>
              <a:defRPr/>
            </a:pPr>
            <a:fld id="{DC3CAE6F-8457-4CF3-B140-0929F5465056}" type="slidenum">
              <a:rPr lang="en-US" altLang="ja-JP"/>
              <a:pPr>
                <a:defRPr/>
              </a:pPr>
              <a:t>‹#›</a:t>
            </a:fld>
            <a:endParaRPr lang="en-US" altLang="ja-JP"/>
          </a:p>
        </p:txBody>
      </p:sp>
    </p:spTree>
    <p:extLst>
      <p:ext uri="{BB962C8B-B14F-4D97-AF65-F5344CB8AC3E}">
        <p14:creationId xmlns:p14="http://schemas.microsoft.com/office/powerpoint/2010/main" val="1941369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36"/>
          <p:cNvSpPr>
            <a:spLocks noGrp="1" noChangeArrowheads="1"/>
          </p:cNvSpPr>
          <p:nvPr>
            <p:ph type="dt" sz="half" idx="10"/>
          </p:nvPr>
        </p:nvSpPr>
        <p:spPr>
          <a:ln/>
        </p:spPr>
        <p:txBody>
          <a:bodyPr/>
          <a:lstStyle>
            <a:lvl1pPr>
              <a:defRPr/>
            </a:lvl1pPr>
          </a:lstStyle>
          <a:p>
            <a:pPr>
              <a:defRPr/>
            </a:pPr>
            <a:endParaRPr lang="en-US" altLang="ja-JP"/>
          </a:p>
        </p:txBody>
      </p:sp>
      <p:sp>
        <p:nvSpPr>
          <p:cNvPr id="3" name="Rectangle 37"/>
          <p:cNvSpPr>
            <a:spLocks noGrp="1" noChangeArrowheads="1"/>
          </p:cNvSpPr>
          <p:nvPr>
            <p:ph type="ftr" sz="quarter" idx="11"/>
          </p:nvPr>
        </p:nvSpPr>
        <p:spPr>
          <a:ln/>
        </p:spPr>
        <p:txBody>
          <a:bodyPr/>
          <a:lstStyle>
            <a:lvl1pPr>
              <a:defRPr/>
            </a:lvl1pPr>
          </a:lstStyle>
          <a:p>
            <a:pPr>
              <a:defRPr/>
            </a:pPr>
            <a:endParaRPr lang="en-US" altLang="ja-JP"/>
          </a:p>
        </p:txBody>
      </p:sp>
      <p:sp>
        <p:nvSpPr>
          <p:cNvPr id="4" name="Rectangle 38"/>
          <p:cNvSpPr>
            <a:spLocks noGrp="1" noChangeArrowheads="1"/>
          </p:cNvSpPr>
          <p:nvPr>
            <p:ph type="sldNum" sz="quarter" idx="12"/>
          </p:nvPr>
        </p:nvSpPr>
        <p:spPr>
          <a:ln/>
        </p:spPr>
        <p:txBody>
          <a:bodyPr/>
          <a:lstStyle>
            <a:lvl1pPr>
              <a:defRPr/>
            </a:lvl1pPr>
          </a:lstStyle>
          <a:p>
            <a:pPr>
              <a:defRPr/>
            </a:pPr>
            <a:fld id="{7A33BEFA-5DDA-4D8A-B395-1CF36B342F7F}" type="slidenum">
              <a:rPr lang="en-US" altLang="ja-JP"/>
              <a:pPr>
                <a:defRPr/>
              </a:pPr>
              <a:t>‹#›</a:t>
            </a:fld>
            <a:endParaRPr lang="en-US" altLang="ja-JP"/>
          </a:p>
        </p:txBody>
      </p:sp>
    </p:spTree>
    <p:extLst>
      <p:ext uri="{BB962C8B-B14F-4D97-AF65-F5344CB8AC3E}">
        <p14:creationId xmlns:p14="http://schemas.microsoft.com/office/powerpoint/2010/main" val="21299543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609775" y="456182"/>
            <a:ext cx="4012129" cy="1162050"/>
          </a:xfrm>
        </p:spPr>
        <p:txBody>
          <a:bodyPr anchor="b"/>
          <a:lstStyle>
            <a:lvl1pPr algn="l">
              <a:defRPr sz="2000" b="1"/>
            </a:lvl1pPr>
          </a:lstStyle>
          <a:p>
            <a:r>
              <a:rPr lang="ja-JP" altLang="en-US"/>
              <a:t>マスター タイトルの書式設定</a:t>
            </a:r>
          </a:p>
        </p:txBody>
      </p:sp>
      <p:sp>
        <p:nvSpPr>
          <p:cNvPr id="3" name="コンテンツ プレースホルダ 2"/>
          <p:cNvSpPr>
            <a:spLocks noGrp="1"/>
          </p:cNvSpPr>
          <p:nvPr>
            <p:ph idx="1"/>
          </p:nvPr>
        </p:nvSpPr>
        <p:spPr>
          <a:xfrm>
            <a:off x="4767974" y="456207"/>
            <a:ext cx="681744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609775" y="1618233"/>
            <a:ext cx="4012129"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36"/>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37"/>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38"/>
          <p:cNvSpPr>
            <a:spLocks noGrp="1" noChangeArrowheads="1"/>
          </p:cNvSpPr>
          <p:nvPr>
            <p:ph type="sldNum" sz="quarter" idx="12"/>
          </p:nvPr>
        </p:nvSpPr>
        <p:spPr>
          <a:ln/>
        </p:spPr>
        <p:txBody>
          <a:bodyPr/>
          <a:lstStyle>
            <a:lvl1pPr>
              <a:defRPr/>
            </a:lvl1pPr>
          </a:lstStyle>
          <a:p>
            <a:pPr>
              <a:defRPr/>
            </a:pPr>
            <a:fld id="{E033D193-01C8-47D4-B4B3-1AC86D9D4942}" type="slidenum">
              <a:rPr lang="en-US" altLang="ja-JP"/>
              <a:pPr>
                <a:defRPr/>
              </a:pPr>
              <a:t>‹#›</a:t>
            </a:fld>
            <a:endParaRPr lang="en-US" altLang="ja-JP"/>
          </a:p>
        </p:txBody>
      </p:sp>
    </p:spTree>
    <p:extLst>
      <p:ext uri="{BB962C8B-B14F-4D97-AF65-F5344CB8AC3E}">
        <p14:creationId xmlns:p14="http://schemas.microsoft.com/office/powerpoint/2010/main" val="4773595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2390341" y="4649688"/>
            <a:ext cx="7317105" cy="566738"/>
          </a:xfrm>
        </p:spPr>
        <p:txBody>
          <a:bodyPr anchor="b"/>
          <a:lstStyle>
            <a:lvl1pPr algn="l">
              <a:defRPr sz="2000" b="1"/>
            </a:lvl1pPr>
          </a:lstStyle>
          <a:p>
            <a:r>
              <a:rPr lang="ja-JP" altLang="en-US"/>
              <a:t>マスター タイトルの書式設定</a:t>
            </a:r>
          </a:p>
        </p:txBody>
      </p:sp>
      <p:sp>
        <p:nvSpPr>
          <p:cNvPr id="3" name="図プレースホルダ 2"/>
          <p:cNvSpPr>
            <a:spLocks noGrp="1"/>
          </p:cNvSpPr>
          <p:nvPr>
            <p:ph type="pic" idx="1"/>
          </p:nvPr>
        </p:nvSpPr>
        <p:spPr>
          <a:xfrm>
            <a:off x="2390341" y="461863"/>
            <a:ext cx="731710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p>
        </p:txBody>
      </p:sp>
      <p:sp>
        <p:nvSpPr>
          <p:cNvPr id="4" name="テキスト プレースホルダ 3"/>
          <p:cNvSpPr>
            <a:spLocks noGrp="1"/>
          </p:cNvSpPr>
          <p:nvPr>
            <p:ph type="body" sz="half" idx="2"/>
          </p:nvPr>
        </p:nvSpPr>
        <p:spPr>
          <a:xfrm>
            <a:off x="2390341" y="5216426"/>
            <a:ext cx="731710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36"/>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37"/>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38"/>
          <p:cNvSpPr>
            <a:spLocks noGrp="1" noChangeArrowheads="1"/>
          </p:cNvSpPr>
          <p:nvPr>
            <p:ph type="sldNum" sz="quarter" idx="12"/>
          </p:nvPr>
        </p:nvSpPr>
        <p:spPr>
          <a:ln/>
        </p:spPr>
        <p:txBody>
          <a:bodyPr/>
          <a:lstStyle>
            <a:lvl1pPr>
              <a:defRPr/>
            </a:lvl1pPr>
          </a:lstStyle>
          <a:p>
            <a:pPr>
              <a:defRPr/>
            </a:pPr>
            <a:fld id="{DB662217-EA11-42EC-986B-B23AF75AD62A}" type="slidenum">
              <a:rPr lang="en-US" altLang="ja-JP"/>
              <a:pPr>
                <a:defRPr/>
              </a:pPr>
              <a:t>‹#›</a:t>
            </a:fld>
            <a:endParaRPr lang="en-US" altLang="ja-JP"/>
          </a:p>
        </p:txBody>
      </p:sp>
    </p:spTree>
    <p:extLst>
      <p:ext uri="{BB962C8B-B14F-4D97-AF65-F5344CB8AC3E}">
        <p14:creationId xmlns:p14="http://schemas.microsoft.com/office/powerpoint/2010/main" val="1607432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979138" y="404837"/>
            <a:ext cx="2881533" cy="5832475"/>
          </a:xfrm>
        </p:spPr>
        <p:txBody>
          <a:bodyPr vert="eaVert"/>
          <a:lstStyle/>
          <a:p>
            <a:r>
              <a:rPr lang="ja-JP" altLang="en-US"/>
              <a:t>マスター タイトルの書式設定</a:t>
            </a:r>
          </a:p>
        </p:txBody>
      </p:sp>
      <p:sp>
        <p:nvSpPr>
          <p:cNvPr id="3" name="縦書きテキスト プレースホルダ 2"/>
          <p:cNvSpPr>
            <a:spLocks noGrp="1"/>
          </p:cNvSpPr>
          <p:nvPr>
            <p:ph type="body" orient="vert" idx="1"/>
          </p:nvPr>
        </p:nvSpPr>
        <p:spPr>
          <a:xfrm>
            <a:off x="334521" y="404837"/>
            <a:ext cx="8441348" cy="5832475"/>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36"/>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37"/>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38"/>
          <p:cNvSpPr>
            <a:spLocks noGrp="1" noChangeArrowheads="1"/>
          </p:cNvSpPr>
          <p:nvPr>
            <p:ph type="sldNum" sz="quarter" idx="12"/>
          </p:nvPr>
        </p:nvSpPr>
        <p:spPr>
          <a:ln/>
        </p:spPr>
        <p:txBody>
          <a:bodyPr/>
          <a:lstStyle>
            <a:lvl1pPr>
              <a:defRPr/>
            </a:lvl1pPr>
          </a:lstStyle>
          <a:p>
            <a:pPr>
              <a:defRPr/>
            </a:pPr>
            <a:fld id="{1AD4783D-9110-4ABB-80DE-82E186775B29}" type="slidenum">
              <a:rPr lang="en-US" altLang="ja-JP"/>
              <a:pPr>
                <a:defRPr/>
              </a:pPr>
              <a:t>‹#›</a:t>
            </a:fld>
            <a:endParaRPr lang="en-US" altLang="ja-JP"/>
          </a:p>
        </p:txBody>
      </p:sp>
    </p:spTree>
    <p:extLst>
      <p:ext uri="{BB962C8B-B14F-4D97-AF65-F5344CB8AC3E}">
        <p14:creationId xmlns:p14="http://schemas.microsoft.com/office/powerpoint/2010/main" val="2706085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3" descr="X:\Hirao\日本光電PPTテンプレート\作業\20180621_2018年度\PNG\PPT_08-02帯なし.png"/>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91" y="283"/>
            <a:ext cx="12190993" cy="6857434"/>
          </a:xfrm>
          <a:prstGeom prst="rect">
            <a:avLst/>
          </a:prstGeom>
          <a:noFill/>
          <a:extLst>
            <a:ext uri="{909E8E84-426E-40DD-AFC4-6F175D3DCCD1}">
              <a14:hiddenFill xmlns:a14="http://schemas.microsoft.com/office/drawing/2010/main">
                <a:solidFill>
                  <a:srgbClr val="FFFFFF"/>
                </a:solidFill>
              </a14:hiddenFill>
            </a:ext>
          </a:extLst>
        </p:spPr>
      </p:pic>
      <p:sp>
        <p:nvSpPr>
          <p:cNvPr id="1027" name="Rectangle 34"/>
          <p:cNvSpPr>
            <a:spLocks noGrp="1" noChangeArrowheads="1"/>
          </p:cNvSpPr>
          <p:nvPr>
            <p:ph type="title"/>
          </p:nvPr>
        </p:nvSpPr>
        <p:spPr bwMode="auto">
          <a:xfrm>
            <a:off x="334963" y="188913"/>
            <a:ext cx="9939088"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
        <p:nvSpPr>
          <p:cNvPr id="1028" name="Rectangle 35"/>
          <p:cNvSpPr>
            <a:spLocks noGrp="1" noChangeArrowheads="1"/>
          </p:cNvSpPr>
          <p:nvPr>
            <p:ph type="body" idx="1"/>
          </p:nvPr>
        </p:nvSpPr>
        <p:spPr bwMode="auto">
          <a:xfrm>
            <a:off x="334963" y="1412875"/>
            <a:ext cx="11525250" cy="460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1060" name="Rectangle 36"/>
          <p:cNvSpPr>
            <a:spLocks noGrp="1" noChangeArrowheads="1"/>
          </p:cNvSpPr>
          <p:nvPr>
            <p:ph type="dt" sz="half" idx="2"/>
          </p:nvPr>
        </p:nvSpPr>
        <p:spPr bwMode="auto">
          <a:xfrm>
            <a:off x="8293347" y="6525344"/>
            <a:ext cx="2844800" cy="2682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tx1"/>
                </a:solidFill>
                <a:ea typeface="ＭＳ Ｐゴシック" pitchFamily="50" charset="-128"/>
              </a:defRPr>
            </a:lvl1pPr>
          </a:lstStyle>
          <a:p>
            <a:pPr>
              <a:defRPr/>
            </a:pPr>
            <a:endParaRPr lang="en-US" altLang="ja-JP"/>
          </a:p>
        </p:txBody>
      </p:sp>
      <p:sp>
        <p:nvSpPr>
          <p:cNvPr id="1061" name="Rectangle 37"/>
          <p:cNvSpPr>
            <a:spLocks noGrp="1" noChangeArrowheads="1"/>
          </p:cNvSpPr>
          <p:nvPr>
            <p:ph type="ftr" sz="quarter" idx="3"/>
          </p:nvPr>
        </p:nvSpPr>
        <p:spPr bwMode="auto">
          <a:xfrm>
            <a:off x="87313" y="6525344"/>
            <a:ext cx="3935412" cy="2682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solidFill>
                  <a:schemeClr val="tx1"/>
                </a:solidFill>
                <a:ea typeface="ＭＳ Ｐゴシック" pitchFamily="50" charset="-128"/>
              </a:defRPr>
            </a:lvl1pPr>
          </a:lstStyle>
          <a:p>
            <a:pPr>
              <a:defRPr/>
            </a:pPr>
            <a:endParaRPr lang="en-US" altLang="ja-JP"/>
          </a:p>
        </p:txBody>
      </p:sp>
      <p:sp>
        <p:nvSpPr>
          <p:cNvPr id="1062" name="Rectangle 38"/>
          <p:cNvSpPr>
            <a:spLocks noGrp="1" noChangeArrowheads="1"/>
          </p:cNvSpPr>
          <p:nvPr>
            <p:ph type="sldNum" sz="quarter" idx="4"/>
          </p:nvPr>
        </p:nvSpPr>
        <p:spPr bwMode="auto">
          <a:xfrm>
            <a:off x="11714211" y="6525344"/>
            <a:ext cx="398414" cy="2603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200">
                <a:solidFill>
                  <a:schemeClr val="tx1"/>
                </a:solidFill>
                <a:ea typeface="ＭＳ Ｐゴシック" pitchFamily="50" charset="-128"/>
              </a:defRPr>
            </a:lvl1pPr>
          </a:lstStyle>
          <a:p>
            <a:pPr>
              <a:defRPr/>
            </a:pPr>
            <a:fld id="{3589AB9E-BF93-44F0-AACD-B21BAF28FEB0}" type="slidenum">
              <a:rPr lang="en-US" altLang="ja-JP" smtClean="0"/>
              <a:pPr>
                <a:defRPr/>
              </a:pPr>
              <a:t>‹#›</a:t>
            </a:fld>
            <a:endParaRPr lang="en-US" altLang="ja-JP"/>
          </a:p>
        </p:txBody>
      </p:sp>
    </p:spTree>
  </p:cSld>
  <p:clrMap bg1="lt1" tx1="dk1" bg2="lt2" tx2="dk2" accent1="accent1" accent2="accent2" accent3="accent3" accent4="accent4" accent5="accent5" accent6="accent6" hlink="hlink" folHlink="folHlink"/>
  <p:sldLayoutIdLst>
    <p:sldLayoutId id="2147483829" r:id="rId1"/>
    <p:sldLayoutId id="2147483821" r:id="rId2"/>
    <p:sldLayoutId id="2147483822" r:id="rId3"/>
    <p:sldLayoutId id="2147483823" r:id="rId4"/>
    <p:sldLayoutId id="2147483824" r:id="rId5"/>
    <p:sldLayoutId id="2147483830" r:id="rId6"/>
    <p:sldLayoutId id="2147483825" r:id="rId7"/>
    <p:sldLayoutId id="2147483826" r:id="rId8"/>
    <p:sldLayoutId id="2147483827" r:id="rId9"/>
    <p:sldLayoutId id="2147483828" r:id="rId10"/>
  </p:sldLayoutIdLst>
  <p:hf hdr="0" ftr="0" dt="0"/>
  <p:txStyles>
    <p:titleStyle>
      <a:lvl1pPr algn="l" rtl="0" eaLnBrk="1" fontAlgn="base" hangingPunct="1">
        <a:spcBef>
          <a:spcPct val="0"/>
        </a:spcBef>
        <a:spcAft>
          <a:spcPct val="0"/>
        </a:spcAft>
        <a:defRPr kumimoji="1" sz="4400">
          <a:solidFill>
            <a:schemeClr val="tx1"/>
          </a:solidFill>
          <a:latin typeface="+mj-lt"/>
          <a:ea typeface="+mj-ea"/>
          <a:cs typeface="+mj-cs"/>
        </a:defRPr>
      </a:lvl1pPr>
      <a:lvl2pPr algn="l" rtl="0" eaLnBrk="1" fontAlgn="base" hangingPunct="1">
        <a:spcBef>
          <a:spcPct val="0"/>
        </a:spcBef>
        <a:spcAft>
          <a:spcPct val="0"/>
        </a:spcAft>
        <a:defRPr kumimoji="1" sz="4400">
          <a:solidFill>
            <a:schemeClr val="tx1"/>
          </a:solidFill>
          <a:latin typeface="Arial" charset="0"/>
          <a:ea typeface="ＭＳ Ｐゴシック" pitchFamily="50" charset="-128"/>
        </a:defRPr>
      </a:lvl2pPr>
      <a:lvl3pPr algn="l" rtl="0" eaLnBrk="1" fontAlgn="base" hangingPunct="1">
        <a:spcBef>
          <a:spcPct val="0"/>
        </a:spcBef>
        <a:spcAft>
          <a:spcPct val="0"/>
        </a:spcAft>
        <a:defRPr kumimoji="1" sz="4400">
          <a:solidFill>
            <a:schemeClr val="tx1"/>
          </a:solidFill>
          <a:latin typeface="Arial" charset="0"/>
          <a:ea typeface="ＭＳ Ｐゴシック" pitchFamily="50" charset="-128"/>
        </a:defRPr>
      </a:lvl3pPr>
      <a:lvl4pPr algn="l" rtl="0" eaLnBrk="1" fontAlgn="base" hangingPunct="1">
        <a:spcBef>
          <a:spcPct val="0"/>
        </a:spcBef>
        <a:spcAft>
          <a:spcPct val="0"/>
        </a:spcAft>
        <a:defRPr kumimoji="1" sz="4400">
          <a:solidFill>
            <a:schemeClr val="tx1"/>
          </a:solidFill>
          <a:latin typeface="Arial" charset="0"/>
          <a:ea typeface="ＭＳ Ｐゴシック" pitchFamily="50" charset="-128"/>
        </a:defRPr>
      </a:lvl4pPr>
      <a:lvl5pPr algn="l" rtl="0" eaLnBrk="1" fontAlgn="base" hangingPunct="1">
        <a:spcBef>
          <a:spcPct val="0"/>
        </a:spcBef>
        <a:spcAft>
          <a:spcPct val="0"/>
        </a:spcAft>
        <a:defRPr kumimoji="1" sz="4400">
          <a:solidFill>
            <a:schemeClr val="tx1"/>
          </a:solidFill>
          <a:latin typeface="Arial" charset="0"/>
          <a:ea typeface="ＭＳ Ｐゴシック" pitchFamily="50" charset="-128"/>
        </a:defRPr>
      </a:lvl5pPr>
      <a:lvl6pPr marL="457200" algn="l" rtl="0" eaLnBrk="1" fontAlgn="base" hangingPunct="1">
        <a:spcBef>
          <a:spcPct val="0"/>
        </a:spcBef>
        <a:spcAft>
          <a:spcPct val="0"/>
        </a:spcAft>
        <a:defRPr kumimoji="1" sz="4400">
          <a:solidFill>
            <a:schemeClr val="tx1"/>
          </a:solidFill>
          <a:latin typeface="Arial" charset="0"/>
          <a:ea typeface="ＭＳ Ｐゴシック" pitchFamily="50" charset="-128"/>
        </a:defRPr>
      </a:lvl6pPr>
      <a:lvl7pPr marL="914400" algn="l" rtl="0" eaLnBrk="1" fontAlgn="base" hangingPunct="1">
        <a:spcBef>
          <a:spcPct val="0"/>
        </a:spcBef>
        <a:spcAft>
          <a:spcPct val="0"/>
        </a:spcAft>
        <a:defRPr kumimoji="1" sz="4400">
          <a:solidFill>
            <a:schemeClr val="tx1"/>
          </a:solidFill>
          <a:latin typeface="Arial" charset="0"/>
          <a:ea typeface="ＭＳ Ｐゴシック" pitchFamily="50" charset="-128"/>
        </a:defRPr>
      </a:lvl7pPr>
      <a:lvl8pPr marL="1371600" algn="l" rtl="0" eaLnBrk="1" fontAlgn="base" hangingPunct="1">
        <a:spcBef>
          <a:spcPct val="0"/>
        </a:spcBef>
        <a:spcAft>
          <a:spcPct val="0"/>
        </a:spcAft>
        <a:defRPr kumimoji="1" sz="4400">
          <a:solidFill>
            <a:schemeClr val="tx1"/>
          </a:solidFill>
          <a:latin typeface="Arial" charset="0"/>
          <a:ea typeface="ＭＳ Ｐゴシック" pitchFamily="50" charset="-128"/>
        </a:defRPr>
      </a:lvl8pPr>
      <a:lvl9pPr marL="1828800" algn="l" rtl="0" eaLnBrk="1" fontAlgn="base" hangingPunct="1">
        <a:spcBef>
          <a:spcPct val="0"/>
        </a:spcBef>
        <a:spcAft>
          <a:spcPct val="0"/>
        </a:spcAft>
        <a:defRPr kumimoji="1" sz="4400">
          <a:solidFill>
            <a:schemeClr val="tx1"/>
          </a:solidFill>
          <a:latin typeface="Arial" charset="0"/>
          <a:ea typeface="ＭＳ Ｐゴシック" pitchFamily="50" charset="-128"/>
        </a:defRPr>
      </a:lvl9pPr>
    </p:titleStyle>
    <p:bodyStyle>
      <a:lvl1pPr marL="342900" indent="-342900" algn="l" rtl="0" eaLnBrk="1" fontAlgn="base" hangingPunct="1">
        <a:spcBef>
          <a:spcPct val="20000"/>
        </a:spcBef>
        <a:spcAft>
          <a:spcPct val="0"/>
        </a:spcAft>
        <a:buChar char="•"/>
        <a:defRPr kumimoji="1"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kumimoji="1" sz="2800">
          <a:solidFill>
            <a:schemeClr val="tx1"/>
          </a:solidFill>
          <a:latin typeface="+mn-lt"/>
          <a:ea typeface="+mn-ea"/>
        </a:defRPr>
      </a:lvl2pPr>
      <a:lvl3pPr marL="1143000" indent="-228600" algn="l" rtl="0" eaLnBrk="1" fontAlgn="base" hangingPunct="1">
        <a:spcBef>
          <a:spcPct val="20000"/>
        </a:spcBef>
        <a:spcAft>
          <a:spcPct val="0"/>
        </a:spcAft>
        <a:buChar char="•"/>
        <a:defRPr kumimoji="1" sz="24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chemeClr val="tx1"/>
          </a:solidFill>
          <a:latin typeface="+mn-lt"/>
          <a:ea typeface="+mn-ea"/>
        </a:defRPr>
      </a:lvl4pPr>
      <a:lvl5pPr marL="2057400" indent="-228600" algn="l" rtl="0" eaLnBrk="1" fontAlgn="base" hangingPunct="1">
        <a:spcBef>
          <a:spcPct val="20000"/>
        </a:spcBef>
        <a:spcAft>
          <a:spcPct val="0"/>
        </a:spcAft>
        <a:buChar char="»"/>
        <a:defRPr kumimoji="1" sz="2000">
          <a:solidFill>
            <a:schemeClr val="tx1"/>
          </a:solidFill>
          <a:latin typeface="+mn-lt"/>
          <a:ea typeface="+mn-ea"/>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172.25.253.42/eplantview" TargetMode="Externa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hyperlink" Target="http://nksv1359.ad.nkc.co.jp/cgi/qcd_DB/qcd_DB_Release/html/Get_EG_Tanaoroshi.cgi"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emf"/></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D3CBD9-AD5F-D852-7887-2731E2703FAB}"/>
              </a:ext>
            </a:extLst>
          </p:cNvPr>
          <p:cNvSpPr>
            <a:spLocks noGrp="1"/>
          </p:cNvSpPr>
          <p:nvPr>
            <p:ph type="ctrTitle"/>
          </p:nvPr>
        </p:nvSpPr>
        <p:spPr/>
        <p:txBody>
          <a:bodyPr/>
          <a:lstStyle/>
          <a:p>
            <a:r>
              <a:rPr kumimoji="1" lang="ja-JP" altLang="en-US"/>
              <a:t>固定</a:t>
            </a:r>
            <a:r>
              <a:rPr lang="ja-JP" altLang="en-US"/>
              <a:t>テーブル　棚卸し方法</a:t>
            </a:r>
            <a:endParaRPr kumimoji="1" lang="ja-JP" altLang="en-US"/>
          </a:p>
        </p:txBody>
      </p:sp>
      <p:sp>
        <p:nvSpPr>
          <p:cNvPr id="3" name="字幕 2">
            <a:extLst>
              <a:ext uri="{FF2B5EF4-FFF2-40B4-BE49-F238E27FC236}">
                <a16:creationId xmlns:a16="http://schemas.microsoft.com/office/drawing/2014/main" id="{EE8358AC-258E-9AFE-6C2B-AC567D5A6377}"/>
              </a:ext>
            </a:extLst>
          </p:cNvPr>
          <p:cNvSpPr>
            <a:spLocks noGrp="1"/>
          </p:cNvSpPr>
          <p:nvPr>
            <p:ph type="subTitle" idx="1"/>
          </p:nvPr>
        </p:nvSpPr>
        <p:spPr/>
        <p:txBody>
          <a:bodyPr/>
          <a:lstStyle/>
          <a:p>
            <a:r>
              <a:rPr kumimoji="1" lang="ja-JP" altLang="en-US" sz="1800"/>
              <a:t>第２生産部生産</a:t>
            </a:r>
            <a:r>
              <a:rPr kumimoji="1" lang="en-US" altLang="ja-JP" sz="1800"/>
              <a:t>1</a:t>
            </a:r>
            <a:r>
              <a:rPr kumimoji="1" lang="ja-JP" altLang="en-US" sz="1800"/>
              <a:t>課</a:t>
            </a:r>
            <a:r>
              <a:rPr lang="ja-JP" altLang="en-US" sz="1800"/>
              <a:t>　</a:t>
            </a:r>
            <a:r>
              <a:rPr kumimoji="1" lang="ja-JP" altLang="en-US" sz="1800"/>
              <a:t>佐藤　勇希</a:t>
            </a:r>
            <a:endParaRPr kumimoji="1" lang="en-US" altLang="ja-JP" sz="1800"/>
          </a:p>
        </p:txBody>
      </p:sp>
      <p:sp>
        <p:nvSpPr>
          <p:cNvPr id="4" name="スライド番号プレースホルダー 3">
            <a:extLst>
              <a:ext uri="{FF2B5EF4-FFF2-40B4-BE49-F238E27FC236}">
                <a16:creationId xmlns:a16="http://schemas.microsoft.com/office/drawing/2014/main" id="{918E8C43-FEAB-CBFA-5248-FE2C414302CE}"/>
              </a:ext>
            </a:extLst>
          </p:cNvPr>
          <p:cNvSpPr>
            <a:spLocks noGrp="1"/>
          </p:cNvSpPr>
          <p:nvPr>
            <p:ph type="sldNum" sz="quarter" idx="4"/>
          </p:nvPr>
        </p:nvSpPr>
        <p:spPr/>
        <p:txBody>
          <a:bodyPr/>
          <a:lstStyle/>
          <a:p>
            <a:pPr>
              <a:defRPr/>
            </a:pPr>
            <a:fld id="{3589AB9E-BF93-44F0-AACD-B21BAF28FEB0}" type="slidenum">
              <a:rPr lang="en-US" altLang="ja-JP" smtClean="0"/>
              <a:pPr>
                <a:defRPr/>
              </a:pPr>
              <a:t>1</a:t>
            </a:fld>
            <a:endParaRPr lang="en-US" altLang="ja-JP"/>
          </a:p>
        </p:txBody>
      </p:sp>
    </p:spTree>
    <p:extLst>
      <p:ext uri="{BB962C8B-B14F-4D97-AF65-F5344CB8AC3E}">
        <p14:creationId xmlns:p14="http://schemas.microsoft.com/office/powerpoint/2010/main" val="1229577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D2EFD3-03A0-D1B9-92E3-D7C48F773E50}"/>
              </a:ext>
            </a:extLst>
          </p:cNvPr>
          <p:cNvSpPr>
            <a:spLocks noGrp="1"/>
          </p:cNvSpPr>
          <p:nvPr>
            <p:ph type="title"/>
          </p:nvPr>
        </p:nvSpPr>
        <p:spPr/>
        <p:txBody>
          <a:bodyPr/>
          <a:lstStyle/>
          <a:p>
            <a:r>
              <a:rPr kumimoji="1" lang="en-US" altLang="ja-JP"/>
              <a:t>1.</a:t>
            </a:r>
            <a:r>
              <a:rPr kumimoji="1" lang="ja-JP" altLang="en-US"/>
              <a:t>設備操作</a:t>
            </a:r>
          </a:p>
        </p:txBody>
      </p:sp>
      <p:sp>
        <p:nvSpPr>
          <p:cNvPr id="4" name="テキスト ボックス 3">
            <a:extLst>
              <a:ext uri="{FF2B5EF4-FFF2-40B4-BE49-F238E27FC236}">
                <a16:creationId xmlns:a16="http://schemas.microsoft.com/office/drawing/2014/main" id="{0E0B4313-6F15-105A-83E7-F2B35FE81995}"/>
              </a:ext>
            </a:extLst>
          </p:cNvPr>
          <p:cNvSpPr txBox="1"/>
          <p:nvPr/>
        </p:nvSpPr>
        <p:spPr>
          <a:xfrm>
            <a:off x="589084" y="1776046"/>
            <a:ext cx="5744809" cy="3416320"/>
          </a:xfrm>
          <a:prstGeom prst="rect">
            <a:avLst/>
          </a:prstGeom>
          <a:noFill/>
        </p:spPr>
        <p:txBody>
          <a:bodyPr wrap="square" rtlCol="0">
            <a:spAutoFit/>
          </a:bodyPr>
          <a:lstStyle/>
          <a:p>
            <a:r>
              <a:rPr lang="ja-JP" altLang="en-US"/>
              <a:t>固定テーブルの最終生産終了後</a:t>
            </a:r>
            <a:r>
              <a:rPr lang="en-US" altLang="ja-JP"/>
              <a:t>､</a:t>
            </a:r>
            <a:r>
              <a:rPr lang="ja-JP" altLang="en-US"/>
              <a:t>作業を行う</a:t>
            </a:r>
            <a:r>
              <a:rPr lang="en-US" altLang="ja-JP"/>
              <a:t>｡</a:t>
            </a:r>
          </a:p>
          <a:p>
            <a:endParaRPr lang="en-US" altLang="ja-JP"/>
          </a:p>
          <a:p>
            <a:r>
              <a:rPr lang="ja-JP" altLang="en-US"/>
              <a:t>①配列が一致している</a:t>
            </a:r>
            <a:r>
              <a:rPr lang="en-US" altLang="ja-JP"/>
              <a:t>Job</a:t>
            </a:r>
            <a:r>
              <a:rPr lang="ja-JP" altLang="en-US"/>
              <a:t>を設備に読み込む。</a:t>
            </a:r>
            <a:endParaRPr lang="en-US" altLang="ja-JP"/>
          </a:p>
          <a:p>
            <a:endParaRPr lang="en-US" altLang="ja-JP"/>
          </a:p>
          <a:p>
            <a:r>
              <a:rPr lang="ja-JP" altLang="en-US"/>
              <a:t>②図</a:t>
            </a:r>
            <a:r>
              <a:rPr lang="en-US" altLang="ja-JP"/>
              <a:t>1</a:t>
            </a:r>
            <a:r>
              <a:rPr lang="ja-JP" altLang="en-US"/>
              <a:t>のボタンを押す</a:t>
            </a:r>
            <a:r>
              <a:rPr lang="en-US" altLang="ja-JP"/>
              <a:t>｡</a:t>
            </a:r>
          </a:p>
          <a:p>
            <a:endParaRPr lang="en-US" altLang="ja-JP"/>
          </a:p>
          <a:p>
            <a:r>
              <a:rPr lang="ja-JP" altLang="en-US"/>
              <a:t>③図</a:t>
            </a:r>
            <a:r>
              <a:rPr lang="en-US" altLang="ja-JP"/>
              <a:t>2</a:t>
            </a:r>
            <a:r>
              <a:rPr lang="ja-JP" altLang="en-US"/>
              <a:t>の順にボタンを押す</a:t>
            </a:r>
            <a:r>
              <a:rPr lang="en-US" altLang="ja-JP"/>
              <a:t>｡</a:t>
            </a:r>
          </a:p>
          <a:p>
            <a:r>
              <a:rPr lang="ja-JP" altLang="en-US"/>
              <a:t>    </a:t>
            </a:r>
            <a:r>
              <a:rPr lang="en-US" altLang="ja-JP"/>
              <a:t>※</a:t>
            </a:r>
            <a:r>
              <a:rPr lang="ja-JP" altLang="en-US"/>
              <a:t>ゆっくり</a:t>
            </a:r>
            <a:r>
              <a:rPr lang="en-US" altLang="ja-JP"/>
              <a:t>､</a:t>
            </a:r>
            <a:r>
              <a:rPr lang="ja-JP" altLang="en-US"/>
              <a:t>画面が切り替わったことを</a:t>
            </a:r>
            <a:endParaRPr lang="en-US" altLang="ja-JP"/>
          </a:p>
          <a:p>
            <a:r>
              <a:rPr lang="en-US" altLang="ja-JP"/>
              <a:t>    </a:t>
            </a:r>
            <a:r>
              <a:rPr lang="ja-JP" altLang="en-US"/>
              <a:t>しっかり確認しながら実施</a:t>
            </a:r>
            <a:r>
              <a:rPr lang="en-US" altLang="ja-JP"/>
              <a:t>｡</a:t>
            </a:r>
          </a:p>
          <a:p>
            <a:endParaRPr lang="en-US" altLang="ja-JP"/>
          </a:p>
          <a:p>
            <a:r>
              <a:rPr lang="en-US" altLang="ja-JP"/>
              <a:t>※1</a:t>
            </a:r>
            <a:r>
              <a:rPr lang="ja-JP" altLang="en-US"/>
              <a:t>人で作業すること</a:t>
            </a:r>
            <a:r>
              <a:rPr lang="en-US" altLang="ja-JP"/>
              <a:t>(</a:t>
            </a:r>
            <a:r>
              <a:rPr lang="ja-JP" altLang="en-US"/>
              <a:t>複数人で同時に作業すると正常に情報を取得できない場合を確認しています</a:t>
            </a:r>
            <a:r>
              <a:rPr lang="en-US" altLang="ja-JP"/>
              <a:t>｡)</a:t>
            </a:r>
          </a:p>
        </p:txBody>
      </p:sp>
      <p:pic>
        <p:nvPicPr>
          <p:cNvPr id="25" name="図 24">
            <a:extLst>
              <a:ext uri="{FF2B5EF4-FFF2-40B4-BE49-F238E27FC236}">
                <a16:creationId xmlns:a16="http://schemas.microsoft.com/office/drawing/2014/main" id="{2446589B-FD6D-8634-E920-5AFEC7E2EEF9}"/>
              </a:ext>
            </a:extLst>
          </p:cNvPr>
          <p:cNvPicPr>
            <a:picLocks noChangeAspect="1"/>
          </p:cNvPicPr>
          <p:nvPr/>
        </p:nvPicPr>
        <p:blipFill>
          <a:blip r:embed="rId2"/>
          <a:stretch>
            <a:fillRect/>
          </a:stretch>
        </p:blipFill>
        <p:spPr>
          <a:xfrm>
            <a:off x="6911641" y="3238455"/>
            <a:ext cx="4694448" cy="3516175"/>
          </a:xfrm>
          <a:prstGeom prst="rect">
            <a:avLst/>
          </a:prstGeom>
          <a:ln>
            <a:solidFill>
              <a:schemeClr val="tx1"/>
            </a:solidFill>
          </a:ln>
        </p:spPr>
      </p:pic>
      <p:grpSp>
        <p:nvGrpSpPr>
          <p:cNvPr id="28" name="グループ化 27">
            <a:extLst>
              <a:ext uri="{FF2B5EF4-FFF2-40B4-BE49-F238E27FC236}">
                <a16:creationId xmlns:a16="http://schemas.microsoft.com/office/drawing/2014/main" id="{3996D359-49C6-0EF1-8717-6613DE630126}"/>
              </a:ext>
            </a:extLst>
          </p:cNvPr>
          <p:cNvGrpSpPr/>
          <p:nvPr/>
        </p:nvGrpSpPr>
        <p:grpSpPr>
          <a:xfrm>
            <a:off x="6911641" y="847229"/>
            <a:ext cx="4694449" cy="1837228"/>
            <a:chOff x="6911641" y="847229"/>
            <a:chExt cx="4694449" cy="1837228"/>
          </a:xfrm>
        </p:grpSpPr>
        <p:pic>
          <p:nvPicPr>
            <p:cNvPr id="23" name="図 22">
              <a:extLst>
                <a:ext uri="{FF2B5EF4-FFF2-40B4-BE49-F238E27FC236}">
                  <a16:creationId xmlns:a16="http://schemas.microsoft.com/office/drawing/2014/main" id="{FC71DC8C-1465-72E4-D2A0-28899004AA21}"/>
                </a:ext>
              </a:extLst>
            </p:cNvPr>
            <p:cNvPicPr>
              <a:picLocks noChangeAspect="1"/>
            </p:cNvPicPr>
            <p:nvPr/>
          </p:nvPicPr>
          <p:blipFill rotWithShape="1">
            <a:blip r:embed="rId3"/>
            <a:srcRect b="58153"/>
            <a:stretch/>
          </p:blipFill>
          <p:spPr>
            <a:xfrm>
              <a:off x="6911641" y="1216561"/>
              <a:ext cx="4694449" cy="1467896"/>
            </a:xfrm>
            <a:prstGeom prst="rect">
              <a:avLst/>
            </a:prstGeom>
          </p:spPr>
        </p:pic>
        <p:sp>
          <p:nvSpPr>
            <p:cNvPr id="24" name="正方形/長方形 23">
              <a:extLst>
                <a:ext uri="{FF2B5EF4-FFF2-40B4-BE49-F238E27FC236}">
                  <a16:creationId xmlns:a16="http://schemas.microsoft.com/office/drawing/2014/main" id="{58AF88B6-E7E9-8F42-9A4E-226700A7E837}"/>
                </a:ext>
              </a:extLst>
            </p:cNvPr>
            <p:cNvSpPr/>
            <p:nvPr/>
          </p:nvSpPr>
          <p:spPr>
            <a:xfrm>
              <a:off x="7950818" y="1892721"/>
              <a:ext cx="3655271" cy="791736"/>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F4DE8B45-4C11-D0DD-6D63-435672455DDE}"/>
                </a:ext>
              </a:extLst>
            </p:cNvPr>
            <p:cNvSpPr txBox="1"/>
            <p:nvPr/>
          </p:nvSpPr>
          <p:spPr>
            <a:xfrm>
              <a:off x="6911641" y="847229"/>
              <a:ext cx="741628" cy="369332"/>
            </a:xfrm>
            <a:prstGeom prst="rect">
              <a:avLst/>
            </a:prstGeom>
            <a:noFill/>
          </p:spPr>
          <p:txBody>
            <a:bodyPr wrap="square" rtlCol="0">
              <a:spAutoFit/>
            </a:bodyPr>
            <a:lstStyle/>
            <a:p>
              <a:r>
                <a:rPr lang="ja-JP" altLang="en-US"/>
                <a:t>図</a:t>
              </a:r>
              <a:r>
                <a:rPr lang="en-US" altLang="ja-JP"/>
                <a:t>1</a:t>
              </a:r>
            </a:p>
          </p:txBody>
        </p:sp>
      </p:grpSp>
      <p:sp>
        <p:nvSpPr>
          <p:cNvPr id="27" name="テキスト ボックス 26">
            <a:extLst>
              <a:ext uri="{FF2B5EF4-FFF2-40B4-BE49-F238E27FC236}">
                <a16:creationId xmlns:a16="http://schemas.microsoft.com/office/drawing/2014/main" id="{D5A44AD9-2B8E-E4D9-4F09-470337784E8F}"/>
              </a:ext>
            </a:extLst>
          </p:cNvPr>
          <p:cNvSpPr txBox="1"/>
          <p:nvPr/>
        </p:nvSpPr>
        <p:spPr>
          <a:xfrm>
            <a:off x="6911641" y="2869123"/>
            <a:ext cx="741628" cy="369332"/>
          </a:xfrm>
          <a:prstGeom prst="rect">
            <a:avLst/>
          </a:prstGeom>
          <a:noFill/>
        </p:spPr>
        <p:txBody>
          <a:bodyPr wrap="square" rtlCol="0">
            <a:spAutoFit/>
          </a:bodyPr>
          <a:lstStyle/>
          <a:p>
            <a:r>
              <a:rPr lang="ja-JP" altLang="en-US"/>
              <a:t>図</a:t>
            </a:r>
            <a:r>
              <a:rPr lang="en-US" altLang="ja-JP"/>
              <a:t>2</a:t>
            </a:r>
          </a:p>
        </p:txBody>
      </p:sp>
      <p:sp>
        <p:nvSpPr>
          <p:cNvPr id="3" name="正方形/長方形 2">
            <a:extLst>
              <a:ext uri="{FF2B5EF4-FFF2-40B4-BE49-F238E27FC236}">
                <a16:creationId xmlns:a16="http://schemas.microsoft.com/office/drawing/2014/main" id="{A449AD4F-1869-A990-8E85-E98ADBCA96FD}"/>
              </a:ext>
            </a:extLst>
          </p:cNvPr>
          <p:cNvSpPr/>
          <p:nvPr/>
        </p:nvSpPr>
        <p:spPr>
          <a:xfrm>
            <a:off x="7481455" y="4417621"/>
            <a:ext cx="469363" cy="36933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 name="直線矢印コネクタ 5">
            <a:extLst>
              <a:ext uri="{FF2B5EF4-FFF2-40B4-BE49-F238E27FC236}">
                <a16:creationId xmlns:a16="http://schemas.microsoft.com/office/drawing/2014/main" id="{7FC07FE0-1A43-CC95-0AFA-96492772CFD4}"/>
              </a:ext>
            </a:extLst>
          </p:cNvPr>
          <p:cNvCxnSpPr/>
          <p:nvPr/>
        </p:nvCxnSpPr>
        <p:spPr>
          <a:xfrm flipV="1">
            <a:off x="7950818" y="4180114"/>
            <a:ext cx="1620694" cy="35626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スライド番号プレースホルダー 4">
            <a:extLst>
              <a:ext uri="{FF2B5EF4-FFF2-40B4-BE49-F238E27FC236}">
                <a16:creationId xmlns:a16="http://schemas.microsoft.com/office/drawing/2014/main" id="{683C393A-7613-8499-C4CA-75D9C21925F7}"/>
              </a:ext>
            </a:extLst>
          </p:cNvPr>
          <p:cNvSpPr>
            <a:spLocks noGrp="1"/>
          </p:cNvSpPr>
          <p:nvPr>
            <p:ph type="sldNum" sz="quarter" idx="12"/>
          </p:nvPr>
        </p:nvSpPr>
        <p:spPr/>
        <p:txBody>
          <a:bodyPr/>
          <a:lstStyle/>
          <a:p>
            <a:pPr>
              <a:defRPr/>
            </a:pPr>
            <a:fld id="{FA9222B9-45DE-4B6D-9428-0A9195C03EC4}" type="slidenum">
              <a:rPr lang="en-US" altLang="ja-JP" smtClean="0"/>
              <a:pPr>
                <a:defRPr/>
              </a:pPr>
              <a:t>2</a:t>
            </a:fld>
            <a:endParaRPr lang="en-US" altLang="ja-JP"/>
          </a:p>
        </p:txBody>
      </p:sp>
      <p:sp>
        <p:nvSpPr>
          <p:cNvPr id="7" name="正方形/長方形 6">
            <a:extLst>
              <a:ext uri="{FF2B5EF4-FFF2-40B4-BE49-F238E27FC236}">
                <a16:creationId xmlns:a16="http://schemas.microsoft.com/office/drawing/2014/main" id="{9C7B068E-9BDD-F8E9-9180-1E49888AB015}"/>
              </a:ext>
            </a:extLst>
          </p:cNvPr>
          <p:cNvSpPr/>
          <p:nvPr/>
        </p:nvSpPr>
        <p:spPr>
          <a:xfrm>
            <a:off x="7653269" y="4114800"/>
            <a:ext cx="663737" cy="242047"/>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rgbClr val="FF0000"/>
                </a:solidFill>
              </a:rPr>
              <a:t>↓最初</a:t>
            </a:r>
          </a:p>
        </p:txBody>
      </p:sp>
    </p:spTree>
    <p:extLst>
      <p:ext uri="{BB962C8B-B14F-4D97-AF65-F5344CB8AC3E}">
        <p14:creationId xmlns:p14="http://schemas.microsoft.com/office/powerpoint/2010/main" val="22436557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D2EFD3-03A0-D1B9-92E3-D7C48F773E50}"/>
              </a:ext>
            </a:extLst>
          </p:cNvPr>
          <p:cNvSpPr>
            <a:spLocks noGrp="1"/>
          </p:cNvSpPr>
          <p:nvPr>
            <p:ph type="title"/>
          </p:nvPr>
        </p:nvSpPr>
        <p:spPr/>
        <p:txBody>
          <a:bodyPr/>
          <a:lstStyle/>
          <a:p>
            <a:r>
              <a:rPr kumimoji="1" lang="en-US" altLang="ja-JP"/>
              <a:t>2.</a:t>
            </a:r>
            <a:r>
              <a:rPr kumimoji="1" lang="ja-JP" altLang="en-US"/>
              <a:t>セットアップレポート出力</a:t>
            </a:r>
          </a:p>
        </p:txBody>
      </p:sp>
      <p:sp>
        <p:nvSpPr>
          <p:cNvPr id="4" name="テキスト ボックス 3">
            <a:extLst>
              <a:ext uri="{FF2B5EF4-FFF2-40B4-BE49-F238E27FC236}">
                <a16:creationId xmlns:a16="http://schemas.microsoft.com/office/drawing/2014/main" id="{0E0B4313-6F15-105A-83E7-F2B35FE81995}"/>
              </a:ext>
            </a:extLst>
          </p:cNvPr>
          <p:cNvSpPr txBox="1"/>
          <p:nvPr/>
        </p:nvSpPr>
        <p:spPr>
          <a:xfrm>
            <a:off x="589084" y="1776046"/>
            <a:ext cx="6013939" cy="2308324"/>
          </a:xfrm>
          <a:prstGeom prst="rect">
            <a:avLst/>
          </a:prstGeom>
          <a:noFill/>
        </p:spPr>
        <p:txBody>
          <a:bodyPr wrap="square" rtlCol="0">
            <a:spAutoFit/>
          </a:bodyPr>
          <a:lstStyle/>
          <a:p>
            <a:r>
              <a:rPr lang="ja-JP" altLang="en-US"/>
              <a:t>①最後の設備作業を終えてから</a:t>
            </a:r>
            <a:r>
              <a:rPr lang="en-US" altLang="ja-JP"/>
              <a:t>10</a:t>
            </a:r>
            <a:r>
              <a:rPr lang="ja-JP" altLang="en-US"/>
              <a:t>分ほど待つ</a:t>
            </a:r>
            <a:r>
              <a:rPr lang="en-US" altLang="ja-JP"/>
              <a:t>｡</a:t>
            </a:r>
          </a:p>
          <a:p>
            <a:r>
              <a:rPr lang="ja-JP" altLang="en-US"/>
              <a:t>    </a:t>
            </a:r>
            <a:r>
              <a:rPr lang="en-US" altLang="ja-JP"/>
              <a:t>(</a:t>
            </a:r>
            <a:r>
              <a:rPr lang="ja-JP" altLang="en-US"/>
              <a:t>反映に時間がかかる場合がある為</a:t>
            </a:r>
            <a:r>
              <a:rPr lang="en-US" altLang="ja-JP"/>
              <a:t>)</a:t>
            </a:r>
          </a:p>
          <a:p>
            <a:r>
              <a:rPr lang="ja-JP" altLang="en-US"/>
              <a:t>②</a:t>
            </a:r>
            <a:r>
              <a:rPr lang="en-US" altLang="ja-JP"/>
              <a:t>Pana-CIM</a:t>
            </a:r>
            <a:r>
              <a:rPr lang="ja-JP" altLang="en-US"/>
              <a:t>のサーバー</a:t>
            </a:r>
            <a:r>
              <a:rPr lang="en-US" altLang="ja-JP"/>
              <a:t>(</a:t>
            </a:r>
            <a:r>
              <a:rPr lang="en-US" altLang="ja-JP">
                <a:hlinkClick r:id="rId2"/>
              </a:rPr>
              <a:t>http://172.25.253.42/eplantview</a:t>
            </a:r>
            <a:r>
              <a:rPr lang="en-US" altLang="ja-JP"/>
              <a:t>)</a:t>
            </a:r>
          </a:p>
          <a:p>
            <a:r>
              <a:rPr lang="ja-JP" altLang="en-US"/>
              <a:t>    からメインメニューを開き</a:t>
            </a:r>
            <a:r>
              <a:rPr lang="en-US" altLang="ja-JP"/>
              <a:t>､</a:t>
            </a:r>
          </a:p>
          <a:p>
            <a:r>
              <a:rPr lang="ja-JP" altLang="en-US"/>
              <a:t>    レポートを開く</a:t>
            </a:r>
            <a:r>
              <a:rPr lang="en-US" altLang="ja-JP"/>
              <a:t>｡</a:t>
            </a:r>
          </a:p>
          <a:p>
            <a:r>
              <a:rPr lang="ja-JP" altLang="en-US"/>
              <a:t>③モジュール</a:t>
            </a:r>
            <a:r>
              <a:rPr lang="en-US" altLang="ja-JP"/>
              <a:t>｢</a:t>
            </a:r>
            <a:r>
              <a:rPr lang="ja-JP" altLang="en-US"/>
              <a:t>材料照合</a:t>
            </a:r>
            <a:r>
              <a:rPr lang="en-US" altLang="ja-JP"/>
              <a:t>｣</a:t>
            </a:r>
            <a:r>
              <a:rPr lang="ja-JP" altLang="en-US"/>
              <a:t>を選択</a:t>
            </a:r>
            <a:endParaRPr lang="en-US" altLang="ja-JP"/>
          </a:p>
          <a:p>
            <a:r>
              <a:rPr lang="ja-JP" altLang="en-US"/>
              <a:t>④値</a:t>
            </a:r>
            <a:r>
              <a:rPr lang="en-US" altLang="ja-JP"/>
              <a:t>｢</a:t>
            </a:r>
            <a:r>
              <a:rPr lang="ja-JP" altLang="en-US"/>
              <a:t>現在のセットアップレポート</a:t>
            </a:r>
            <a:r>
              <a:rPr lang="en-US" altLang="ja-JP"/>
              <a:t>｣</a:t>
            </a:r>
            <a:r>
              <a:rPr lang="ja-JP" altLang="en-US"/>
              <a:t>を選択</a:t>
            </a:r>
            <a:endParaRPr lang="en-US" altLang="ja-JP"/>
          </a:p>
          <a:p>
            <a:endParaRPr lang="en-US" altLang="ja-JP"/>
          </a:p>
        </p:txBody>
      </p:sp>
      <p:pic>
        <p:nvPicPr>
          <p:cNvPr id="5" name="図 4">
            <a:extLst>
              <a:ext uri="{FF2B5EF4-FFF2-40B4-BE49-F238E27FC236}">
                <a16:creationId xmlns:a16="http://schemas.microsoft.com/office/drawing/2014/main" id="{DED8D3B9-EE69-4EFF-5D36-B5CB1E77D848}"/>
              </a:ext>
            </a:extLst>
          </p:cNvPr>
          <p:cNvPicPr>
            <a:picLocks noChangeAspect="1"/>
          </p:cNvPicPr>
          <p:nvPr/>
        </p:nvPicPr>
        <p:blipFill>
          <a:blip r:embed="rId3"/>
          <a:stretch>
            <a:fillRect/>
          </a:stretch>
        </p:blipFill>
        <p:spPr>
          <a:xfrm>
            <a:off x="6832228" y="1506955"/>
            <a:ext cx="5063595" cy="3844090"/>
          </a:xfrm>
          <a:prstGeom prst="rect">
            <a:avLst/>
          </a:prstGeom>
          <a:ln>
            <a:solidFill>
              <a:schemeClr val="tx1"/>
            </a:solidFill>
          </a:ln>
        </p:spPr>
      </p:pic>
      <p:sp>
        <p:nvSpPr>
          <p:cNvPr id="6" name="テキスト ボックス 5">
            <a:extLst>
              <a:ext uri="{FF2B5EF4-FFF2-40B4-BE49-F238E27FC236}">
                <a16:creationId xmlns:a16="http://schemas.microsoft.com/office/drawing/2014/main" id="{78D5D228-53C1-F6AE-087F-7AD473482DC9}"/>
              </a:ext>
            </a:extLst>
          </p:cNvPr>
          <p:cNvSpPr txBox="1"/>
          <p:nvPr/>
        </p:nvSpPr>
        <p:spPr>
          <a:xfrm>
            <a:off x="7148030" y="2582585"/>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①</a:t>
            </a:r>
          </a:p>
        </p:txBody>
      </p:sp>
      <p:sp>
        <p:nvSpPr>
          <p:cNvPr id="7" name="正方形/長方形 6">
            <a:extLst>
              <a:ext uri="{FF2B5EF4-FFF2-40B4-BE49-F238E27FC236}">
                <a16:creationId xmlns:a16="http://schemas.microsoft.com/office/drawing/2014/main" id="{042B42B2-B653-1E7B-397D-69C036441116}"/>
              </a:ext>
            </a:extLst>
          </p:cNvPr>
          <p:cNvSpPr/>
          <p:nvPr/>
        </p:nvSpPr>
        <p:spPr>
          <a:xfrm>
            <a:off x="7155656" y="2993918"/>
            <a:ext cx="1614197" cy="396441"/>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矢印: 右 7">
            <a:extLst>
              <a:ext uri="{FF2B5EF4-FFF2-40B4-BE49-F238E27FC236}">
                <a16:creationId xmlns:a16="http://schemas.microsoft.com/office/drawing/2014/main" id="{6289EED6-A9FA-FCFB-ABCA-5D35C58973FC}"/>
              </a:ext>
            </a:extLst>
          </p:cNvPr>
          <p:cNvSpPr/>
          <p:nvPr/>
        </p:nvSpPr>
        <p:spPr>
          <a:xfrm rot="1164929">
            <a:off x="8959505" y="3370576"/>
            <a:ext cx="923124" cy="222455"/>
          </a:xfrm>
          <a:prstGeom prst="rightArrow">
            <a:avLst/>
          </a:prstGeom>
          <a:solidFill>
            <a:srgbClr val="FF0000"/>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3DA374DB-56F2-2E40-CC63-927105B7E679}"/>
              </a:ext>
            </a:extLst>
          </p:cNvPr>
          <p:cNvSpPr/>
          <p:nvPr/>
        </p:nvSpPr>
        <p:spPr>
          <a:xfrm>
            <a:off x="9887494" y="3541916"/>
            <a:ext cx="658405" cy="609554"/>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75C320B7-9F86-D9B5-0933-4407EA7D471A}"/>
              </a:ext>
            </a:extLst>
          </p:cNvPr>
          <p:cNvSpPr txBox="1"/>
          <p:nvPr/>
        </p:nvSpPr>
        <p:spPr>
          <a:xfrm>
            <a:off x="9867324" y="3105754"/>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②</a:t>
            </a:r>
          </a:p>
        </p:txBody>
      </p:sp>
      <p:pic>
        <p:nvPicPr>
          <p:cNvPr id="12" name="図 11">
            <a:extLst>
              <a:ext uri="{FF2B5EF4-FFF2-40B4-BE49-F238E27FC236}">
                <a16:creationId xmlns:a16="http://schemas.microsoft.com/office/drawing/2014/main" id="{34D00CDC-1F13-A358-C070-4B80C1CE9AD8}"/>
              </a:ext>
            </a:extLst>
          </p:cNvPr>
          <p:cNvPicPr>
            <a:picLocks noChangeAspect="1"/>
          </p:cNvPicPr>
          <p:nvPr/>
        </p:nvPicPr>
        <p:blipFill>
          <a:blip r:embed="rId4"/>
          <a:stretch>
            <a:fillRect/>
          </a:stretch>
        </p:blipFill>
        <p:spPr>
          <a:xfrm>
            <a:off x="2773093" y="4025243"/>
            <a:ext cx="2874667" cy="2644117"/>
          </a:xfrm>
          <a:prstGeom prst="rect">
            <a:avLst/>
          </a:prstGeom>
          <a:ln>
            <a:solidFill>
              <a:schemeClr val="tx1"/>
            </a:solidFill>
          </a:ln>
        </p:spPr>
      </p:pic>
      <p:sp>
        <p:nvSpPr>
          <p:cNvPr id="13" name="正方形/長方形 12">
            <a:extLst>
              <a:ext uri="{FF2B5EF4-FFF2-40B4-BE49-F238E27FC236}">
                <a16:creationId xmlns:a16="http://schemas.microsoft.com/office/drawing/2014/main" id="{C96112BC-8052-5459-4F5E-DCBF72192FA1}"/>
              </a:ext>
            </a:extLst>
          </p:cNvPr>
          <p:cNvSpPr/>
          <p:nvPr/>
        </p:nvSpPr>
        <p:spPr>
          <a:xfrm>
            <a:off x="3135227" y="4505125"/>
            <a:ext cx="1923867" cy="38819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4F59A82D-8B0C-CD2E-0C92-7B70F1593832}"/>
              </a:ext>
            </a:extLst>
          </p:cNvPr>
          <p:cNvSpPr/>
          <p:nvPr/>
        </p:nvSpPr>
        <p:spPr>
          <a:xfrm>
            <a:off x="3135227" y="5552738"/>
            <a:ext cx="1194106" cy="219808"/>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3A2D547F-1179-A4E5-5122-492D14BBC539}"/>
              </a:ext>
            </a:extLst>
          </p:cNvPr>
          <p:cNvSpPr txBox="1"/>
          <p:nvPr/>
        </p:nvSpPr>
        <p:spPr>
          <a:xfrm>
            <a:off x="3092432" y="4120168"/>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③</a:t>
            </a:r>
          </a:p>
        </p:txBody>
      </p:sp>
      <p:sp>
        <p:nvSpPr>
          <p:cNvPr id="16" name="テキスト ボックス 15">
            <a:extLst>
              <a:ext uri="{FF2B5EF4-FFF2-40B4-BE49-F238E27FC236}">
                <a16:creationId xmlns:a16="http://schemas.microsoft.com/office/drawing/2014/main" id="{7CF8D4CF-4A79-A25F-17FB-1B20454A9CB3}"/>
              </a:ext>
            </a:extLst>
          </p:cNvPr>
          <p:cNvSpPr txBox="1"/>
          <p:nvPr/>
        </p:nvSpPr>
        <p:spPr>
          <a:xfrm>
            <a:off x="3050346" y="5168889"/>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④</a:t>
            </a:r>
          </a:p>
        </p:txBody>
      </p:sp>
      <p:sp>
        <p:nvSpPr>
          <p:cNvPr id="3" name="スライド番号プレースホルダー 2">
            <a:extLst>
              <a:ext uri="{FF2B5EF4-FFF2-40B4-BE49-F238E27FC236}">
                <a16:creationId xmlns:a16="http://schemas.microsoft.com/office/drawing/2014/main" id="{67E72F1E-C982-3E1A-CAA8-E2181632B013}"/>
              </a:ext>
            </a:extLst>
          </p:cNvPr>
          <p:cNvSpPr>
            <a:spLocks noGrp="1"/>
          </p:cNvSpPr>
          <p:nvPr>
            <p:ph type="sldNum" sz="quarter" idx="12"/>
          </p:nvPr>
        </p:nvSpPr>
        <p:spPr/>
        <p:txBody>
          <a:bodyPr/>
          <a:lstStyle/>
          <a:p>
            <a:pPr>
              <a:defRPr/>
            </a:pPr>
            <a:fld id="{FA9222B9-45DE-4B6D-9428-0A9195C03EC4}" type="slidenum">
              <a:rPr lang="en-US" altLang="ja-JP" smtClean="0"/>
              <a:pPr>
                <a:defRPr/>
              </a:pPr>
              <a:t>3</a:t>
            </a:fld>
            <a:endParaRPr lang="en-US" altLang="ja-JP"/>
          </a:p>
        </p:txBody>
      </p:sp>
    </p:spTree>
    <p:extLst>
      <p:ext uri="{BB962C8B-B14F-4D97-AF65-F5344CB8AC3E}">
        <p14:creationId xmlns:p14="http://schemas.microsoft.com/office/powerpoint/2010/main" val="1813991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図 29">
            <a:extLst>
              <a:ext uri="{FF2B5EF4-FFF2-40B4-BE49-F238E27FC236}">
                <a16:creationId xmlns:a16="http://schemas.microsoft.com/office/drawing/2014/main" id="{96AAC953-8B52-0F3B-85B6-FF6778D247D8}"/>
              </a:ext>
            </a:extLst>
          </p:cNvPr>
          <p:cNvPicPr>
            <a:picLocks noChangeAspect="1"/>
          </p:cNvPicPr>
          <p:nvPr/>
        </p:nvPicPr>
        <p:blipFill>
          <a:blip r:embed="rId2"/>
          <a:stretch>
            <a:fillRect/>
          </a:stretch>
        </p:blipFill>
        <p:spPr>
          <a:xfrm>
            <a:off x="3535440" y="1269728"/>
            <a:ext cx="2174680" cy="4705004"/>
          </a:xfrm>
          <a:prstGeom prst="rect">
            <a:avLst/>
          </a:prstGeom>
          <a:ln>
            <a:solidFill>
              <a:schemeClr val="tx1"/>
            </a:solidFill>
          </a:ln>
        </p:spPr>
      </p:pic>
      <p:sp>
        <p:nvSpPr>
          <p:cNvPr id="2" name="タイトル 1">
            <a:extLst>
              <a:ext uri="{FF2B5EF4-FFF2-40B4-BE49-F238E27FC236}">
                <a16:creationId xmlns:a16="http://schemas.microsoft.com/office/drawing/2014/main" id="{BDD2EFD3-03A0-D1B9-92E3-D7C48F773E50}"/>
              </a:ext>
            </a:extLst>
          </p:cNvPr>
          <p:cNvSpPr>
            <a:spLocks noGrp="1"/>
          </p:cNvSpPr>
          <p:nvPr>
            <p:ph type="title"/>
          </p:nvPr>
        </p:nvSpPr>
        <p:spPr/>
        <p:txBody>
          <a:bodyPr/>
          <a:lstStyle/>
          <a:p>
            <a:r>
              <a:rPr kumimoji="1" lang="en-US" altLang="ja-JP"/>
              <a:t>2.</a:t>
            </a:r>
            <a:r>
              <a:rPr kumimoji="1" lang="ja-JP" altLang="en-US"/>
              <a:t>セットアップレポート出力</a:t>
            </a:r>
          </a:p>
        </p:txBody>
      </p:sp>
      <p:sp>
        <p:nvSpPr>
          <p:cNvPr id="4" name="テキスト ボックス 3">
            <a:extLst>
              <a:ext uri="{FF2B5EF4-FFF2-40B4-BE49-F238E27FC236}">
                <a16:creationId xmlns:a16="http://schemas.microsoft.com/office/drawing/2014/main" id="{0E0B4313-6F15-105A-83E7-F2B35FE81995}"/>
              </a:ext>
            </a:extLst>
          </p:cNvPr>
          <p:cNvSpPr txBox="1"/>
          <p:nvPr/>
        </p:nvSpPr>
        <p:spPr>
          <a:xfrm>
            <a:off x="589085" y="1776046"/>
            <a:ext cx="2848114" cy="2585323"/>
          </a:xfrm>
          <a:prstGeom prst="rect">
            <a:avLst/>
          </a:prstGeom>
          <a:noFill/>
        </p:spPr>
        <p:txBody>
          <a:bodyPr wrap="square" rtlCol="0">
            <a:spAutoFit/>
          </a:bodyPr>
          <a:lstStyle/>
          <a:p>
            <a:r>
              <a:rPr lang="ja-JP" altLang="en-US"/>
              <a:t>①設備選択を開く</a:t>
            </a:r>
            <a:endParaRPr lang="en-US" altLang="ja-JP"/>
          </a:p>
          <a:p>
            <a:r>
              <a:rPr lang="ja-JP" altLang="en-US"/>
              <a:t>②対象のラインを選択</a:t>
            </a:r>
            <a:endParaRPr lang="en-US" altLang="ja-JP"/>
          </a:p>
          <a:p>
            <a:r>
              <a:rPr lang="ja-JP" altLang="en-US"/>
              <a:t>③全設備を選択</a:t>
            </a:r>
            <a:endParaRPr lang="en-US" altLang="ja-JP"/>
          </a:p>
          <a:p>
            <a:r>
              <a:rPr lang="ja-JP" altLang="en-US"/>
              <a:t>④</a:t>
            </a:r>
            <a:r>
              <a:rPr lang="en-US" altLang="ja-JP"/>
              <a:t>OK</a:t>
            </a:r>
            <a:r>
              <a:rPr lang="ja-JP" altLang="en-US"/>
              <a:t>押す</a:t>
            </a:r>
            <a:endParaRPr lang="en-US" altLang="ja-JP"/>
          </a:p>
          <a:p>
            <a:r>
              <a:rPr lang="ja-JP" altLang="en-US"/>
              <a:t>⑤適用押す</a:t>
            </a:r>
            <a:endParaRPr lang="en-US" altLang="ja-JP"/>
          </a:p>
          <a:p>
            <a:pPr marL="342900" indent="-342900">
              <a:buAutoNum type="circleNumDbPlain" startAt="6"/>
            </a:pPr>
            <a:r>
              <a:rPr lang="ja-JP" altLang="en-US"/>
              <a:t>押してファイルを保存</a:t>
            </a:r>
            <a:endParaRPr lang="en-US" altLang="ja-JP"/>
          </a:p>
          <a:p>
            <a:r>
              <a:rPr lang="ja-JP" altLang="en-US"/>
              <a:t>⑦セットアップレポート計算マクロの</a:t>
            </a:r>
            <a:r>
              <a:rPr lang="en-US" altLang="ja-JP"/>
              <a:t>｢</a:t>
            </a:r>
            <a:r>
              <a:rPr kumimoji="1" lang="ja-JP" altLang="en-US" sz="1800"/>
              <a:t>セットアップレポート</a:t>
            </a:r>
            <a:r>
              <a:rPr lang="en-US" altLang="ja-JP"/>
              <a:t>｣</a:t>
            </a:r>
            <a:r>
              <a:rPr lang="ja-JP" altLang="en-US"/>
              <a:t>で読み込ませる</a:t>
            </a:r>
            <a:endParaRPr lang="en-US" altLang="ja-JP"/>
          </a:p>
        </p:txBody>
      </p:sp>
      <p:pic>
        <p:nvPicPr>
          <p:cNvPr id="11" name="図 10">
            <a:extLst>
              <a:ext uri="{FF2B5EF4-FFF2-40B4-BE49-F238E27FC236}">
                <a16:creationId xmlns:a16="http://schemas.microsoft.com/office/drawing/2014/main" id="{292FB28D-B2AE-044C-1A8D-F6BF614A18FC}"/>
              </a:ext>
            </a:extLst>
          </p:cNvPr>
          <p:cNvPicPr>
            <a:picLocks noChangeAspect="1"/>
          </p:cNvPicPr>
          <p:nvPr/>
        </p:nvPicPr>
        <p:blipFill>
          <a:blip r:embed="rId3"/>
          <a:stretch>
            <a:fillRect/>
          </a:stretch>
        </p:blipFill>
        <p:spPr>
          <a:xfrm>
            <a:off x="5743895" y="1540097"/>
            <a:ext cx="5955694" cy="2333633"/>
          </a:xfrm>
          <a:prstGeom prst="rect">
            <a:avLst/>
          </a:prstGeom>
          <a:ln>
            <a:solidFill>
              <a:schemeClr val="tx1"/>
            </a:solidFill>
          </a:ln>
        </p:spPr>
      </p:pic>
      <p:sp>
        <p:nvSpPr>
          <p:cNvPr id="20" name="テキスト ボックス 19">
            <a:extLst>
              <a:ext uri="{FF2B5EF4-FFF2-40B4-BE49-F238E27FC236}">
                <a16:creationId xmlns:a16="http://schemas.microsoft.com/office/drawing/2014/main" id="{1E7066DD-6DCE-4339-EE8F-D2FC4000321D}"/>
              </a:ext>
            </a:extLst>
          </p:cNvPr>
          <p:cNvSpPr txBox="1"/>
          <p:nvPr/>
        </p:nvSpPr>
        <p:spPr>
          <a:xfrm>
            <a:off x="4096750" y="3656617"/>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①</a:t>
            </a:r>
          </a:p>
        </p:txBody>
      </p:sp>
      <p:sp>
        <p:nvSpPr>
          <p:cNvPr id="21" name="正方形/長方形 20">
            <a:extLst>
              <a:ext uri="{FF2B5EF4-FFF2-40B4-BE49-F238E27FC236}">
                <a16:creationId xmlns:a16="http://schemas.microsoft.com/office/drawing/2014/main" id="{286832EC-7E8A-889F-60E3-7EF4282431FD}"/>
              </a:ext>
            </a:extLst>
          </p:cNvPr>
          <p:cNvSpPr/>
          <p:nvPr/>
        </p:nvSpPr>
        <p:spPr>
          <a:xfrm>
            <a:off x="4104377" y="4067951"/>
            <a:ext cx="974192" cy="239258"/>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ABF15016-F678-27EE-DB9D-F8867A391BD5}"/>
              </a:ext>
            </a:extLst>
          </p:cNvPr>
          <p:cNvSpPr txBox="1"/>
          <p:nvPr/>
        </p:nvSpPr>
        <p:spPr>
          <a:xfrm>
            <a:off x="6439083" y="1540097"/>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②</a:t>
            </a:r>
          </a:p>
        </p:txBody>
      </p:sp>
      <p:sp>
        <p:nvSpPr>
          <p:cNvPr id="23" name="正方形/長方形 22">
            <a:extLst>
              <a:ext uri="{FF2B5EF4-FFF2-40B4-BE49-F238E27FC236}">
                <a16:creationId xmlns:a16="http://schemas.microsoft.com/office/drawing/2014/main" id="{5E9B40D7-AA5D-F8F4-BE9F-EE1D58C5381C}"/>
              </a:ext>
            </a:extLst>
          </p:cNvPr>
          <p:cNvSpPr/>
          <p:nvPr/>
        </p:nvSpPr>
        <p:spPr>
          <a:xfrm>
            <a:off x="5951987" y="1973842"/>
            <a:ext cx="952609" cy="852485"/>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DCDC804A-2916-3F87-85AE-B0373EED9D2B}"/>
              </a:ext>
            </a:extLst>
          </p:cNvPr>
          <p:cNvSpPr/>
          <p:nvPr/>
        </p:nvSpPr>
        <p:spPr>
          <a:xfrm>
            <a:off x="7447986" y="1935421"/>
            <a:ext cx="360843" cy="250827"/>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66AF864E-EEB9-2B62-162A-13AC74A916A5}"/>
              </a:ext>
            </a:extLst>
          </p:cNvPr>
          <p:cNvSpPr txBox="1"/>
          <p:nvPr/>
        </p:nvSpPr>
        <p:spPr>
          <a:xfrm>
            <a:off x="7499438" y="1522826"/>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③</a:t>
            </a:r>
          </a:p>
        </p:txBody>
      </p:sp>
      <p:sp>
        <p:nvSpPr>
          <p:cNvPr id="26" name="テキスト ボックス 25">
            <a:extLst>
              <a:ext uri="{FF2B5EF4-FFF2-40B4-BE49-F238E27FC236}">
                <a16:creationId xmlns:a16="http://schemas.microsoft.com/office/drawing/2014/main" id="{E70D772C-882B-7363-FFF1-AB948A89D939}"/>
              </a:ext>
            </a:extLst>
          </p:cNvPr>
          <p:cNvSpPr txBox="1"/>
          <p:nvPr/>
        </p:nvSpPr>
        <p:spPr>
          <a:xfrm>
            <a:off x="8657060" y="3046826"/>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④</a:t>
            </a:r>
          </a:p>
        </p:txBody>
      </p:sp>
      <p:sp>
        <p:nvSpPr>
          <p:cNvPr id="27" name="正方形/長方形 26">
            <a:extLst>
              <a:ext uri="{FF2B5EF4-FFF2-40B4-BE49-F238E27FC236}">
                <a16:creationId xmlns:a16="http://schemas.microsoft.com/office/drawing/2014/main" id="{5EBE4822-DD6B-4441-BCFD-F2CEDE2CF6B7}"/>
              </a:ext>
            </a:extLst>
          </p:cNvPr>
          <p:cNvSpPr/>
          <p:nvPr/>
        </p:nvSpPr>
        <p:spPr>
          <a:xfrm>
            <a:off x="8402720" y="3525315"/>
            <a:ext cx="254340" cy="25039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4" name="図 33">
            <a:extLst>
              <a:ext uri="{FF2B5EF4-FFF2-40B4-BE49-F238E27FC236}">
                <a16:creationId xmlns:a16="http://schemas.microsoft.com/office/drawing/2014/main" id="{948E2718-3F00-F3B2-7D4E-2BB3098C10DA}"/>
              </a:ext>
            </a:extLst>
          </p:cNvPr>
          <p:cNvPicPr>
            <a:picLocks noChangeAspect="1"/>
          </p:cNvPicPr>
          <p:nvPr/>
        </p:nvPicPr>
        <p:blipFill>
          <a:blip r:embed="rId4"/>
          <a:stretch>
            <a:fillRect/>
          </a:stretch>
        </p:blipFill>
        <p:spPr>
          <a:xfrm>
            <a:off x="6373736" y="4378274"/>
            <a:ext cx="5457107" cy="2261063"/>
          </a:xfrm>
          <a:prstGeom prst="rect">
            <a:avLst/>
          </a:prstGeom>
          <a:ln>
            <a:solidFill>
              <a:schemeClr val="tx1"/>
            </a:solidFill>
          </a:ln>
        </p:spPr>
      </p:pic>
      <p:sp>
        <p:nvSpPr>
          <p:cNvPr id="35" name="テキスト ボックス 34">
            <a:extLst>
              <a:ext uri="{FF2B5EF4-FFF2-40B4-BE49-F238E27FC236}">
                <a16:creationId xmlns:a16="http://schemas.microsoft.com/office/drawing/2014/main" id="{3CE99728-488A-2DFD-706D-DC1151383EEE}"/>
              </a:ext>
            </a:extLst>
          </p:cNvPr>
          <p:cNvSpPr txBox="1"/>
          <p:nvPr/>
        </p:nvSpPr>
        <p:spPr>
          <a:xfrm>
            <a:off x="3909155" y="5129442"/>
            <a:ext cx="465513" cy="369332"/>
          </a:xfrm>
          <a:prstGeom prst="rect">
            <a:avLst/>
          </a:prstGeom>
          <a:solidFill>
            <a:schemeClr val="bg1"/>
          </a:solidFill>
          <a:ln>
            <a:solidFill>
              <a:schemeClr val="tx1"/>
            </a:solidFill>
          </a:ln>
        </p:spPr>
        <p:txBody>
          <a:bodyPr wrap="square" rtlCol="0">
            <a:spAutoFit/>
          </a:bodyPr>
          <a:lstStyle/>
          <a:p>
            <a:pPr algn="ctr"/>
            <a:r>
              <a:rPr lang="ja-JP" altLang="en-US" b="1">
                <a:solidFill>
                  <a:srgbClr val="FF0000"/>
                </a:solidFill>
              </a:rPr>
              <a:t>⑤</a:t>
            </a:r>
            <a:endParaRPr kumimoji="1" lang="ja-JP" altLang="en-US" b="1">
              <a:solidFill>
                <a:srgbClr val="FF0000"/>
              </a:solidFill>
            </a:endParaRPr>
          </a:p>
        </p:txBody>
      </p:sp>
      <p:sp>
        <p:nvSpPr>
          <p:cNvPr id="36" name="正方形/長方形 35">
            <a:extLst>
              <a:ext uri="{FF2B5EF4-FFF2-40B4-BE49-F238E27FC236}">
                <a16:creationId xmlns:a16="http://schemas.microsoft.com/office/drawing/2014/main" id="{3EC0E3F6-59F5-5549-FCDB-13900E61FA48}"/>
              </a:ext>
            </a:extLst>
          </p:cNvPr>
          <p:cNvSpPr/>
          <p:nvPr/>
        </p:nvSpPr>
        <p:spPr>
          <a:xfrm>
            <a:off x="3916782" y="5540776"/>
            <a:ext cx="629682" cy="239258"/>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テキスト ボックス 30">
            <a:extLst>
              <a:ext uri="{FF2B5EF4-FFF2-40B4-BE49-F238E27FC236}">
                <a16:creationId xmlns:a16="http://schemas.microsoft.com/office/drawing/2014/main" id="{6BB9BE1F-6F1E-76D1-7EE7-E9A299A06C05}"/>
              </a:ext>
            </a:extLst>
          </p:cNvPr>
          <p:cNvSpPr txBox="1"/>
          <p:nvPr/>
        </p:nvSpPr>
        <p:spPr>
          <a:xfrm>
            <a:off x="11395141" y="4160931"/>
            <a:ext cx="465513" cy="369332"/>
          </a:xfrm>
          <a:prstGeom prst="rect">
            <a:avLst/>
          </a:prstGeom>
          <a:solidFill>
            <a:schemeClr val="bg1"/>
          </a:solidFill>
          <a:ln>
            <a:solidFill>
              <a:schemeClr val="tx1"/>
            </a:solidFill>
          </a:ln>
        </p:spPr>
        <p:txBody>
          <a:bodyPr wrap="square" rtlCol="0">
            <a:spAutoFit/>
          </a:bodyPr>
          <a:lstStyle/>
          <a:p>
            <a:pPr algn="ctr"/>
            <a:r>
              <a:rPr lang="ja-JP" altLang="en-US" b="1">
                <a:solidFill>
                  <a:srgbClr val="FF0000"/>
                </a:solidFill>
              </a:rPr>
              <a:t>⑥</a:t>
            </a:r>
            <a:endParaRPr kumimoji="1" lang="ja-JP" altLang="en-US" b="1">
              <a:solidFill>
                <a:srgbClr val="FF0000"/>
              </a:solidFill>
            </a:endParaRPr>
          </a:p>
        </p:txBody>
      </p:sp>
      <p:sp>
        <p:nvSpPr>
          <p:cNvPr id="32" name="正方形/長方形 31">
            <a:extLst>
              <a:ext uri="{FF2B5EF4-FFF2-40B4-BE49-F238E27FC236}">
                <a16:creationId xmlns:a16="http://schemas.microsoft.com/office/drawing/2014/main" id="{D500B9D9-064C-81C1-B104-CF63D48A7C32}"/>
              </a:ext>
            </a:extLst>
          </p:cNvPr>
          <p:cNvSpPr/>
          <p:nvPr/>
        </p:nvSpPr>
        <p:spPr>
          <a:xfrm>
            <a:off x="11402768" y="4572265"/>
            <a:ext cx="228566" cy="239258"/>
          </a:xfrm>
          <a:prstGeom prst="rect">
            <a:avLst/>
          </a:prstGeom>
          <a:noFill/>
          <a:ln w="571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8" name="図 37">
            <a:extLst>
              <a:ext uri="{FF2B5EF4-FFF2-40B4-BE49-F238E27FC236}">
                <a16:creationId xmlns:a16="http://schemas.microsoft.com/office/drawing/2014/main" id="{0CD9E285-4D2D-0EEC-C11C-9E935DE8509B}"/>
              </a:ext>
            </a:extLst>
          </p:cNvPr>
          <p:cNvPicPr>
            <a:picLocks noChangeAspect="1"/>
          </p:cNvPicPr>
          <p:nvPr/>
        </p:nvPicPr>
        <p:blipFill>
          <a:blip r:embed="rId5"/>
          <a:stretch>
            <a:fillRect/>
          </a:stretch>
        </p:blipFill>
        <p:spPr>
          <a:xfrm>
            <a:off x="951644" y="3204524"/>
            <a:ext cx="266737" cy="228632"/>
          </a:xfrm>
          <a:prstGeom prst="rect">
            <a:avLst/>
          </a:prstGeom>
        </p:spPr>
      </p:pic>
      <p:sp>
        <p:nvSpPr>
          <p:cNvPr id="39" name="矢印: 右 38">
            <a:extLst>
              <a:ext uri="{FF2B5EF4-FFF2-40B4-BE49-F238E27FC236}">
                <a16:creationId xmlns:a16="http://schemas.microsoft.com/office/drawing/2014/main" id="{EC2BD6C5-9B02-8D05-F98E-44B5DD453130}"/>
              </a:ext>
            </a:extLst>
          </p:cNvPr>
          <p:cNvSpPr/>
          <p:nvPr/>
        </p:nvSpPr>
        <p:spPr>
          <a:xfrm rot="19146063">
            <a:off x="4979030" y="3331883"/>
            <a:ext cx="1178551" cy="222455"/>
          </a:xfrm>
          <a:prstGeom prst="rightArrow">
            <a:avLst/>
          </a:prstGeom>
          <a:solidFill>
            <a:srgbClr val="FF0000"/>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40" name="矢印: 右 39">
            <a:extLst>
              <a:ext uri="{FF2B5EF4-FFF2-40B4-BE49-F238E27FC236}">
                <a16:creationId xmlns:a16="http://schemas.microsoft.com/office/drawing/2014/main" id="{6E9E9842-1678-61C6-B7D6-5458C0C198D6}"/>
              </a:ext>
            </a:extLst>
          </p:cNvPr>
          <p:cNvSpPr/>
          <p:nvPr/>
        </p:nvSpPr>
        <p:spPr>
          <a:xfrm>
            <a:off x="6938371" y="2010247"/>
            <a:ext cx="465514" cy="222455"/>
          </a:xfrm>
          <a:prstGeom prst="rightArrow">
            <a:avLst/>
          </a:prstGeom>
          <a:solidFill>
            <a:srgbClr val="FF0000"/>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41" name="矢印: 右 40">
            <a:extLst>
              <a:ext uri="{FF2B5EF4-FFF2-40B4-BE49-F238E27FC236}">
                <a16:creationId xmlns:a16="http://schemas.microsoft.com/office/drawing/2014/main" id="{771238F2-1CB5-F159-843B-9B1BAC28EE8B}"/>
              </a:ext>
            </a:extLst>
          </p:cNvPr>
          <p:cNvSpPr/>
          <p:nvPr/>
        </p:nvSpPr>
        <p:spPr>
          <a:xfrm rot="3482231">
            <a:off x="7436605" y="2731959"/>
            <a:ext cx="1386396" cy="222455"/>
          </a:xfrm>
          <a:prstGeom prst="rightArrow">
            <a:avLst/>
          </a:prstGeom>
          <a:solidFill>
            <a:srgbClr val="FF0000"/>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42" name="矢印: 右 41">
            <a:extLst>
              <a:ext uri="{FF2B5EF4-FFF2-40B4-BE49-F238E27FC236}">
                <a16:creationId xmlns:a16="http://schemas.microsoft.com/office/drawing/2014/main" id="{F0D18E3E-7148-69F8-9C7B-D01CDE25F184}"/>
              </a:ext>
            </a:extLst>
          </p:cNvPr>
          <p:cNvSpPr/>
          <p:nvPr/>
        </p:nvSpPr>
        <p:spPr>
          <a:xfrm rot="9258905">
            <a:off x="4388897" y="4477541"/>
            <a:ext cx="4134421" cy="222455"/>
          </a:xfrm>
          <a:prstGeom prst="rightArrow">
            <a:avLst/>
          </a:prstGeom>
          <a:solidFill>
            <a:srgbClr val="FF0000"/>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43" name="矢印: 右 42">
            <a:extLst>
              <a:ext uri="{FF2B5EF4-FFF2-40B4-BE49-F238E27FC236}">
                <a16:creationId xmlns:a16="http://schemas.microsoft.com/office/drawing/2014/main" id="{2C5C862A-1C99-7967-18F9-2A636F0ED711}"/>
              </a:ext>
            </a:extLst>
          </p:cNvPr>
          <p:cNvSpPr/>
          <p:nvPr/>
        </p:nvSpPr>
        <p:spPr>
          <a:xfrm rot="21072027">
            <a:off x="4748309" y="5151465"/>
            <a:ext cx="6570281" cy="222455"/>
          </a:xfrm>
          <a:prstGeom prst="rightArrow">
            <a:avLst/>
          </a:prstGeom>
          <a:solidFill>
            <a:srgbClr val="FF0000"/>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3" name="スライド番号プレースホルダー 2">
            <a:extLst>
              <a:ext uri="{FF2B5EF4-FFF2-40B4-BE49-F238E27FC236}">
                <a16:creationId xmlns:a16="http://schemas.microsoft.com/office/drawing/2014/main" id="{4E994E22-FF6D-A01A-8154-EB53F26EA892}"/>
              </a:ext>
            </a:extLst>
          </p:cNvPr>
          <p:cNvSpPr>
            <a:spLocks noGrp="1"/>
          </p:cNvSpPr>
          <p:nvPr>
            <p:ph type="sldNum" sz="quarter" idx="12"/>
          </p:nvPr>
        </p:nvSpPr>
        <p:spPr/>
        <p:txBody>
          <a:bodyPr/>
          <a:lstStyle/>
          <a:p>
            <a:pPr>
              <a:defRPr/>
            </a:pPr>
            <a:fld id="{FA9222B9-45DE-4B6D-9428-0A9195C03EC4}" type="slidenum">
              <a:rPr lang="en-US" altLang="ja-JP" smtClean="0"/>
              <a:pPr>
                <a:defRPr/>
              </a:pPr>
              <a:t>4</a:t>
            </a:fld>
            <a:endParaRPr lang="en-US" altLang="ja-JP"/>
          </a:p>
        </p:txBody>
      </p:sp>
    </p:spTree>
    <p:extLst>
      <p:ext uri="{BB962C8B-B14F-4D97-AF65-F5344CB8AC3E}">
        <p14:creationId xmlns:p14="http://schemas.microsoft.com/office/powerpoint/2010/main" val="33691118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7EAB5-60E8-8D5E-2B27-D62B918BB12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33D0181-54E3-32D5-0C64-FC8A0FD37800}"/>
              </a:ext>
            </a:extLst>
          </p:cNvPr>
          <p:cNvSpPr>
            <a:spLocks noGrp="1"/>
          </p:cNvSpPr>
          <p:nvPr>
            <p:ph type="title"/>
          </p:nvPr>
        </p:nvSpPr>
        <p:spPr>
          <a:xfrm>
            <a:off x="334520" y="188640"/>
            <a:ext cx="10550873" cy="1081088"/>
          </a:xfrm>
        </p:spPr>
        <p:txBody>
          <a:bodyPr/>
          <a:lstStyle/>
          <a:p>
            <a:r>
              <a:rPr kumimoji="1" lang="en-US" altLang="ja-JP"/>
              <a:t>3.EG-Pro</a:t>
            </a:r>
            <a:r>
              <a:rPr kumimoji="1" lang="ja-JP" altLang="en-US"/>
              <a:t>在庫情報出力</a:t>
            </a:r>
            <a:r>
              <a:rPr kumimoji="1" lang="en-US" altLang="ja-JP"/>
              <a:t>(</a:t>
            </a:r>
            <a:r>
              <a:rPr kumimoji="1" lang="ja-JP" altLang="en-US"/>
              <a:t>方法</a:t>
            </a:r>
            <a:r>
              <a:rPr kumimoji="1" lang="en-US" altLang="ja-JP"/>
              <a:t>1)※</a:t>
            </a:r>
            <a:r>
              <a:rPr kumimoji="1" lang="ja-JP" altLang="en-US"/>
              <a:t>おすすめ</a:t>
            </a:r>
          </a:p>
        </p:txBody>
      </p:sp>
      <p:sp>
        <p:nvSpPr>
          <p:cNvPr id="4" name="テキスト ボックス 3">
            <a:extLst>
              <a:ext uri="{FF2B5EF4-FFF2-40B4-BE49-F238E27FC236}">
                <a16:creationId xmlns:a16="http://schemas.microsoft.com/office/drawing/2014/main" id="{34B0F141-F647-275F-B895-18E43D498242}"/>
              </a:ext>
            </a:extLst>
          </p:cNvPr>
          <p:cNvSpPr txBox="1"/>
          <p:nvPr/>
        </p:nvSpPr>
        <p:spPr>
          <a:xfrm>
            <a:off x="589085" y="1776046"/>
            <a:ext cx="10202180" cy="2031325"/>
          </a:xfrm>
          <a:prstGeom prst="rect">
            <a:avLst/>
          </a:prstGeom>
          <a:noFill/>
        </p:spPr>
        <p:txBody>
          <a:bodyPr wrap="square" rtlCol="0">
            <a:spAutoFit/>
          </a:bodyPr>
          <a:lstStyle/>
          <a:p>
            <a:r>
              <a:rPr lang="en-US" altLang="ja-JP" b="1" dirty="0">
                <a:solidFill>
                  <a:srgbClr val="0000FF"/>
                </a:solidFill>
              </a:rPr>
              <a:t>※</a:t>
            </a:r>
            <a:r>
              <a:rPr lang="ja-JP" altLang="en-US" b="1" dirty="0">
                <a:solidFill>
                  <a:srgbClr val="0000FF"/>
                </a:solidFill>
              </a:rPr>
              <a:t>方法</a:t>
            </a:r>
            <a:r>
              <a:rPr lang="en-US" altLang="ja-JP" b="1" dirty="0">
                <a:solidFill>
                  <a:srgbClr val="0000FF"/>
                </a:solidFill>
              </a:rPr>
              <a:t>1</a:t>
            </a:r>
            <a:r>
              <a:rPr lang="ja-JP" altLang="en-US" b="1" dirty="0">
                <a:solidFill>
                  <a:srgbClr val="0000FF"/>
                </a:solidFill>
              </a:rPr>
              <a:t>は、事務</a:t>
            </a:r>
            <a:r>
              <a:rPr lang="en-US" altLang="ja-JP" b="1" dirty="0">
                <a:solidFill>
                  <a:srgbClr val="0000FF"/>
                </a:solidFill>
              </a:rPr>
              <a:t>PC</a:t>
            </a:r>
            <a:r>
              <a:rPr lang="ja-JP" altLang="en-US" b="1" dirty="0">
                <a:solidFill>
                  <a:srgbClr val="0000FF"/>
                </a:solidFill>
              </a:rPr>
              <a:t>で作業可能</a:t>
            </a:r>
            <a:br>
              <a:rPr lang="en-US" altLang="ja-JP" dirty="0"/>
            </a:br>
            <a:r>
              <a:rPr lang="ja-JP" altLang="en-US" dirty="0"/>
              <a:t>①</a:t>
            </a:r>
            <a:br>
              <a:rPr lang="en-US" altLang="ja-JP" dirty="0"/>
            </a:br>
            <a:r>
              <a:rPr lang="en-US" altLang="ja-JP" dirty="0">
                <a:hlinkClick r:id="rId2"/>
              </a:rPr>
              <a:t>http://nksv1359.ad.nkc.co.jp/cgi/qcd_DB/qcd_DB_Release/html/Get_EG_Tanaoroshi.cgi</a:t>
            </a:r>
            <a:endParaRPr lang="en-US" altLang="ja-JP" dirty="0"/>
          </a:p>
          <a:p>
            <a:r>
              <a:rPr lang="ja-JP" altLang="en-US" dirty="0"/>
              <a:t>へアクセス</a:t>
            </a:r>
            <a:br>
              <a:rPr lang="en-US" altLang="ja-JP" dirty="0"/>
            </a:br>
            <a:r>
              <a:rPr lang="ja-JP" altLang="en-US" dirty="0"/>
              <a:t>②ダウンロード</a:t>
            </a:r>
            <a:endParaRPr lang="en-US" altLang="ja-JP" dirty="0"/>
          </a:p>
          <a:p>
            <a:r>
              <a:rPr lang="ja-JP" altLang="en-US" dirty="0"/>
              <a:t>③セットアップレポート計算マクロの</a:t>
            </a:r>
            <a:r>
              <a:rPr lang="en-US" altLang="ja-JP" dirty="0"/>
              <a:t>｢EG-Pro</a:t>
            </a:r>
            <a:r>
              <a:rPr lang="ja-JP" altLang="en-US" dirty="0"/>
              <a:t>在庫情報入力</a:t>
            </a:r>
            <a:r>
              <a:rPr lang="en-US" altLang="ja-JP" dirty="0"/>
              <a:t>｣</a:t>
            </a:r>
            <a:r>
              <a:rPr lang="ja-JP" altLang="en-US" dirty="0"/>
              <a:t>に読み込ませる</a:t>
            </a:r>
            <a:endParaRPr lang="en-US" altLang="ja-JP" dirty="0"/>
          </a:p>
          <a:p>
            <a:endParaRPr lang="en-US" altLang="ja-JP" dirty="0"/>
          </a:p>
        </p:txBody>
      </p:sp>
      <p:sp>
        <p:nvSpPr>
          <p:cNvPr id="3" name="スライド番号プレースホルダー 2">
            <a:extLst>
              <a:ext uri="{FF2B5EF4-FFF2-40B4-BE49-F238E27FC236}">
                <a16:creationId xmlns:a16="http://schemas.microsoft.com/office/drawing/2014/main" id="{C36EDA9B-0954-6F82-734A-62A700B35974}"/>
              </a:ext>
            </a:extLst>
          </p:cNvPr>
          <p:cNvSpPr>
            <a:spLocks noGrp="1"/>
          </p:cNvSpPr>
          <p:nvPr>
            <p:ph type="sldNum" sz="quarter" idx="12"/>
          </p:nvPr>
        </p:nvSpPr>
        <p:spPr/>
        <p:txBody>
          <a:bodyPr/>
          <a:lstStyle/>
          <a:p>
            <a:pPr>
              <a:defRPr/>
            </a:pPr>
            <a:fld id="{FA9222B9-45DE-4B6D-9428-0A9195C03EC4}" type="slidenum">
              <a:rPr lang="en-US" altLang="ja-JP" smtClean="0"/>
              <a:pPr>
                <a:defRPr/>
              </a:pPr>
              <a:t>5</a:t>
            </a:fld>
            <a:endParaRPr lang="en-US" altLang="ja-JP"/>
          </a:p>
        </p:txBody>
      </p:sp>
    </p:spTree>
    <p:extLst>
      <p:ext uri="{BB962C8B-B14F-4D97-AF65-F5344CB8AC3E}">
        <p14:creationId xmlns:p14="http://schemas.microsoft.com/office/powerpoint/2010/main" val="20925357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53B30-7FF6-A3D8-91D9-1B0AF6A9734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A0241E6-3222-8567-646A-D936E4DF5317}"/>
              </a:ext>
            </a:extLst>
          </p:cNvPr>
          <p:cNvSpPr>
            <a:spLocks noGrp="1"/>
          </p:cNvSpPr>
          <p:nvPr>
            <p:ph type="title"/>
          </p:nvPr>
        </p:nvSpPr>
        <p:spPr/>
        <p:txBody>
          <a:bodyPr/>
          <a:lstStyle/>
          <a:p>
            <a:r>
              <a:rPr kumimoji="1" lang="en-US" altLang="ja-JP"/>
              <a:t>3.EG-Pro</a:t>
            </a:r>
            <a:r>
              <a:rPr kumimoji="1" lang="ja-JP" altLang="en-US"/>
              <a:t>在庫情報出力</a:t>
            </a:r>
            <a:r>
              <a:rPr kumimoji="1" lang="en-US" altLang="ja-JP"/>
              <a:t>(</a:t>
            </a:r>
            <a:r>
              <a:rPr kumimoji="1" lang="ja-JP" altLang="en-US"/>
              <a:t>方法</a:t>
            </a:r>
            <a:r>
              <a:rPr kumimoji="1" lang="en-US" altLang="ja-JP"/>
              <a:t>2)</a:t>
            </a:r>
            <a:endParaRPr kumimoji="1" lang="ja-JP" altLang="en-US"/>
          </a:p>
        </p:txBody>
      </p:sp>
      <p:sp>
        <p:nvSpPr>
          <p:cNvPr id="4" name="テキスト ボックス 3">
            <a:extLst>
              <a:ext uri="{FF2B5EF4-FFF2-40B4-BE49-F238E27FC236}">
                <a16:creationId xmlns:a16="http://schemas.microsoft.com/office/drawing/2014/main" id="{56DB0237-FF24-99E0-0CC5-A897B27202D4}"/>
              </a:ext>
            </a:extLst>
          </p:cNvPr>
          <p:cNvSpPr txBox="1"/>
          <p:nvPr/>
        </p:nvSpPr>
        <p:spPr>
          <a:xfrm>
            <a:off x="589085" y="1776046"/>
            <a:ext cx="4009292" cy="1477328"/>
          </a:xfrm>
          <a:prstGeom prst="rect">
            <a:avLst/>
          </a:prstGeom>
          <a:noFill/>
        </p:spPr>
        <p:txBody>
          <a:bodyPr wrap="square" rtlCol="0">
            <a:spAutoFit/>
          </a:bodyPr>
          <a:lstStyle/>
          <a:p>
            <a:r>
              <a:rPr lang="ja-JP" altLang="en-US" b="1">
                <a:solidFill>
                  <a:srgbClr val="FF0000"/>
                </a:solidFill>
              </a:rPr>
              <a:t>方法</a:t>
            </a:r>
            <a:r>
              <a:rPr lang="en-US" altLang="ja-JP" b="1">
                <a:solidFill>
                  <a:srgbClr val="FF0000"/>
                </a:solidFill>
              </a:rPr>
              <a:t>1</a:t>
            </a:r>
            <a:r>
              <a:rPr lang="ja-JP" altLang="en-US" b="1">
                <a:solidFill>
                  <a:srgbClr val="FF0000"/>
                </a:solidFill>
              </a:rPr>
              <a:t>ができない場合の手順。</a:t>
            </a:r>
            <a:endParaRPr lang="en-US" altLang="ja-JP" b="1">
              <a:solidFill>
                <a:srgbClr val="FF0000"/>
              </a:solidFill>
            </a:endParaRPr>
          </a:p>
          <a:p>
            <a:r>
              <a:rPr lang="ja-JP" altLang="en-US" b="1">
                <a:solidFill>
                  <a:srgbClr val="FF0000"/>
                </a:solidFill>
              </a:rPr>
              <a:t>慎重に作業すること。</a:t>
            </a:r>
            <a:br>
              <a:rPr lang="en-US" altLang="ja-JP"/>
            </a:br>
            <a:br>
              <a:rPr lang="en-US" altLang="ja-JP"/>
            </a:br>
            <a:r>
              <a:rPr lang="ja-JP" altLang="en-US"/>
              <a:t>①</a:t>
            </a:r>
            <a:r>
              <a:rPr lang="en-US" altLang="ja-JP"/>
              <a:t>EG-Pro</a:t>
            </a:r>
            <a:r>
              <a:rPr lang="ja-JP" altLang="en-US"/>
              <a:t>サーバーで</a:t>
            </a:r>
            <a:r>
              <a:rPr lang="en-US" altLang="ja-JP"/>
              <a:t>､SSMG</a:t>
            </a:r>
            <a:r>
              <a:rPr lang="ja-JP" altLang="en-US"/>
              <a:t>を開く</a:t>
            </a:r>
            <a:endParaRPr lang="en-US" altLang="ja-JP"/>
          </a:p>
          <a:p>
            <a:r>
              <a:rPr lang="ja-JP" altLang="en-US"/>
              <a:t>②接続する</a:t>
            </a:r>
            <a:endParaRPr lang="en-US" altLang="ja-JP"/>
          </a:p>
        </p:txBody>
      </p:sp>
      <p:pic>
        <p:nvPicPr>
          <p:cNvPr id="5" name="図 4" descr="グラフィカル ユーザー インターフェイス, アプリケーション&#10;&#10;自動的に生成された説明">
            <a:extLst>
              <a:ext uri="{FF2B5EF4-FFF2-40B4-BE49-F238E27FC236}">
                <a16:creationId xmlns:a16="http://schemas.microsoft.com/office/drawing/2014/main" id="{D40F0851-60CD-9C3F-AD7D-48CCC1BA29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50070" y="1335049"/>
            <a:ext cx="6225076" cy="4980060"/>
          </a:xfrm>
          <a:prstGeom prst="rect">
            <a:avLst/>
          </a:prstGeom>
        </p:spPr>
      </p:pic>
      <p:sp>
        <p:nvSpPr>
          <p:cNvPr id="6" name="テキスト ボックス 5">
            <a:extLst>
              <a:ext uri="{FF2B5EF4-FFF2-40B4-BE49-F238E27FC236}">
                <a16:creationId xmlns:a16="http://schemas.microsoft.com/office/drawing/2014/main" id="{0C5CE885-A5F4-5999-78A8-48607B335E8A}"/>
              </a:ext>
            </a:extLst>
          </p:cNvPr>
          <p:cNvSpPr txBox="1"/>
          <p:nvPr/>
        </p:nvSpPr>
        <p:spPr>
          <a:xfrm>
            <a:off x="5165144" y="5673859"/>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①</a:t>
            </a:r>
          </a:p>
        </p:txBody>
      </p:sp>
      <p:sp>
        <p:nvSpPr>
          <p:cNvPr id="7" name="正方形/長方形 6">
            <a:extLst>
              <a:ext uri="{FF2B5EF4-FFF2-40B4-BE49-F238E27FC236}">
                <a16:creationId xmlns:a16="http://schemas.microsoft.com/office/drawing/2014/main" id="{44E4494E-199F-402E-2C54-CFD5D0AB0FF2}"/>
              </a:ext>
            </a:extLst>
          </p:cNvPr>
          <p:cNvSpPr/>
          <p:nvPr/>
        </p:nvSpPr>
        <p:spPr>
          <a:xfrm>
            <a:off x="5458392" y="6075851"/>
            <a:ext cx="344531" cy="239258"/>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矢印: 右 7">
            <a:extLst>
              <a:ext uri="{FF2B5EF4-FFF2-40B4-BE49-F238E27FC236}">
                <a16:creationId xmlns:a16="http://schemas.microsoft.com/office/drawing/2014/main" id="{DC8892CA-EA4A-D157-2ED0-7E66F3F441FC}"/>
              </a:ext>
            </a:extLst>
          </p:cNvPr>
          <p:cNvSpPr/>
          <p:nvPr/>
        </p:nvSpPr>
        <p:spPr>
          <a:xfrm rot="18750326">
            <a:off x="5390568" y="4889981"/>
            <a:ext cx="2534326" cy="222455"/>
          </a:xfrm>
          <a:prstGeom prst="rightArrow">
            <a:avLst/>
          </a:prstGeom>
          <a:solidFill>
            <a:srgbClr val="FF0000"/>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7B2FF513-B7DE-EAD1-F351-A949D2AABABD}"/>
              </a:ext>
            </a:extLst>
          </p:cNvPr>
          <p:cNvSpPr txBox="1"/>
          <p:nvPr/>
        </p:nvSpPr>
        <p:spPr>
          <a:xfrm>
            <a:off x="6961706" y="3455747"/>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②</a:t>
            </a:r>
          </a:p>
        </p:txBody>
      </p:sp>
      <p:sp>
        <p:nvSpPr>
          <p:cNvPr id="10" name="正方形/長方形 9">
            <a:extLst>
              <a:ext uri="{FF2B5EF4-FFF2-40B4-BE49-F238E27FC236}">
                <a16:creationId xmlns:a16="http://schemas.microsoft.com/office/drawing/2014/main" id="{DDE8CED1-9476-48ED-7D12-E73921DF42C0}"/>
              </a:ext>
            </a:extLst>
          </p:cNvPr>
          <p:cNvSpPr/>
          <p:nvPr/>
        </p:nvSpPr>
        <p:spPr>
          <a:xfrm>
            <a:off x="7423635" y="3839598"/>
            <a:ext cx="357557" cy="152289"/>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スライド番号プレースホルダー 2">
            <a:extLst>
              <a:ext uri="{FF2B5EF4-FFF2-40B4-BE49-F238E27FC236}">
                <a16:creationId xmlns:a16="http://schemas.microsoft.com/office/drawing/2014/main" id="{83D80CF6-E66B-FF31-E916-9BFB415471C1}"/>
              </a:ext>
            </a:extLst>
          </p:cNvPr>
          <p:cNvSpPr>
            <a:spLocks noGrp="1"/>
          </p:cNvSpPr>
          <p:nvPr>
            <p:ph type="sldNum" sz="quarter" idx="12"/>
          </p:nvPr>
        </p:nvSpPr>
        <p:spPr/>
        <p:txBody>
          <a:bodyPr/>
          <a:lstStyle/>
          <a:p>
            <a:pPr>
              <a:defRPr/>
            </a:pPr>
            <a:fld id="{FA9222B9-45DE-4B6D-9428-0A9195C03EC4}" type="slidenum">
              <a:rPr lang="en-US" altLang="ja-JP" smtClean="0"/>
              <a:pPr>
                <a:defRPr/>
              </a:pPr>
              <a:t>6</a:t>
            </a:fld>
            <a:endParaRPr lang="en-US" altLang="ja-JP"/>
          </a:p>
        </p:txBody>
      </p:sp>
    </p:spTree>
    <p:extLst>
      <p:ext uri="{BB962C8B-B14F-4D97-AF65-F5344CB8AC3E}">
        <p14:creationId xmlns:p14="http://schemas.microsoft.com/office/powerpoint/2010/main" val="10439429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CB6DB-C283-A414-B19F-88DAEA96A775}"/>
            </a:ext>
          </a:extLst>
        </p:cNvPr>
        <p:cNvGrpSpPr/>
        <p:nvPr/>
      </p:nvGrpSpPr>
      <p:grpSpPr>
        <a:xfrm>
          <a:off x="0" y="0"/>
          <a:ext cx="0" cy="0"/>
          <a:chOff x="0" y="0"/>
          <a:chExt cx="0" cy="0"/>
        </a:xfrm>
      </p:grpSpPr>
      <p:pic>
        <p:nvPicPr>
          <p:cNvPr id="11" name="図 10" descr="グラフィカル ユーザー インターフェイス, テキスト, アプリケーション&#10;&#10;自動的に生成された説明">
            <a:extLst>
              <a:ext uri="{FF2B5EF4-FFF2-40B4-BE49-F238E27FC236}">
                <a16:creationId xmlns:a16="http://schemas.microsoft.com/office/drawing/2014/main" id="{8985FA17-0014-7DC1-AB58-CB6A6BA9D9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43453" y="1138199"/>
            <a:ext cx="6717201" cy="5373760"/>
          </a:xfrm>
          <a:prstGeom prst="rect">
            <a:avLst/>
          </a:prstGeom>
        </p:spPr>
      </p:pic>
      <p:sp>
        <p:nvSpPr>
          <p:cNvPr id="2" name="タイトル 1">
            <a:extLst>
              <a:ext uri="{FF2B5EF4-FFF2-40B4-BE49-F238E27FC236}">
                <a16:creationId xmlns:a16="http://schemas.microsoft.com/office/drawing/2014/main" id="{759D7F51-5BA2-F3E1-A816-2A28574D7EFE}"/>
              </a:ext>
            </a:extLst>
          </p:cNvPr>
          <p:cNvSpPr>
            <a:spLocks noGrp="1"/>
          </p:cNvSpPr>
          <p:nvPr>
            <p:ph type="title"/>
          </p:nvPr>
        </p:nvSpPr>
        <p:spPr/>
        <p:txBody>
          <a:bodyPr/>
          <a:lstStyle/>
          <a:p>
            <a:r>
              <a:rPr kumimoji="1" lang="en-US" altLang="ja-JP" dirty="0"/>
              <a:t>3.EG-Pro</a:t>
            </a:r>
            <a:r>
              <a:rPr kumimoji="1" lang="ja-JP" altLang="en-US" dirty="0"/>
              <a:t>在庫情報出力</a:t>
            </a:r>
            <a:r>
              <a:rPr kumimoji="1" lang="en-US" altLang="ja-JP" dirty="0"/>
              <a:t>(</a:t>
            </a:r>
            <a:r>
              <a:rPr kumimoji="1" lang="ja-JP" altLang="en-US" dirty="0"/>
              <a:t>方法</a:t>
            </a:r>
            <a:r>
              <a:rPr kumimoji="1" lang="en-US" altLang="ja-JP" dirty="0"/>
              <a:t>2)</a:t>
            </a:r>
            <a:endParaRPr kumimoji="1" lang="ja-JP" altLang="en-US" dirty="0"/>
          </a:p>
        </p:txBody>
      </p:sp>
      <p:sp>
        <p:nvSpPr>
          <p:cNvPr id="4" name="テキスト ボックス 3">
            <a:extLst>
              <a:ext uri="{FF2B5EF4-FFF2-40B4-BE49-F238E27FC236}">
                <a16:creationId xmlns:a16="http://schemas.microsoft.com/office/drawing/2014/main" id="{3DC7F6E6-AFDD-BCD0-D4C2-72B123DE7680}"/>
              </a:ext>
            </a:extLst>
          </p:cNvPr>
          <p:cNvSpPr txBox="1"/>
          <p:nvPr/>
        </p:nvSpPr>
        <p:spPr>
          <a:xfrm>
            <a:off x="589085" y="1776046"/>
            <a:ext cx="4009292" cy="3139321"/>
          </a:xfrm>
          <a:prstGeom prst="rect">
            <a:avLst/>
          </a:prstGeom>
          <a:noFill/>
        </p:spPr>
        <p:txBody>
          <a:bodyPr wrap="square" rtlCol="0">
            <a:spAutoFit/>
          </a:bodyPr>
          <a:lstStyle/>
          <a:p>
            <a:r>
              <a:rPr lang="en-US" altLang="ja-JP" dirty="0"/>
              <a:t>※</a:t>
            </a:r>
            <a:r>
              <a:rPr lang="ja-JP" altLang="en-US" dirty="0"/>
              <a:t>基本的に方法</a:t>
            </a:r>
            <a:r>
              <a:rPr lang="en-US" altLang="ja-JP" dirty="0"/>
              <a:t>1</a:t>
            </a:r>
            <a:r>
              <a:rPr lang="ja-JP" altLang="en-US" dirty="0"/>
              <a:t>が利用できない場合に実施。実サーバーを使用。</a:t>
            </a:r>
            <a:endParaRPr lang="en-US" altLang="ja-JP" dirty="0"/>
          </a:p>
          <a:p>
            <a:r>
              <a:rPr lang="en-US" altLang="ja-JP" dirty="0"/>
              <a:t>(</a:t>
            </a:r>
            <a:r>
              <a:rPr lang="ja-JP" altLang="en-US" dirty="0"/>
              <a:t>サーバーラックの一番左の</a:t>
            </a:r>
            <a:r>
              <a:rPr lang="en-US" altLang="ja-JP" dirty="0"/>
              <a:t>PC)</a:t>
            </a:r>
            <a:br>
              <a:rPr lang="en-US" altLang="ja-JP" dirty="0"/>
            </a:br>
            <a:br>
              <a:rPr lang="en-US" altLang="ja-JP" dirty="0"/>
            </a:br>
            <a:r>
              <a:rPr lang="ja-JP" altLang="en-US" dirty="0"/>
              <a:t>①新しいクエリを押す</a:t>
            </a:r>
            <a:endParaRPr lang="en-US" altLang="ja-JP" dirty="0"/>
          </a:p>
          <a:p>
            <a:r>
              <a:rPr lang="ja-JP" altLang="en-US" dirty="0"/>
              <a:t>②</a:t>
            </a:r>
            <a:r>
              <a:rPr lang="en-US" altLang="ja-JP" dirty="0"/>
              <a:t>SQL</a:t>
            </a:r>
            <a:r>
              <a:rPr lang="ja-JP" altLang="en-US" dirty="0"/>
              <a:t>を入力　　　　　</a:t>
            </a:r>
            <a:r>
              <a:rPr lang="en-US" altLang="ja-JP" sz="1050" dirty="0"/>
              <a:t>※</a:t>
            </a:r>
            <a:r>
              <a:rPr lang="ja-JP" altLang="en-US" sz="1050" dirty="0"/>
              <a:t>ダブルクリックで開く</a:t>
            </a:r>
            <a:endParaRPr lang="en-US" altLang="ja-JP" sz="1050" dirty="0"/>
          </a:p>
          <a:p>
            <a:r>
              <a:rPr lang="ja-JP" altLang="en-US" dirty="0"/>
              <a:t>　　　　　　　→</a:t>
            </a:r>
            <a:endParaRPr lang="en-US" altLang="ja-JP" dirty="0"/>
          </a:p>
          <a:p>
            <a:endParaRPr lang="en-US" altLang="ja-JP" dirty="0"/>
          </a:p>
          <a:p>
            <a:r>
              <a:rPr lang="en-US" altLang="ja-JP" dirty="0"/>
              <a:t>※</a:t>
            </a:r>
            <a:r>
              <a:rPr lang="ja-JP" altLang="en-US" dirty="0"/>
              <a:t>デスクトップにも設置されている。</a:t>
            </a:r>
            <a:endParaRPr lang="en-US" altLang="ja-JP" dirty="0"/>
          </a:p>
          <a:p>
            <a:endParaRPr lang="en-US" altLang="ja-JP" dirty="0"/>
          </a:p>
          <a:p>
            <a:r>
              <a:rPr lang="ja-JP" altLang="en-US" dirty="0"/>
              <a:t>③実行押す</a:t>
            </a:r>
            <a:r>
              <a:rPr lang="en-US" altLang="ja-JP" dirty="0"/>
              <a:t>｡</a:t>
            </a:r>
          </a:p>
        </p:txBody>
      </p:sp>
      <p:sp>
        <p:nvSpPr>
          <p:cNvPr id="6" name="テキスト ボックス 5">
            <a:extLst>
              <a:ext uri="{FF2B5EF4-FFF2-40B4-BE49-F238E27FC236}">
                <a16:creationId xmlns:a16="http://schemas.microsoft.com/office/drawing/2014/main" id="{CC8CF27A-B111-8495-1376-EFE6F1D34319}"/>
              </a:ext>
            </a:extLst>
          </p:cNvPr>
          <p:cNvSpPr txBox="1"/>
          <p:nvPr/>
        </p:nvSpPr>
        <p:spPr>
          <a:xfrm>
            <a:off x="6025169" y="1241964"/>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①</a:t>
            </a:r>
          </a:p>
        </p:txBody>
      </p:sp>
      <p:sp>
        <p:nvSpPr>
          <p:cNvPr id="7" name="正方形/長方形 6">
            <a:extLst>
              <a:ext uri="{FF2B5EF4-FFF2-40B4-BE49-F238E27FC236}">
                <a16:creationId xmlns:a16="http://schemas.microsoft.com/office/drawing/2014/main" id="{B9C8994C-3978-9606-408B-007FF4D3F9A7}"/>
              </a:ext>
            </a:extLst>
          </p:cNvPr>
          <p:cNvSpPr/>
          <p:nvPr/>
        </p:nvSpPr>
        <p:spPr>
          <a:xfrm>
            <a:off x="6557963" y="1583531"/>
            <a:ext cx="533400" cy="1524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矢印: 右 7">
            <a:extLst>
              <a:ext uri="{FF2B5EF4-FFF2-40B4-BE49-F238E27FC236}">
                <a16:creationId xmlns:a16="http://schemas.microsoft.com/office/drawing/2014/main" id="{81F70EFE-07E6-04BA-C33B-3F3531525598}"/>
              </a:ext>
            </a:extLst>
          </p:cNvPr>
          <p:cNvSpPr/>
          <p:nvPr/>
        </p:nvSpPr>
        <p:spPr>
          <a:xfrm rot="2423857">
            <a:off x="6480527" y="2190968"/>
            <a:ext cx="1254186" cy="222455"/>
          </a:xfrm>
          <a:prstGeom prst="rightArrow">
            <a:avLst/>
          </a:prstGeom>
          <a:solidFill>
            <a:srgbClr val="FF0000"/>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991D4C68-8FDA-A82F-98B1-F2F7EB47947D}"/>
              </a:ext>
            </a:extLst>
          </p:cNvPr>
          <p:cNvSpPr txBox="1"/>
          <p:nvPr/>
        </p:nvSpPr>
        <p:spPr>
          <a:xfrm>
            <a:off x="7391400" y="1309450"/>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③</a:t>
            </a:r>
          </a:p>
        </p:txBody>
      </p:sp>
      <p:sp>
        <p:nvSpPr>
          <p:cNvPr id="12" name="正方形/長方形 11">
            <a:extLst>
              <a:ext uri="{FF2B5EF4-FFF2-40B4-BE49-F238E27FC236}">
                <a16:creationId xmlns:a16="http://schemas.microsoft.com/office/drawing/2014/main" id="{99BAC242-F28C-6050-69FE-41E36EFB9D82}"/>
              </a:ext>
            </a:extLst>
          </p:cNvPr>
          <p:cNvSpPr/>
          <p:nvPr/>
        </p:nvSpPr>
        <p:spPr>
          <a:xfrm>
            <a:off x="6986588" y="1716881"/>
            <a:ext cx="404812" cy="1524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矢印: 右 12">
            <a:extLst>
              <a:ext uri="{FF2B5EF4-FFF2-40B4-BE49-F238E27FC236}">
                <a16:creationId xmlns:a16="http://schemas.microsoft.com/office/drawing/2014/main" id="{AF691B9F-E2D1-9627-86FF-D1A829B459A5}"/>
              </a:ext>
            </a:extLst>
          </p:cNvPr>
          <p:cNvSpPr/>
          <p:nvPr/>
        </p:nvSpPr>
        <p:spPr>
          <a:xfrm rot="12878707">
            <a:off x="7360991" y="1923225"/>
            <a:ext cx="527244" cy="222455"/>
          </a:xfrm>
          <a:prstGeom prst="rightArrow">
            <a:avLst/>
          </a:prstGeom>
          <a:solidFill>
            <a:srgbClr val="FF0000"/>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61380A7B-4E76-E036-F515-70E8FBDD4941}"/>
              </a:ext>
            </a:extLst>
          </p:cNvPr>
          <p:cNvSpPr txBox="1"/>
          <p:nvPr/>
        </p:nvSpPr>
        <p:spPr>
          <a:xfrm>
            <a:off x="8405812" y="2034621"/>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②</a:t>
            </a:r>
          </a:p>
        </p:txBody>
      </p:sp>
      <p:graphicFrame>
        <p:nvGraphicFramePr>
          <p:cNvPr id="15" name="オブジェクト 14">
            <a:extLst>
              <a:ext uri="{FF2B5EF4-FFF2-40B4-BE49-F238E27FC236}">
                <a16:creationId xmlns:a16="http://schemas.microsoft.com/office/drawing/2014/main" id="{97EEC6A4-96D4-52CD-5631-9CD54C001430}"/>
              </a:ext>
            </a:extLst>
          </p:cNvPr>
          <p:cNvGraphicFramePr>
            <a:graphicFrameLocks noChangeAspect="1"/>
          </p:cNvGraphicFramePr>
          <p:nvPr>
            <p:extLst>
              <p:ext uri="{D42A27DB-BD31-4B8C-83A1-F6EECF244321}">
                <p14:modId xmlns:p14="http://schemas.microsoft.com/office/powerpoint/2010/main" val="1500751838"/>
              </p:ext>
            </p:extLst>
          </p:nvPr>
        </p:nvGraphicFramePr>
        <p:xfrm>
          <a:off x="1815073" y="3344372"/>
          <a:ext cx="1455737" cy="685800"/>
        </p:xfrm>
        <a:graphic>
          <a:graphicData uri="http://schemas.openxmlformats.org/presentationml/2006/ole">
            <mc:AlternateContent xmlns:mc="http://schemas.openxmlformats.org/markup-compatibility/2006">
              <mc:Choice xmlns:v="urn:schemas-microsoft-com:vml" Requires="v">
                <p:oleObj name="パッケージャー シェル オブジェクト" showAsIcon="1" r:id="rId3" imgW="1117800" imgH="524880" progId="Package">
                  <p:embed/>
                </p:oleObj>
              </mc:Choice>
              <mc:Fallback>
                <p:oleObj name="パッケージャー シェル オブジェクト" showAsIcon="1" r:id="rId3" imgW="1117800" imgH="524880" progId="Package">
                  <p:embed/>
                  <p:pic>
                    <p:nvPicPr>
                      <p:cNvPr id="15" name="オブジェクト 14">
                        <a:extLst>
                          <a:ext uri="{FF2B5EF4-FFF2-40B4-BE49-F238E27FC236}">
                            <a16:creationId xmlns:a16="http://schemas.microsoft.com/office/drawing/2014/main" id="{97EEC6A4-96D4-52CD-5631-9CD54C001430}"/>
                          </a:ext>
                        </a:extLst>
                      </p:cNvPr>
                      <p:cNvPicPr/>
                      <p:nvPr/>
                    </p:nvPicPr>
                    <p:blipFill>
                      <a:blip r:embed="rId4"/>
                      <a:stretch>
                        <a:fillRect/>
                      </a:stretch>
                    </p:blipFill>
                    <p:spPr>
                      <a:xfrm>
                        <a:off x="1815073" y="3344372"/>
                        <a:ext cx="1455737" cy="685800"/>
                      </a:xfrm>
                      <a:prstGeom prst="rect">
                        <a:avLst/>
                      </a:prstGeom>
                    </p:spPr>
                  </p:pic>
                </p:oleObj>
              </mc:Fallback>
            </mc:AlternateContent>
          </a:graphicData>
        </a:graphic>
      </p:graphicFrame>
      <p:pic>
        <p:nvPicPr>
          <p:cNvPr id="17" name="図 16">
            <a:extLst>
              <a:ext uri="{FF2B5EF4-FFF2-40B4-BE49-F238E27FC236}">
                <a16:creationId xmlns:a16="http://schemas.microsoft.com/office/drawing/2014/main" id="{046A0297-7F2E-594F-BF27-7CE7350F6F1F}"/>
              </a:ext>
            </a:extLst>
          </p:cNvPr>
          <p:cNvPicPr>
            <a:picLocks noChangeAspect="1"/>
          </p:cNvPicPr>
          <p:nvPr/>
        </p:nvPicPr>
        <p:blipFill>
          <a:blip r:embed="rId5"/>
          <a:stretch>
            <a:fillRect/>
          </a:stretch>
        </p:blipFill>
        <p:spPr>
          <a:xfrm>
            <a:off x="7624156" y="2828925"/>
            <a:ext cx="981682" cy="209550"/>
          </a:xfrm>
          <a:prstGeom prst="rect">
            <a:avLst/>
          </a:prstGeom>
        </p:spPr>
      </p:pic>
      <p:sp>
        <p:nvSpPr>
          <p:cNvPr id="3" name="スライド番号プレースホルダー 2">
            <a:extLst>
              <a:ext uri="{FF2B5EF4-FFF2-40B4-BE49-F238E27FC236}">
                <a16:creationId xmlns:a16="http://schemas.microsoft.com/office/drawing/2014/main" id="{6AF33EDC-E2E2-3199-8F93-A4062BA89A4E}"/>
              </a:ext>
            </a:extLst>
          </p:cNvPr>
          <p:cNvSpPr>
            <a:spLocks noGrp="1"/>
          </p:cNvSpPr>
          <p:nvPr>
            <p:ph type="sldNum" sz="quarter" idx="12"/>
          </p:nvPr>
        </p:nvSpPr>
        <p:spPr/>
        <p:txBody>
          <a:bodyPr/>
          <a:lstStyle/>
          <a:p>
            <a:pPr>
              <a:defRPr/>
            </a:pPr>
            <a:fld id="{FA9222B9-45DE-4B6D-9428-0A9195C03EC4}" type="slidenum">
              <a:rPr lang="en-US" altLang="ja-JP" smtClean="0"/>
              <a:pPr>
                <a:defRPr/>
              </a:pPr>
              <a:t>7</a:t>
            </a:fld>
            <a:endParaRPr lang="en-US" altLang="ja-JP"/>
          </a:p>
        </p:txBody>
      </p:sp>
    </p:spTree>
    <p:extLst>
      <p:ext uri="{BB962C8B-B14F-4D97-AF65-F5344CB8AC3E}">
        <p14:creationId xmlns:p14="http://schemas.microsoft.com/office/powerpoint/2010/main" val="31932841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D0BAB-CEC1-E5C3-DEC4-0593E5E31701}"/>
            </a:ext>
          </a:extLst>
        </p:cNvPr>
        <p:cNvGrpSpPr/>
        <p:nvPr/>
      </p:nvGrpSpPr>
      <p:grpSpPr>
        <a:xfrm>
          <a:off x="0" y="0"/>
          <a:ext cx="0" cy="0"/>
          <a:chOff x="0" y="0"/>
          <a:chExt cx="0" cy="0"/>
        </a:xfrm>
      </p:grpSpPr>
      <p:pic>
        <p:nvPicPr>
          <p:cNvPr id="5" name="図 4" descr="グラフィカル ユーザー インターフェイス, アプリケーション&#10;&#10;自動的に生成された説明">
            <a:extLst>
              <a:ext uri="{FF2B5EF4-FFF2-40B4-BE49-F238E27FC236}">
                <a16:creationId xmlns:a16="http://schemas.microsoft.com/office/drawing/2014/main" id="{C047C7E9-BF98-4C61-2564-EBDA613576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1651" y="1394891"/>
            <a:ext cx="6593087" cy="5274469"/>
          </a:xfrm>
          <a:prstGeom prst="rect">
            <a:avLst/>
          </a:prstGeom>
        </p:spPr>
      </p:pic>
      <p:sp>
        <p:nvSpPr>
          <p:cNvPr id="2" name="タイトル 1">
            <a:extLst>
              <a:ext uri="{FF2B5EF4-FFF2-40B4-BE49-F238E27FC236}">
                <a16:creationId xmlns:a16="http://schemas.microsoft.com/office/drawing/2014/main" id="{207D3C80-E47A-A37B-6E6A-ADFC447F78D0}"/>
              </a:ext>
            </a:extLst>
          </p:cNvPr>
          <p:cNvSpPr>
            <a:spLocks noGrp="1"/>
          </p:cNvSpPr>
          <p:nvPr>
            <p:ph type="title"/>
          </p:nvPr>
        </p:nvSpPr>
        <p:spPr/>
        <p:txBody>
          <a:bodyPr/>
          <a:lstStyle/>
          <a:p>
            <a:r>
              <a:rPr kumimoji="1" lang="en-US" altLang="ja-JP"/>
              <a:t>3.EG-Pro</a:t>
            </a:r>
            <a:r>
              <a:rPr kumimoji="1" lang="ja-JP" altLang="en-US"/>
              <a:t>在庫情報出力</a:t>
            </a:r>
            <a:r>
              <a:rPr lang="en-US" altLang="ja-JP"/>
              <a:t>(</a:t>
            </a:r>
            <a:r>
              <a:rPr lang="ja-JP" altLang="en-US"/>
              <a:t>方法</a:t>
            </a:r>
            <a:r>
              <a:rPr lang="en-US" altLang="ja-JP"/>
              <a:t>2)</a:t>
            </a:r>
            <a:endParaRPr kumimoji="1" lang="ja-JP" altLang="en-US"/>
          </a:p>
        </p:txBody>
      </p:sp>
      <p:sp>
        <p:nvSpPr>
          <p:cNvPr id="4" name="テキスト ボックス 3">
            <a:extLst>
              <a:ext uri="{FF2B5EF4-FFF2-40B4-BE49-F238E27FC236}">
                <a16:creationId xmlns:a16="http://schemas.microsoft.com/office/drawing/2014/main" id="{C5C020D6-1EF7-5EEF-F852-8A0FB4C2BA44}"/>
              </a:ext>
            </a:extLst>
          </p:cNvPr>
          <p:cNvSpPr txBox="1"/>
          <p:nvPr/>
        </p:nvSpPr>
        <p:spPr>
          <a:xfrm>
            <a:off x="589085" y="1776046"/>
            <a:ext cx="4009292" cy="1477328"/>
          </a:xfrm>
          <a:prstGeom prst="rect">
            <a:avLst/>
          </a:prstGeom>
          <a:noFill/>
        </p:spPr>
        <p:txBody>
          <a:bodyPr wrap="square" rtlCol="0">
            <a:spAutoFit/>
          </a:bodyPr>
          <a:lstStyle/>
          <a:p>
            <a:r>
              <a:rPr lang="ja-JP" altLang="en-US"/>
              <a:t>①結果フィールドを右クリック</a:t>
            </a:r>
            <a:endParaRPr lang="en-US" altLang="ja-JP"/>
          </a:p>
          <a:p>
            <a:r>
              <a:rPr lang="ja-JP" altLang="en-US"/>
              <a:t>②結果に名前をつけて保存</a:t>
            </a:r>
            <a:endParaRPr lang="en-US" altLang="ja-JP"/>
          </a:p>
          <a:p>
            <a:r>
              <a:rPr lang="ja-JP" altLang="en-US"/>
              <a:t>③セットアップレポート計算マクロの</a:t>
            </a:r>
            <a:r>
              <a:rPr lang="en-US" altLang="ja-JP"/>
              <a:t>｢EG-Pro</a:t>
            </a:r>
            <a:r>
              <a:rPr lang="ja-JP" altLang="en-US"/>
              <a:t>在庫情報入力</a:t>
            </a:r>
            <a:r>
              <a:rPr lang="en-US" altLang="ja-JP"/>
              <a:t>｣</a:t>
            </a:r>
            <a:r>
              <a:rPr lang="ja-JP" altLang="en-US"/>
              <a:t>に読み込ませる</a:t>
            </a:r>
            <a:endParaRPr lang="en-US" altLang="ja-JP"/>
          </a:p>
        </p:txBody>
      </p:sp>
      <p:sp>
        <p:nvSpPr>
          <p:cNvPr id="6" name="テキスト ボックス 5">
            <a:extLst>
              <a:ext uri="{FF2B5EF4-FFF2-40B4-BE49-F238E27FC236}">
                <a16:creationId xmlns:a16="http://schemas.microsoft.com/office/drawing/2014/main" id="{C2B991E0-C667-7980-E7B8-1EA5CA15B8C0}"/>
              </a:ext>
            </a:extLst>
          </p:cNvPr>
          <p:cNvSpPr txBox="1"/>
          <p:nvPr/>
        </p:nvSpPr>
        <p:spPr>
          <a:xfrm>
            <a:off x="6809482" y="3142433"/>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①</a:t>
            </a:r>
          </a:p>
        </p:txBody>
      </p:sp>
      <p:sp>
        <p:nvSpPr>
          <p:cNvPr id="13" name="矢印: 右 12">
            <a:extLst>
              <a:ext uri="{FF2B5EF4-FFF2-40B4-BE49-F238E27FC236}">
                <a16:creationId xmlns:a16="http://schemas.microsoft.com/office/drawing/2014/main" id="{2F08238A-5859-B0AA-FDFF-7546709D058B}"/>
              </a:ext>
            </a:extLst>
          </p:cNvPr>
          <p:cNvSpPr/>
          <p:nvPr/>
        </p:nvSpPr>
        <p:spPr>
          <a:xfrm rot="12878707">
            <a:off x="7360991" y="1923225"/>
            <a:ext cx="527244" cy="222455"/>
          </a:xfrm>
          <a:prstGeom prst="rightArrow">
            <a:avLst/>
          </a:prstGeom>
          <a:solidFill>
            <a:srgbClr val="FF0000"/>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kumimoji="1" lang="ja-JP" altLang="en-US"/>
          </a:p>
        </p:txBody>
      </p:sp>
      <p:pic>
        <p:nvPicPr>
          <p:cNvPr id="17" name="図 16">
            <a:extLst>
              <a:ext uri="{FF2B5EF4-FFF2-40B4-BE49-F238E27FC236}">
                <a16:creationId xmlns:a16="http://schemas.microsoft.com/office/drawing/2014/main" id="{E2B68F8C-C6CA-3F91-684F-122CE100B161}"/>
              </a:ext>
            </a:extLst>
          </p:cNvPr>
          <p:cNvPicPr>
            <a:picLocks noChangeAspect="1"/>
          </p:cNvPicPr>
          <p:nvPr/>
        </p:nvPicPr>
        <p:blipFill>
          <a:blip r:embed="rId3"/>
          <a:stretch>
            <a:fillRect/>
          </a:stretch>
        </p:blipFill>
        <p:spPr>
          <a:xfrm>
            <a:off x="7451984" y="2924520"/>
            <a:ext cx="981682" cy="209550"/>
          </a:xfrm>
          <a:prstGeom prst="rect">
            <a:avLst/>
          </a:prstGeom>
        </p:spPr>
      </p:pic>
      <p:sp>
        <p:nvSpPr>
          <p:cNvPr id="10" name="正方形/長方形 9">
            <a:extLst>
              <a:ext uri="{FF2B5EF4-FFF2-40B4-BE49-F238E27FC236}">
                <a16:creationId xmlns:a16="http://schemas.microsoft.com/office/drawing/2014/main" id="{7466BB3F-746E-D6CE-6AE6-7A8205B64FAA}"/>
              </a:ext>
            </a:extLst>
          </p:cNvPr>
          <p:cNvSpPr/>
          <p:nvPr/>
        </p:nvSpPr>
        <p:spPr>
          <a:xfrm>
            <a:off x="7274995" y="3507918"/>
            <a:ext cx="3721617" cy="1280943"/>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AE75C975-AF2B-6E5C-C440-B67713084F0A}"/>
              </a:ext>
            </a:extLst>
          </p:cNvPr>
          <p:cNvSpPr/>
          <p:nvPr/>
        </p:nvSpPr>
        <p:spPr>
          <a:xfrm>
            <a:off x="7973121" y="4448168"/>
            <a:ext cx="937517" cy="166696"/>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4F9F8FD0-753D-8328-6373-881C2F51614A}"/>
              </a:ext>
            </a:extLst>
          </p:cNvPr>
          <p:cNvSpPr txBox="1"/>
          <p:nvPr/>
        </p:nvSpPr>
        <p:spPr>
          <a:xfrm>
            <a:off x="8903046" y="4346850"/>
            <a:ext cx="465513" cy="369332"/>
          </a:xfrm>
          <a:prstGeom prst="rect">
            <a:avLst/>
          </a:prstGeom>
          <a:solidFill>
            <a:schemeClr val="bg1"/>
          </a:solidFill>
          <a:ln>
            <a:solidFill>
              <a:schemeClr val="tx1"/>
            </a:solidFill>
          </a:ln>
        </p:spPr>
        <p:txBody>
          <a:bodyPr wrap="square" rtlCol="0">
            <a:spAutoFit/>
          </a:bodyPr>
          <a:lstStyle/>
          <a:p>
            <a:pPr algn="ctr"/>
            <a:r>
              <a:rPr kumimoji="1" lang="ja-JP" altLang="en-US" b="1">
                <a:solidFill>
                  <a:srgbClr val="FF0000"/>
                </a:solidFill>
              </a:rPr>
              <a:t>②</a:t>
            </a:r>
          </a:p>
        </p:txBody>
      </p:sp>
      <p:sp>
        <p:nvSpPr>
          <p:cNvPr id="3" name="スライド番号プレースホルダー 2">
            <a:extLst>
              <a:ext uri="{FF2B5EF4-FFF2-40B4-BE49-F238E27FC236}">
                <a16:creationId xmlns:a16="http://schemas.microsoft.com/office/drawing/2014/main" id="{36D65787-5EDB-13E1-E629-E7772B045506}"/>
              </a:ext>
            </a:extLst>
          </p:cNvPr>
          <p:cNvSpPr>
            <a:spLocks noGrp="1"/>
          </p:cNvSpPr>
          <p:nvPr>
            <p:ph type="sldNum" sz="quarter" idx="12"/>
          </p:nvPr>
        </p:nvSpPr>
        <p:spPr/>
        <p:txBody>
          <a:bodyPr/>
          <a:lstStyle/>
          <a:p>
            <a:pPr>
              <a:defRPr/>
            </a:pPr>
            <a:fld id="{FA9222B9-45DE-4B6D-9428-0A9195C03EC4}" type="slidenum">
              <a:rPr lang="en-US" altLang="ja-JP" smtClean="0"/>
              <a:pPr>
                <a:defRPr/>
              </a:pPr>
              <a:t>8</a:t>
            </a:fld>
            <a:endParaRPr lang="en-US" altLang="ja-JP"/>
          </a:p>
        </p:txBody>
      </p:sp>
    </p:spTree>
    <p:extLst>
      <p:ext uri="{BB962C8B-B14F-4D97-AF65-F5344CB8AC3E}">
        <p14:creationId xmlns:p14="http://schemas.microsoft.com/office/powerpoint/2010/main" val="28321681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B2904-BB2E-5160-3137-92FA26035E6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58DAC31-E00C-B3EC-4AD8-78EA3E4BDDB4}"/>
              </a:ext>
            </a:extLst>
          </p:cNvPr>
          <p:cNvSpPr>
            <a:spLocks noGrp="1"/>
          </p:cNvSpPr>
          <p:nvPr>
            <p:ph type="title"/>
          </p:nvPr>
        </p:nvSpPr>
        <p:spPr>
          <a:xfrm>
            <a:off x="334521" y="188640"/>
            <a:ext cx="9939530" cy="737629"/>
          </a:xfrm>
        </p:spPr>
        <p:txBody>
          <a:bodyPr/>
          <a:lstStyle/>
          <a:p>
            <a:r>
              <a:rPr kumimoji="1" lang="en-US" altLang="ja-JP" dirty="0"/>
              <a:t>4.</a:t>
            </a:r>
            <a:r>
              <a:rPr kumimoji="1" lang="ja-JP" altLang="en-US" dirty="0"/>
              <a:t>マクロ実行</a:t>
            </a:r>
          </a:p>
        </p:txBody>
      </p:sp>
      <p:sp>
        <p:nvSpPr>
          <p:cNvPr id="3" name="テキスト ボックス 2">
            <a:extLst>
              <a:ext uri="{FF2B5EF4-FFF2-40B4-BE49-F238E27FC236}">
                <a16:creationId xmlns:a16="http://schemas.microsoft.com/office/drawing/2014/main" id="{EA2DCED5-B852-B4A8-F5F0-E1D1937A5076}"/>
              </a:ext>
            </a:extLst>
          </p:cNvPr>
          <p:cNvSpPr txBox="1"/>
          <p:nvPr/>
        </p:nvSpPr>
        <p:spPr>
          <a:xfrm>
            <a:off x="589084" y="917912"/>
            <a:ext cx="5853919" cy="5940088"/>
          </a:xfrm>
          <a:prstGeom prst="rect">
            <a:avLst/>
          </a:prstGeom>
          <a:noFill/>
        </p:spPr>
        <p:txBody>
          <a:bodyPr wrap="square" rtlCol="0">
            <a:spAutoFit/>
          </a:bodyPr>
          <a:lstStyle/>
          <a:p>
            <a:r>
              <a:rPr lang="ja-JP" altLang="en-US" dirty="0"/>
              <a:t>①</a:t>
            </a:r>
            <a:endParaRPr lang="en-US" altLang="ja-JP" dirty="0"/>
          </a:p>
          <a:p>
            <a:r>
              <a:rPr lang="ja-JP" altLang="en-US" dirty="0"/>
              <a:t>セットアップレポート計算マクロの</a:t>
            </a:r>
            <a:r>
              <a:rPr lang="en-US" altLang="ja-JP" dirty="0"/>
              <a:t>｢</a:t>
            </a:r>
            <a:r>
              <a:rPr lang="ja-JP" altLang="en-US" dirty="0"/>
              <a:t>配列情報入力</a:t>
            </a:r>
            <a:r>
              <a:rPr lang="en-US" altLang="ja-JP" dirty="0"/>
              <a:t>｣</a:t>
            </a:r>
            <a:r>
              <a:rPr lang="ja-JP" altLang="en-US" dirty="0"/>
              <a:t>に</a:t>
            </a:r>
            <a:r>
              <a:rPr lang="en-US" altLang="ja-JP" dirty="0"/>
              <a:t>､</a:t>
            </a:r>
          </a:p>
          <a:p>
            <a:r>
              <a:rPr lang="ja-JP" altLang="en-US" dirty="0"/>
              <a:t>固定テーブルの配列情報を読み込む</a:t>
            </a:r>
            <a:endParaRPr lang="en-US" altLang="ja-JP" dirty="0"/>
          </a:p>
          <a:p>
            <a:r>
              <a:rPr lang="en-US" altLang="ja-JP" sz="1600" dirty="0">
                <a:solidFill>
                  <a:srgbClr val="0000FF"/>
                </a:solidFill>
              </a:rPr>
              <a:t>※</a:t>
            </a:r>
            <a:r>
              <a:rPr lang="ja-JP" altLang="en-US" sz="1600" dirty="0">
                <a:solidFill>
                  <a:srgbClr val="0000FF"/>
                </a:solidFill>
              </a:rPr>
              <a:t>現場ネットワークの場合</a:t>
            </a:r>
            <a:endParaRPr lang="en-US" altLang="ja-JP" sz="1600" dirty="0">
              <a:solidFill>
                <a:srgbClr val="0000FF"/>
              </a:solidFill>
            </a:endParaRPr>
          </a:p>
          <a:p>
            <a:r>
              <a:rPr lang="en-US" altLang="ja-JP" sz="1600" dirty="0"/>
              <a:t>\\DGS-SV\★</a:t>
            </a:r>
            <a:r>
              <a:rPr lang="ja-JP" altLang="en-US" sz="1600" dirty="0"/>
              <a:t>固定マスタ</a:t>
            </a:r>
            <a:endParaRPr lang="en-US" altLang="ja-JP" sz="1600" dirty="0"/>
          </a:p>
          <a:p>
            <a:r>
              <a:rPr lang="en-US" altLang="ja-JP" sz="1600" dirty="0">
                <a:solidFill>
                  <a:srgbClr val="0000FF"/>
                </a:solidFill>
              </a:rPr>
              <a:t>※</a:t>
            </a:r>
            <a:r>
              <a:rPr lang="ja-JP" altLang="en-US" sz="1600" dirty="0">
                <a:solidFill>
                  <a:srgbClr val="0000FF"/>
                </a:solidFill>
              </a:rPr>
              <a:t>事務ネットワークの場合</a:t>
            </a:r>
            <a:endParaRPr lang="en-US" altLang="ja-JP" sz="1600" dirty="0">
              <a:solidFill>
                <a:srgbClr val="0000FF"/>
              </a:solidFill>
            </a:endParaRPr>
          </a:p>
          <a:p>
            <a:r>
              <a:rPr lang="en-US" altLang="ja-JP" sz="1600" dirty="0"/>
              <a:t>\\nksv569.ad.nkc.co.jp\Share\mnt\DGS-SV\★</a:t>
            </a:r>
            <a:r>
              <a:rPr lang="ja-JP" altLang="en-US" sz="1600" dirty="0"/>
              <a:t>固定マスタ</a:t>
            </a:r>
            <a:endParaRPr lang="en-US" altLang="ja-JP" sz="1600" dirty="0"/>
          </a:p>
          <a:p>
            <a:r>
              <a:rPr lang="en-US" altLang="ja-JP" sz="1600" dirty="0"/>
              <a:t>User:nksv569.ad.nkc.co.jp\nksv569</a:t>
            </a:r>
          </a:p>
          <a:p>
            <a:r>
              <a:rPr lang="en-US" altLang="ja-JP" sz="1600" dirty="0"/>
              <a:t>Pass:nksv569</a:t>
            </a:r>
          </a:p>
          <a:p>
            <a:r>
              <a:rPr lang="en-US" altLang="ja-JP" sz="1600" dirty="0">
                <a:solidFill>
                  <a:srgbClr val="FF0000"/>
                </a:solidFill>
              </a:rPr>
              <a:t>※</a:t>
            </a:r>
            <a:r>
              <a:rPr lang="ja-JP" altLang="en-US" sz="1600" dirty="0">
                <a:solidFill>
                  <a:srgbClr val="FF0000"/>
                </a:solidFill>
              </a:rPr>
              <a:t>わからない場合、</a:t>
            </a:r>
            <a:r>
              <a:rPr lang="en-US" altLang="ja-JP" sz="1600" dirty="0">
                <a:solidFill>
                  <a:srgbClr val="FF0000"/>
                </a:solidFill>
              </a:rPr>
              <a:t>Job</a:t>
            </a:r>
            <a:r>
              <a:rPr lang="ja-JP" altLang="en-US" sz="1600" dirty="0">
                <a:solidFill>
                  <a:srgbClr val="FF0000"/>
                </a:solidFill>
              </a:rPr>
              <a:t>作成担当者からもらう</a:t>
            </a:r>
            <a:endParaRPr lang="en-US" altLang="ja-JP" sz="1600" dirty="0">
              <a:solidFill>
                <a:srgbClr val="FF0000"/>
              </a:solidFill>
            </a:endParaRPr>
          </a:p>
          <a:p>
            <a:endParaRPr lang="en-US" altLang="ja-JP" sz="1600" dirty="0"/>
          </a:p>
          <a:p>
            <a:r>
              <a:rPr lang="ja-JP" altLang="en-US" dirty="0"/>
              <a:t>②セットアップレポートと配列の対応表を入力</a:t>
            </a:r>
            <a:endParaRPr lang="en-US" altLang="ja-JP" dirty="0"/>
          </a:p>
          <a:p>
            <a:endParaRPr lang="en-US" altLang="ja-JP" dirty="0"/>
          </a:p>
          <a:p>
            <a:r>
              <a:rPr lang="ja-JP" altLang="en-US" dirty="0"/>
              <a:t>③固定グループ名を入力</a:t>
            </a:r>
            <a:endParaRPr lang="en-US" altLang="ja-JP" dirty="0"/>
          </a:p>
          <a:p>
            <a:endParaRPr lang="en-US" altLang="ja-JP" dirty="0"/>
          </a:p>
          <a:p>
            <a:r>
              <a:rPr lang="ja-JP" altLang="en-US" dirty="0"/>
              <a:t>④</a:t>
            </a:r>
            <a:endParaRPr lang="en-US" altLang="ja-JP" dirty="0"/>
          </a:p>
          <a:p>
            <a:r>
              <a:rPr lang="en-US" altLang="ja-JP" dirty="0"/>
              <a:t>｢</a:t>
            </a:r>
            <a:r>
              <a:rPr lang="ja-JP" altLang="en-US" dirty="0"/>
              <a:t>セットアップ情報取得失敗リスト印刷</a:t>
            </a:r>
            <a:r>
              <a:rPr lang="en-US" altLang="ja-JP" dirty="0"/>
              <a:t>｣</a:t>
            </a:r>
          </a:p>
          <a:p>
            <a:r>
              <a:rPr lang="ja-JP" altLang="en-US" dirty="0"/>
              <a:t>を実行</a:t>
            </a:r>
            <a:r>
              <a:rPr lang="en-US" altLang="ja-JP" dirty="0"/>
              <a:t>｡</a:t>
            </a:r>
          </a:p>
          <a:p>
            <a:r>
              <a:rPr lang="ja-JP" altLang="en-US" dirty="0"/>
              <a:t>対象がある場合→対象の</a:t>
            </a:r>
            <a:r>
              <a:rPr lang="en-US" altLang="ja-JP" dirty="0"/>
              <a:t>Z</a:t>
            </a:r>
            <a:r>
              <a:rPr lang="ja-JP" altLang="en-US" dirty="0"/>
              <a:t>軸の現物を確認し</a:t>
            </a:r>
            <a:r>
              <a:rPr lang="en-US" altLang="ja-JP" dirty="0"/>
              <a:t>､</a:t>
            </a:r>
            <a:r>
              <a:rPr lang="ja-JP" altLang="en-US" dirty="0"/>
              <a:t>きちんとセットアップされていることを確認する</a:t>
            </a:r>
            <a:r>
              <a:rPr lang="en-US" altLang="ja-JP" dirty="0"/>
              <a:t>｡</a:t>
            </a:r>
          </a:p>
          <a:p>
            <a:r>
              <a:rPr lang="ja-JP" altLang="en-US" dirty="0"/>
              <a:t>設備操作をやり直して</a:t>
            </a:r>
            <a:r>
              <a:rPr lang="en-US" altLang="ja-JP" dirty="0"/>
              <a:t>､</a:t>
            </a:r>
            <a:r>
              <a:rPr lang="ja-JP" altLang="en-US" dirty="0"/>
              <a:t>セットアップレポートを再出力し</a:t>
            </a:r>
            <a:r>
              <a:rPr lang="en-US" altLang="ja-JP" dirty="0"/>
              <a:t>､</a:t>
            </a:r>
            <a:r>
              <a:rPr lang="ja-JP" altLang="en-US" dirty="0"/>
              <a:t>読み込み直す</a:t>
            </a:r>
            <a:r>
              <a:rPr lang="en-US" altLang="ja-JP" dirty="0"/>
              <a:t>｡</a:t>
            </a:r>
          </a:p>
        </p:txBody>
      </p:sp>
      <p:pic>
        <p:nvPicPr>
          <p:cNvPr id="8" name="図 7">
            <a:extLst>
              <a:ext uri="{FF2B5EF4-FFF2-40B4-BE49-F238E27FC236}">
                <a16:creationId xmlns:a16="http://schemas.microsoft.com/office/drawing/2014/main" id="{84931E27-70D6-B565-B580-528D42E77E66}"/>
              </a:ext>
            </a:extLst>
          </p:cNvPr>
          <p:cNvPicPr>
            <a:picLocks noChangeAspect="1"/>
          </p:cNvPicPr>
          <p:nvPr/>
        </p:nvPicPr>
        <p:blipFill rotWithShape="1">
          <a:blip r:embed="rId2"/>
          <a:srcRect l="6320" t="43783"/>
          <a:stretch/>
        </p:blipFill>
        <p:spPr>
          <a:xfrm>
            <a:off x="7670459" y="1012254"/>
            <a:ext cx="3935632" cy="2902628"/>
          </a:xfrm>
          <a:prstGeom prst="rect">
            <a:avLst/>
          </a:prstGeom>
          <a:ln>
            <a:solidFill>
              <a:schemeClr val="tx1"/>
            </a:solidFill>
          </a:ln>
        </p:spPr>
      </p:pic>
      <p:pic>
        <p:nvPicPr>
          <p:cNvPr id="11" name="図 10">
            <a:extLst>
              <a:ext uri="{FF2B5EF4-FFF2-40B4-BE49-F238E27FC236}">
                <a16:creationId xmlns:a16="http://schemas.microsoft.com/office/drawing/2014/main" id="{35426CEE-E342-435D-9F4F-7180D47D9EF4}"/>
              </a:ext>
            </a:extLst>
          </p:cNvPr>
          <p:cNvPicPr>
            <a:picLocks noChangeAspect="1"/>
          </p:cNvPicPr>
          <p:nvPr/>
        </p:nvPicPr>
        <p:blipFill>
          <a:blip r:embed="rId3"/>
          <a:stretch>
            <a:fillRect/>
          </a:stretch>
        </p:blipFill>
        <p:spPr>
          <a:xfrm>
            <a:off x="8811759" y="3914882"/>
            <a:ext cx="2924583" cy="2524477"/>
          </a:xfrm>
          <a:prstGeom prst="rect">
            <a:avLst/>
          </a:prstGeom>
        </p:spPr>
      </p:pic>
      <p:sp>
        <p:nvSpPr>
          <p:cNvPr id="4" name="スライド番号プレースホルダー 3">
            <a:extLst>
              <a:ext uri="{FF2B5EF4-FFF2-40B4-BE49-F238E27FC236}">
                <a16:creationId xmlns:a16="http://schemas.microsoft.com/office/drawing/2014/main" id="{13E43712-A01E-F218-2112-B39C62EE20A0}"/>
              </a:ext>
            </a:extLst>
          </p:cNvPr>
          <p:cNvSpPr>
            <a:spLocks noGrp="1"/>
          </p:cNvSpPr>
          <p:nvPr>
            <p:ph type="sldNum" sz="quarter" idx="12"/>
          </p:nvPr>
        </p:nvSpPr>
        <p:spPr/>
        <p:txBody>
          <a:bodyPr/>
          <a:lstStyle/>
          <a:p>
            <a:pPr>
              <a:defRPr/>
            </a:pPr>
            <a:fld id="{FA9222B9-45DE-4B6D-9428-0A9195C03EC4}" type="slidenum">
              <a:rPr lang="en-US" altLang="ja-JP" smtClean="0"/>
              <a:pPr>
                <a:defRPr/>
              </a:pPr>
              <a:t>9</a:t>
            </a:fld>
            <a:endParaRPr lang="en-US" altLang="ja-JP"/>
          </a:p>
        </p:txBody>
      </p:sp>
    </p:spTree>
    <p:extLst>
      <p:ext uri="{BB962C8B-B14F-4D97-AF65-F5344CB8AC3E}">
        <p14:creationId xmlns:p14="http://schemas.microsoft.com/office/powerpoint/2010/main" val="1461495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8C9C0-724C-ACAC-3BB7-34C8060E388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46E1551-5E1D-7FBF-DACD-19FDF74576A5}"/>
              </a:ext>
            </a:extLst>
          </p:cNvPr>
          <p:cNvSpPr>
            <a:spLocks noGrp="1"/>
          </p:cNvSpPr>
          <p:nvPr>
            <p:ph type="title"/>
          </p:nvPr>
        </p:nvSpPr>
        <p:spPr/>
        <p:txBody>
          <a:bodyPr/>
          <a:lstStyle/>
          <a:p>
            <a:r>
              <a:rPr kumimoji="1" lang="en-US" altLang="ja-JP"/>
              <a:t>5.</a:t>
            </a:r>
            <a:r>
              <a:rPr kumimoji="1" lang="ja-JP" altLang="en-US"/>
              <a:t>スプライシング切替失敗部品処理</a:t>
            </a:r>
          </a:p>
        </p:txBody>
      </p:sp>
      <p:sp>
        <p:nvSpPr>
          <p:cNvPr id="3" name="テキスト ボックス 2">
            <a:extLst>
              <a:ext uri="{FF2B5EF4-FFF2-40B4-BE49-F238E27FC236}">
                <a16:creationId xmlns:a16="http://schemas.microsoft.com/office/drawing/2014/main" id="{1A72FDAB-0817-1998-9EDD-7E3E2E3AF764}"/>
              </a:ext>
            </a:extLst>
          </p:cNvPr>
          <p:cNvSpPr txBox="1"/>
          <p:nvPr/>
        </p:nvSpPr>
        <p:spPr>
          <a:xfrm>
            <a:off x="589084" y="1776045"/>
            <a:ext cx="10300589" cy="3970318"/>
          </a:xfrm>
          <a:prstGeom prst="rect">
            <a:avLst/>
          </a:prstGeom>
          <a:noFill/>
        </p:spPr>
        <p:txBody>
          <a:bodyPr wrap="square" rtlCol="0">
            <a:spAutoFit/>
          </a:bodyPr>
          <a:lstStyle/>
          <a:p>
            <a:r>
              <a:rPr lang="ja-JP" altLang="en-US"/>
              <a:t>①</a:t>
            </a:r>
            <a:endParaRPr lang="en-US" altLang="ja-JP"/>
          </a:p>
          <a:p>
            <a:r>
              <a:rPr lang="ja-JP" altLang="en-US"/>
              <a:t>セットアップレポート計算マクロの</a:t>
            </a:r>
            <a:endParaRPr lang="en-US" altLang="ja-JP"/>
          </a:p>
          <a:p>
            <a:r>
              <a:rPr lang="en-US" altLang="ja-JP"/>
              <a:t>｢</a:t>
            </a:r>
            <a:r>
              <a:rPr lang="ja-JP" altLang="en-US"/>
              <a:t>スプライシング切り替え失敗部品リスト印刷</a:t>
            </a:r>
            <a:r>
              <a:rPr lang="en-US" altLang="ja-JP"/>
              <a:t>｣</a:t>
            </a:r>
          </a:p>
          <a:p>
            <a:r>
              <a:rPr lang="ja-JP" altLang="en-US"/>
              <a:t>を実行</a:t>
            </a:r>
            <a:r>
              <a:rPr lang="en-US" altLang="ja-JP"/>
              <a:t>｡</a:t>
            </a:r>
          </a:p>
          <a:p>
            <a:r>
              <a:rPr lang="ja-JP" altLang="en-US"/>
              <a:t>対象がある場合→現物確認して</a:t>
            </a:r>
            <a:r>
              <a:rPr lang="en-US" altLang="ja-JP"/>
              <a:t>､</a:t>
            </a:r>
            <a:r>
              <a:rPr lang="ja-JP" altLang="en-US"/>
              <a:t>スプライシングのつなぎ目が見当たらないことを確認し</a:t>
            </a:r>
            <a:r>
              <a:rPr lang="en-US" altLang="ja-JP"/>
              <a:t>､</a:t>
            </a:r>
          </a:p>
          <a:p>
            <a:r>
              <a:rPr lang="en-US" altLang="ja-JP"/>
              <a:t>Pana-CIM</a:t>
            </a:r>
            <a:r>
              <a:rPr lang="ja-JP" altLang="en-US"/>
              <a:t>ハンディでスプライシング解除を実施する</a:t>
            </a:r>
            <a:r>
              <a:rPr lang="en-US" altLang="ja-JP"/>
              <a:t>｡</a:t>
            </a:r>
          </a:p>
          <a:p>
            <a:r>
              <a:rPr lang="ja-JP" altLang="en-US"/>
              <a:t>└</a:t>
            </a:r>
            <a:r>
              <a:rPr lang="en-US" altLang="ja-JP"/>
              <a:t>1.</a:t>
            </a:r>
            <a:r>
              <a:rPr lang="ja-JP" altLang="en-US"/>
              <a:t>設備上でフィーダー情報削除 </a:t>
            </a:r>
            <a:r>
              <a:rPr lang="en-US" altLang="ja-JP"/>
              <a:t>2.</a:t>
            </a:r>
            <a:r>
              <a:rPr lang="ja-JP" altLang="en-US"/>
              <a:t>スプライシング解除 </a:t>
            </a:r>
            <a:r>
              <a:rPr lang="en-US" altLang="ja-JP"/>
              <a:t>3.</a:t>
            </a:r>
            <a:r>
              <a:rPr lang="ja-JP" altLang="en-US"/>
              <a:t>セットアップ</a:t>
            </a:r>
            <a:endParaRPr lang="en-US" altLang="ja-JP"/>
          </a:p>
          <a:p>
            <a:r>
              <a:rPr lang="ja-JP" altLang="en-US"/>
              <a:t>②</a:t>
            </a:r>
            <a:endParaRPr lang="en-US" altLang="ja-JP"/>
          </a:p>
          <a:p>
            <a:r>
              <a:rPr kumimoji="1" lang="en-US" altLang="ja-JP" b="1">
                <a:solidFill>
                  <a:srgbClr val="FF0000"/>
                </a:solidFill>
              </a:rPr>
              <a:t>2.</a:t>
            </a:r>
            <a:r>
              <a:rPr kumimoji="1" lang="ja-JP" altLang="en-US" b="1">
                <a:solidFill>
                  <a:srgbClr val="FF0000"/>
                </a:solidFill>
              </a:rPr>
              <a:t>セットアップレポート出力を再度実施し</a:t>
            </a:r>
            <a:r>
              <a:rPr kumimoji="1" lang="en-US" altLang="ja-JP" b="1">
                <a:solidFill>
                  <a:srgbClr val="FF0000"/>
                </a:solidFill>
              </a:rPr>
              <a:t>､</a:t>
            </a:r>
            <a:r>
              <a:rPr kumimoji="1" lang="ja-JP" altLang="en-US" b="1">
                <a:solidFill>
                  <a:srgbClr val="FF0000"/>
                </a:solidFill>
              </a:rPr>
              <a:t>再度マクロに取り込み</a:t>
            </a:r>
            <a:r>
              <a:rPr kumimoji="1" lang="en-US" altLang="ja-JP" b="1">
                <a:solidFill>
                  <a:srgbClr val="FF0000"/>
                </a:solidFill>
              </a:rPr>
              <a:t>､</a:t>
            </a:r>
            <a:r>
              <a:rPr kumimoji="1" lang="ja-JP" altLang="en-US" b="1">
                <a:solidFill>
                  <a:srgbClr val="FF0000"/>
                </a:solidFill>
              </a:rPr>
              <a:t>①を実行する</a:t>
            </a:r>
            <a:r>
              <a:rPr kumimoji="1" lang="en-US" altLang="ja-JP" b="1">
                <a:solidFill>
                  <a:srgbClr val="FF0000"/>
                </a:solidFill>
              </a:rPr>
              <a:t>｡</a:t>
            </a:r>
          </a:p>
          <a:p>
            <a:r>
              <a:rPr lang="ja-JP" altLang="en-US" b="1">
                <a:solidFill>
                  <a:srgbClr val="0000FF"/>
                </a:solidFill>
              </a:rPr>
              <a:t>└結果が出なくなるまで繰り返し実施</a:t>
            </a:r>
            <a:endParaRPr lang="en-US" altLang="ja-JP" b="1">
              <a:solidFill>
                <a:srgbClr val="0000FF"/>
              </a:solidFill>
            </a:endParaRPr>
          </a:p>
          <a:p>
            <a:r>
              <a:rPr lang="ja-JP" altLang="en-US"/>
              <a:t>③</a:t>
            </a:r>
            <a:endParaRPr lang="en-US" altLang="ja-JP"/>
          </a:p>
          <a:p>
            <a:r>
              <a:rPr lang="en-US" altLang="ja-JP"/>
              <a:t>｢</a:t>
            </a:r>
            <a:r>
              <a:rPr lang="ja-JP" altLang="en-US"/>
              <a:t>スプライシング部品リスト印刷</a:t>
            </a:r>
            <a:r>
              <a:rPr lang="en-US" altLang="ja-JP"/>
              <a:t>｣</a:t>
            </a:r>
          </a:p>
          <a:p>
            <a:r>
              <a:rPr lang="ja-JP" altLang="en-US"/>
              <a:t>を実行する</a:t>
            </a:r>
            <a:r>
              <a:rPr lang="en-US" altLang="ja-JP"/>
              <a:t>｡</a:t>
            </a:r>
          </a:p>
          <a:p>
            <a:endParaRPr lang="en-US" altLang="ja-JP"/>
          </a:p>
        </p:txBody>
      </p:sp>
      <p:sp>
        <p:nvSpPr>
          <p:cNvPr id="4" name="スライド番号プレースホルダー 3">
            <a:extLst>
              <a:ext uri="{FF2B5EF4-FFF2-40B4-BE49-F238E27FC236}">
                <a16:creationId xmlns:a16="http://schemas.microsoft.com/office/drawing/2014/main" id="{5744C328-5F1D-F0DC-7C99-FB1008329EBA}"/>
              </a:ext>
            </a:extLst>
          </p:cNvPr>
          <p:cNvSpPr>
            <a:spLocks noGrp="1"/>
          </p:cNvSpPr>
          <p:nvPr>
            <p:ph type="sldNum" sz="quarter" idx="12"/>
          </p:nvPr>
        </p:nvSpPr>
        <p:spPr/>
        <p:txBody>
          <a:bodyPr/>
          <a:lstStyle/>
          <a:p>
            <a:pPr>
              <a:defRPr/>
            </a:pPr>
            <a:fld id="{FA9222B9-45DE-4B6D-9428-0A9195C03EC4}" type="slidenum">
              <a:rPr lang="en-US" altLang="ja-JP" smtClean="0"/>
              <a:pPr>
                <a:defRPr/>
              </a:pPr>
              <a:t>10</a:t>
            </a:fld>
            <a:endParaRPr lang="en-US" altLang="ja-JP"/>
          </a:p>
        </p:txBody>
      </p:sp>
    </p:spTree>
    <p:extLst>
      <p:ext uri="{BB962C8B-B14F-4D97-AF65-F5344CB8AC3E}">
        <p14:creationId xmlns:p14="http://schemas.microsoft.com/office/powerpoint/2010/main" val="3931998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 2">
            <a:extLst>
              <a:ext uri="{FF2B5EF4-FFF2-40B4-BE49-F238E27FC236}">
                <a16:creationId xmlns:a16="http://schemas.microsoft.com/office/drawing/2014/main" id="{A09F3D27-D65E-FA05-A583-EBD1E3ADBBDA}"/>
              </a:ext>
            </a:extLst>
          </p:cNvPr>
          <p:cNvGraphicFramePr>
            <a:graphicFrameLocks noGrp="1"/>
          </p:cNvGraphicFramePr>
          <p:nvPr>
            <p:extLst>
              <p:ext uri="{D42A27DB-BD31-4B8C-83A1-F6EECF244321}">
                <p14:modId xmlns:p14="http://schemas.microsoft.com/office/powerpoint/2010/main" val="2512532881"/>
              </p:ext>
            </p:extLst>
          </p:nvPr>
        </p:nvGraphicFramePr>
        <p:xfrm>
          <a:off x="7045877" y="1506759"/>
          <a:ext cx="4721100" cy="2315674"/>
        </p:xfrm>
        <a:graphic>
          <a:graphicData uri="http://schemas.openxmlformats.org/drawingml/2006/table">
            <a:tbl>
              <a:tblPr/>
              <a:tblGrid>
                <a:gridCol w="842809">
                  <a:extLst>
                    <a:ext uri="{9D8B030D-6E8A-4147-A177-3AD203B41FA5}">
                      <a16:colId xmlns:a16="http://schemas.microsoft.com/office/drawing/2014/main" val="1930492925"/>
                    </a:ext>
                  </a:extLst>
                </a:gridCol>
                <a:gridCol w="712619">
                  <a:extLst>
                    <a:ext uri="{9D8B030D-6E8A-4147-A177-3AD203B41FA5}">
                      <a16:colId xmlns:a16="http://schemas.microsoft.com/office/drawing/2014/main" val="2744949721"/>
                    </a:ext>
                  </a:extLst>
                </a:gridCol>
                <a:gridCol w="1171710">
                  <a:extLst>
                    <a:ext uri="{9D8B030D-6E8A-4147-A177-3AD203B41FA5}">
                      <a16:colId xmlns:a16="http://schemas.microsoft.com/office/drawing/2014/main" val="3195749041"/>
                    </a:ext>
                  </a:extLst>
                </a:gridCol>
                <a:gridCol w="1171710">
                  <a:extLst>
                    <a:ext uri="{9D8B030D-6E8A-4147-A177-3AD203B41FA5}">
                      <a16:colId xmlns:a16="http://schemas.microsoft.com/office/drawing/2014/main" val="851788224"/>
                    </a:ext>
                  </a:extLst>
                </a:gridCol>
                <a:gridCol w="822252">
                  <a:extLst>
                    <a:ext uri="{9D8B030D-6E8A-4147-A177-3AD203B41FA5}">
                      <a16:colId xmlns:a16="http://schemas.microsoft.com/office/drawing/2014/main" val="2825562600"/>
                    </a:ext>
                  </a:extLst>
                </a:gridCol>
              </a:tblGrid>
              <a:tr h="276468">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テーブル番号</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配列</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_</a:t>
                      </a: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部品</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取り付け部品シリアル</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スプライシング部品シリアル</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新品ではない</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9646284"/>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T1-01R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581416B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    581416B100019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    581416B100023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6782300"/>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T1-04R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9000063449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9000063449 100001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9000063449 100003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7341825"/>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T1-06L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9000058550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9000058550 100090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9000058550 100091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4897833"/>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T1-07R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9000035525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9000035525 100025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9000035525 100026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3297389"/>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T1-08R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9000057994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9000057994 100134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9000057994 100138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1279515"/>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T2-02R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667797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667797 101087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667797 101094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690779"/>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T2-03L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667788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667788 100871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667788 100879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7722073"/>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T2-03R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634306A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    634306A102457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    634306A102459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6529489"/>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T2-05L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9000050384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9000050384 100007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9000050384 100009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4423015"/>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T2-05R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667734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667734 101264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667734 101296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8478998"/>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T2-09R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9000036391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9000036391 100014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9000036391 100017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3004938"/>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T2-15L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9000001589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9000001589 100047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9000001589 100049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0800225"/>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T2-17L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9000059606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9000059606 100040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9000059606 100042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0814093"/>
                  </a:ext>
                </a:extLst>
              </a:tr>
            </a:tbl>
          </a:graphicData>
        </a:graphic>
      </p:graphicFrame>
      <p:sp>
        <p:nvSpPr>
          <p:cNvPr id="2" name="タイトル 1">
            <a:extLst>
              <a:ext uri="{FF2B5EF4-FFF2-40B4-BE49-F238E27FC236}">
                <a16:creationId xmlns:a16="http://schemas.microsoft.com/office/drawing/2014/main" id="{BDD2EFD3-03A0-D1B9-92E3-D7C48F773E50}"/>
              </a:ext>
            </a:extLst>
          </p:cNvPr>
          <p:cNvSpPr>
            <a:spLocks noGrp="1"/>
          </p:cNvSpPr>
          <p:nvPr>
            <p:ph type="title"/>
          </p:nvPr>
        </p:nvSpPr>
        <p:spPr/>
        <p:txBody>
          <a:bodyPr/>
          <a:lstStyle/>
          <a:p>
            <a:r>
              <a:rPr kumimoji="1" lang="en-US" altLang="ja-JP"/>
              <a:t>6.</a:t>
            </a:r>
            <a:r>
              <a:rPr kumimoji="1" lang="ja-JP" altLang="en-US"/>
              <a:t>カウント前準備</a:t>
            </a:r>
            <a:r>
              <a:rPr kumimoji="1" lang="en-US" altLang="ja-JP"/>
              <a:t>(</a:t>
            </a:r>
            <a:r>
              <a:rPr kumimoji="1" lang="ja-JP" altLang="en-US"/>
              <a:t>ラベル貼り</a:t>
            </a:r>
            <a:r>
              <a:rPr kumimoji="1" lang="en-US" altLang="ja-JP"/>
              <a:t>)</a:t>
            </a:r>
            <a:endParaRPr kumimoji="1" lang="ja-JP" altLang="en-US"/>
          </a:p>
        </p:txBody>
      </p:sp>
      <p:sp>
        <p:nvSpPr>
          <p:cNvPr id="4" name="テキスト ボックス 3">
            <a:extLst>
              <a:ext uri="{FF2B5EF4-FFF2-40B4-BE49-F238E27FC236}">
                <a16:creationId xmlns:a16="http://schemas.microsoft.com/office/drawing/2014/main" id="{0E0B4313-6F15-105A-83E7-F2B35FE81995}"/>
              </a:ext>
            </a:extLst>
          </p:cNvPr>
          <p:cNvSpPr txBox="1"/>
          <p:nvPr/>
        </p:nvSpPr>
        <p:spPr>
          <a:xfrm>
            <a:off x="589085" y="1776046"/>
            <a:ext cx="5257800" cy="4247317"/>
          </a:xfrm>
          <a:prstGeom prst="rect">
            <a:avLst/>
          </a:prstGeom>
          <a:noFill/>
        </p:spPr>
        <p:txBody>
          <a:bodyPr wrap="square" rtlCol="0">
            <a:spAutoFit/>
          </a:bodyPr>
          <a:lstStyle/>
          <a:p>
            <a:r>
              <a:rPr lang="en-US" altLang="ja-JP" dirty="0"/>
              <a:t>【</a:t>
            </a:r>
            <a:r>
              <a:rPr lang="ja-JP" altLang="en-US" dirty="0"/>
              <a:t>現場作業</a:t>
            </a:r>
            <a:r>
              <a:rPr lang="en-US" altLang="ja-JP" dirty="0"/>
              <a:t>】</a:t>
            </a:r>
          </a:p>
          <a:p>
            <a:r>
              <a:rPr lang="ja-JP" altLang="en-US" dirty="0"/>
              <a:t>①</a:t>
            </a:r>
            <a:endParaRPr lang="en-US" altLang="ja-JP" dirty="0"/>
          </a:p>
          <a:p>
            <a:r>
              <a:rPr lang="ja-JP" altLang="en-US" dirty="0"/>
              <a:t>設備からテーブルを外し</a:t>
            </a:r>
            <a:r>
              <a:rPr lang="en-US" altLang="ja-JP" dirty="0"/>
              <a:t>､</a:t>
            </a:r>
            <a:r>
              <a:rPr lang="ja-JP" altLang="en-US" dirty="0"/>
              <a:t>フィーダーから部品を取り外す</a:t>
            </a:r>
            <a:r>
              <a:rPr lang="en-US" altLang="ja-JP" dirty="0"/>
              <a:t>｡</a:t>
            </a:r>
          </a:p>
          <a:p>
            <a:r>
              <a:rPr lang="ja-JP" altLang="en-US" dirty="0"/>
              <a:t>部品は台車の部品置き場の同じ場所に並べておく</a:t>
            </a:r>
            <a:r>
              <a:rPr lang="en-US" altLang="ja-JP" dirty="0"/>
              <a:t>｡</a:t>
            </a:r>
          </a:p>
          <a:p>
            <a:endParaRPr lang="en-US" altLang="ja-JP" dirty="0"/>
          </a:p>
          <a:p>
            <a:r>
              <a:rPr lang="ja-JP" altLang="en-US" dirty="0"/>
              <a:t>②マクロで印刷されたリストの赤枠のシリアルについて</a:t>
            </a:r>
            <a:r>
              <a:rPr lang="en-US" altLang="ja-JP" dirty="0"/>
              <a:t>､</a:t>
            </a:r>
            <a:r>
              <a:rPr lang="ja-JP" altLang="en-US" dirty="0"/>
              <a:t>バーコードを再発行</a:t>
            </a:r>
            <a:r>
              <a:rPr lang="en-US" altLang="ja-JP" dirty="0"/>
              <a:t>｡</a:t>
            </a:r>
          </a:p>
          <a:p>
            <a:r>
              <a:rPr lang="en-US" altLang="ja-JP" dirty="0"/>
              <a:t>※</a:t>
            </a:r>
            <a:r>
              <a:rPr lang="ja-JP" altLang="en-US" dirty="0"/>
              <a:t>はんだ冷蔵庫付近に設置されている、</a:t>
            </a:r>
            <a:endParaRPr lang="en-US" altLang="ja-JP" dirty="0"/>
          </a:p>
          <a:p>
            <a:r>
              <a:rPr lang="ja-JP" altLang="en-US" dirty="0"/>
              <a:t>ラベル発行可能な</a:t>
            </a:r>
            <a:r>
              <a:rPr lang="en-US" altLang="ja-JP" dirty="0" err="1"/>
              <a:t>EGPro</a:t>
            </a:r>
            <a:r>
              <a:rPr lang="ja-JP" altLang="en-US" dirty="0"/>
              <a:t>のデスクトップに</a:t>
            </a:r>
            <a:r>
              <a:rPr lang="ja-JP" altLang="en-US"/>
              <a:t>支援マクロへのショートカットが</a:t>
            </a:r>
            <a:r>
              <a:rPr lang="ja-JP" altLang="en-US" dirty="0"/>
              <a:t>置いて</a:t>
            </a:r>
            <a:r>
              <a:rPr lang="ja-JP" altLang="en-US"/>
              <a:t>あります。</a:t>
            </a:r>
            <a:endParaRPr lang="en-US" altLang="ja-JP" dirty="0"/>
          </a:p>
          <a:p>
            <a:endParaRPr lang="en-US" altLang="ja-JP" dirty="0"/>
          </a:p>
          <a:p>
            <a:r>
              <a:rPr lang="ja-JP" altLang="en-US" dirty="0"/>
              <a:t>③リストを元に</a:t>
            </a:r>
            <a:r>
              <a:rPr lang="en-US" altLang="ja-JP" dirty="0"/>
              <a:t>､</a:t>
            </a:r>
            <a:r>
              <a:rPr lang="ja-JP" altLang="en-US" dirty="0"/>
              <a:t>スプライシングされている部品に②で</a:t>
            </a:r>
            <a:endParaRPr lang="en-US" altLang="ja-JP" dirty="0"/>
          </a:p>
          <a:p>
            <a:r>
              <a:rPr lang="ja-JP" altLang="en-US" dirty="0"/>
              <a:t>再発行したシリアルを右の図のように貼付する</a:t>
            </a:r>
            <a:r>
              <a:rPr lang="en-US" altLang="ja-JP" dirty="0"/>
              <a:t>｡</a:t>
            </a:r>
          </a:p>
          <a:p>
            <a:r>
              <a:rPr lang="en-US" altLang="ja-JP" dirty="0"/>
              <a:t>(</a:t>
            </a:r>
            <a:r>
              <a:rPr lang="ja-JP" altLang="en-US" dirty="0"/>
              <a:t>簡単にはがせる仮止めの状態にする</a:t>
            </a:r>
            <a:r>
              <a:rPr lang="en-US" altLang="ja-JP" dirty="0"/>
              <a:t>｡)</a:t>
            </a:r>
          </a:p>
        </p:txBody>
      </p:sp>
      <p:pic>
        <p:nvPicPr>
          <p:cNvPr id="19" name="図 18">
            <a:extLst>
              <a:ext uri="{FF2B5EF4-FFF2-40B4-BE49-F238E27FC236}">
                <a16:creationId xmlns:a16="http://schemas.microsoft.com/office/drawing/2014/main" id="{C4F06D36-58E7-0A2D-FCED-1C92563C508F}"/>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Lst>
          </a:blip>
          <a:srcRect t="12821" r="39972" b="30128"/>
          <a:stretch/>
        </p:blipFill>
        <p:spPr>
          <a:xfrm rot="5400000">
            <a:off x="8518219" y="3313051"/>
            <a:ext cx="2315675" cy="3912577"/>
          </a:xfrm>
          <a:prstGeom prst="rect">
            <a:avLst/>
          </a:prstGeom>
        </p:spPr>
      </p:pic>
      <p:sp>
        <p:nvSpPr>
          <p:cNvPr id="20" name="正方形/長方形 19">
            <a:extLst>
              <a:ext uri="{FF2B5EF4-FFF2-40B4-BE49-F238E27FC236}">
                <a16:creationId xmlns:a16="http://schemas.microsoft.com/office/drawing/2014/main" id="{9C8D0B30-856C-CCAC-1FDC-6C7A4905280C}"/>
              </a:ext>
            </a:extLst>
          </p:cNvPr>
          <p:cNvSpPr/>
          <p:nvPr/>
        </p:nvSpPr>
        <p:spPr>
          <a:xfrm>
            <a:off x="8895374" y="4649665"/>
            <a:ext cx="1653442" cy="562708"/>
          </a:xfrm>
          <a:prstGeom prst="rect">
            <a:avLst/>
          </a:prstGeom>
          <a:noFill/>
          <a:ln>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1" name="図 20">
            <a:extLst>
              <a:ext uri="{FF2B5EF4-FFF2-40B4-BE49-F238E27FC236}">
                <a16:creationId xmlns:a16="http://schemas.microsoft.com/office/drawing/2014/main" id="{67476299-9807-625E-330D-3D5AD006A125}"/>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Lst>
          </a:blip>
          <a:srcRect l="8025" t="28620" r="78756" b="47270"/>
          <a:stretch/>
        </p:blipFill>
        <p:spPr>
          <a:xfrm rot="5400000">
            <a:off x="9467118" y="3849323"/>
            <a:ext cx="509952" cy="1653441"/>
          </a:xfrm>
          <a:prstGeom prst="rect">
            <a:avLst/>
          </a:prstGeom>
        </p:spPr>
      </p:pic>
      <p:sp>
        <p:nvSpPr>
          <p:cNvPr id="22" name="正方形/長方形 21">
            <a:extLst>
              <a:ext uri="{FF2B5EF4-FFF2-40B4-BE49-F238E27FC236}">
                <a16:creationId xmlns:a16="http://schemas.microsoft.com/office/drawing/2014/main" id="{88AA56C4-41D5-4ECB-B5C9-5C7E14611052}"/>
              </a:ext>
            </a:extLst>
          </p:cNvPr>
          <p:cNvSpPr/>
          <p:nvPr/>
        </p:nvSpPr>
        <p:spPr>
          <a:xfrm>
            <a:off x="8895373" y="4368311"/>
            <a:ext cx="1653442" cy="56270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6FE902D4-0139-6259-E50C-ACDF266DC570}"/>
              </a:ext>
            </a:extLst>
          </p:cNvPr>
          <p:cNvSpPr/>
          <p:nvPr/>
        </p:nvSpPr>
        <p:spPr>
          <a:xfrm>
            <a:off x="8077444" y="5473214"/>
            <a:ext cx="1653442" cy="277316"/>
          </a:xfrm>
          <a:prstGeom prst="rect">
            <a:avLst/>
          </a:prstGeom>
          <a:solidFill>
            <a:schemeClr val="bg1"/>
          </a:solidFill>
          <a:ln>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a:solidFill>
                  <a:schemeClr val="tx1"/>
                </a:solidFill>
              </a:rPr>
              <a:t>元々ついていたバーコード</a:t>
            </a:r>
            <a:endParaRPr kumimoji="1" lang="ja-JP" altLang="en-US" sz="1000" b="1">
              <a:solidFill>
                <a:schemeClr val="tx1"/>
              </a:solidFill>
            </a:endParaRPr>
          </a:p>
        </p:txBody>
      </p:sp>
      <p:cxnSp>
        <p:nvCxnSpPr>
          <p:cNvPr id="27" name="直線矢印コネクタ 26">
            <a:extLst>
              <a:ext uri="{FF2B5EF4-FFF2-40B4-BE49-F238E27FC236}">
                <a16:creationId xmlns:a16="http://schemas.microsoft.com/office/drawing/2014/main" id="{3EBA7165-BD7E-574E-D51F-9AF0A0C98B25}"/>
              </a:ext>
            </a:extLst>
          </p:cNvPr>
          <p:cNvCxnSpPr>
            <a:cxnSpLocks/>
            <a:stCxn id="26" idx="0"/>
          </p:cNvCxnSpPr>
          <p:nvPr/>
        </p:nvCxnSpPr>
        <p:spPr>
          <a:xfrm flipV="1">
            <a:off x="8904165" y="5212373"/>
            <a:ext cx="826721" cy="260841"/>
          </a:xfrm>
          <a:prstGeom prst="straightConnector1">
            <a:avLst/>
          </a:prstGeom>
          <a:ln w="38100">
            <a:solidFill>
              <a:srgbClr val="FF9900"/>
            </a:solidFill>
            <a:tailEnd type="triangle"/>
          </a:ln>
        </p:spPr>
        <p:style>
          <a:lnRef idx="1">
            <a:schemeClr val="accent1"/>
          </a:lnRef>
          <a:fillRef idx="0">
            <a:schemeClr val="accent1"/>
          </a:fillRef>
          <a:effectRef idx="0">
            <a:schemeClr val="accent1"/>
          </a:effectRef>
          <a:fontRef idx="minor">
            <a:schemeClr val="tx1"/>
          </a:fontRef>
        </p:style>
      </p:cxnSp>
      <p:sp>
        <p:nvSpPr>
          <p:cNvPr id="37" name="正方形/長方形 36">
            <a:extLst>
              <a:ext uri="{FF2B5EF4-FFF2-40B4-BE49-F238E27FC236}">
                <a16:creationId xmlns:a16="http://schemas.microsoft.com/office/drawing/2014/main" id="{7DBA7226-39A3-E556-FC57-5E6335A5D684}"/>
              </a:ext>
            </a:extLst>
          </p:cNvPr>
          <p:cNvSpPr/>
          <p:nvPr/>
        </p:nvSpPr>
        <p:spPr>
          <a:xfrm>
            <a:off x="9776067" y="4024140"/>
            <a:ext cx="2154850" cy="330070"/>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a:solidFill>
                  <a:schemeClr val="tx1"/>
                </a:solidFill>
              </a:rPr>
              <a:t>シールは剥がさず</a:t>
            </a:r>
            <a:r>
              <a:rPr lang="en-US" altLang="ja-JP" sz="1000" b="1">
                <a:solidFill>
                  <a:schemeClr val="tx1"/>
                </a:solidFill>
              </a:rPr>
              <a:t>､</a:t>
            </a:r>
            <a:r>
              <a:rPr lang="ja-JP" altLang="en-US" sz="1000" b="1">
                <a:solidFill>
                  <a:schemeClr val="tx1"/>
                </a:solidFill>
              </a:rPr>
              <a:t>少しかぶるようにセロテープ等で上だけ貼付</a:t>
            </a:r>
            <a:endParaRPr kumimoji="1" lang="ja-JP" altLang="en-US" sz="1000" b="1">
              <a:solidFill>
                <a:schemeClr val="tx1"/>
              </a:solidFill>
            </a:endParaRPr>
          </a:p>
        </p:txBody>
      </p:sp>
      <p:sp>
        <p:nvSpPr>
          <p:cNvPr id="38" name="正方形/長方形 37">
            <a:extLst>
              <a:ext uri="{FF2B5EF4-FFF2-40B4-BE49-F238E27FC236}">
                <a16:creationId xmlns:a16="http://schemas.microsoft.com/office/drawing/2014/main" id="{C9BBF497-D8C3-9881-314F-820935CD35B5}"/>
              </a:ext>
            </a:extLst>
          </p:cNvPr>
          <p:cNvSpPr/>
          <p:nvPr/>
        </p:nvSpPr>
        <p:spPr>
          <a:xfrm>
            <a:off x="8607670" y="1492658"/>
            <a:ext cx="1168397" cy="232977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cxnSp>
        <p:nvCxnSpPr>
          <p:cNvPr id="39" name="直線矢印コネクタ 38">
            <a:extLst>
              <a:ext uri="{FF2B5EF4-FFF2-40B4-BE49-F238E27FC236}">
                <a16:creationId xmlns:a16="http://schemas.microsoft.com/office/drawing/2014/main" id="{F7F63422-A4A1-26D9-47F7-DE9076EA56D0}"/>
              </a:ext>
            </a:extLst>
          </p:cNvPr>
          <p:cNvCxnSpPr>
            <a:cxnSpLocks/>
            <a:stCxn id="38" idx="2"/>
          </p:cNvCxnSpPr>
          <p:nvPr/>
        </p:nvCxnSpPr>
        <p:spPr>
          <a:xfrm>
            <a:off x="9191869" y="3822433"/>
            <a:ext cx="506046" cy="54587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スライド番号プレースホルダー 4">
            <a:extLst>
              <a:ext uri="{FF2B5EF4-FFF2-40B4-BE49-F238E27FC236}">
                <a16:creationId xmlns:a16="http://schemas.microsoft.com/office/drawing/2014/main" id="{49E89FFA-F02E-E9B1-CFBE-4F026C8ABBB9}"/>
              </a:ext>
            </a:extLst>
          </p:cNvPr>
          <p:cNvSpPr>
            <a:spLocks noGrp="1"/>
          </p:cNvSpPr>
          <p:nvPr>
            <p:ph type="sldNum" sz="quarter" idx="12"/>
          </p:nvPr>
        </p:nvSpPr>
        <p:spPr/>
        <p:txBody>
          <a:bodyPr/>
          <a:lstStyle/>
          <a:p>
            <a:pPr>
              <a:defRPr/>
            </a:pPr>
            <a:fld id="{FA9222B9-45DE-4B6D-9428-0A9195C03EC4}" type="slidenum">
              <a:rPr lang="en-US" altLang="ja-JP" smtClean="0"/>
              <a:pPr>
                <a:defRPr/>
              </a:pPr>
              <a:t>11</a:t>
            </a:fld>
            <a:endParaRPr lang="en-US" altLang="ja-JP"/>
          </a:p>
        </p:txBody>
      </p:sp>
    </p:spTree>
    <p:extLst>
      <p:ext uri="{BB962C8B-B14F-4D97-AF65-F5344CB8AC3E}">
        <p14:creationId xmlns:p14="http://schemas.microsoft.com/office/powerpoint/2010/main" val="11122129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 2">
            <a:extLst>
              <a:ext uri="{FF2B5EF4-FFF2-40B4-BE49-F238E27FC236}">
                <a16:creationId xmlns:a16="http://schemas.microsoft.com/office/drawing/2014/main" id="{0BB02081-6C32-84B0-33A9-F09127309ED7}"/>
              </a:ext>
            </a:extLst>
          </p:cNvPr>
          <p:cNvGraphicFramePr>
            <a:graphicFrameLocks noGrp="1"/>
          </p:cNvGraphicFramePr>
          <p:nvPr>
            <p:extLst>
              <p:ext uri="{D42A27DB-BD31-4B8C-83A1-F6EECF244321}">
                <p14:modId xmlns:p14="http://schemas.microsoft.com/office/powerpoint/2010/main" val="1643641936"/>
              </p:ext>
            </p:extLst>
          </p:nvPr>
        </p:nvGraphicFramePr>
        <p:xfrm>
          <a:off x="7045877" y="1498141"/>
          <a:ext cx="4721100" cy="2315674"/>
        </p:xfrm>
        <a:graphic>
          <a:graphicData uri="http://schemas.openxmlformats.org/drawingml/2006/table">
            <a:tbl>
              <a:tblPr/>
              <a:tblGrid>
                <a:gridCol w="842809">
                  <a:extLst>
                    <a:ext uri="{9D8B030D-6E8A-4147-A177-3AD203B41FA5}">
                      <a16:colId xmlns:a16="http://schemas.microsoft.com/office/drawing/2014/main" val="1930492925"/>
                    </a:ext>
                  </a:extLst>
                </a:gridCol>
                <a:gridCol w="712619">
                  <a:extLst>
                    <a:ext uri="{9D8B030D-6E8A-4147-A177-3AD203B41FA5}">
                      <a16:colId xmlns:a16="http://schemas.microsoft.com/office/drawing/2014/main" val="2744949721"/>
                    </a:ext>
                  </a:extLst>
                </a:gridCol>
                <a:gridCol w="1171710">
                  <a:extLst>
                    <a:ext uri="{9D8B030D-6E8A-4147-A177-3AD203B41FA5}">
                      <a16:colId xmlns:a16="http://schemas.microsoft.com/office/drawing/2014/main" val="3195749041"/>
                    </a:ext>
                  </a:extLst>
                </a:gridCol>
                <a:gridCol w="1171710">
                  <a:extLst>
                    <a:ext uri="{9D8B030D-6E8A-4147-A177-3AD203B41FA5}">
                      <a16:colId xmlns:a16="http://schemas.microsoft.com/office/drawing/2014/main" val="851788224"/>
                    </a:ext>
                  </a:extLst>
                </a:gridCol>
                <a:gridCol w="822252">
                  <a:extLst>
                    <a:ext uri="{9D8B030D-6E8A-4147-A177-3AD203B41FA5}">
                      <a16:colId xmlns:a16="http://schemas.microsoft.com/office/drawing/2014/main" val="2825562600"/>
                    </a:ext>
                  </a:extLst>
                </a:gridCol>
              </a:tblGrid>
              <a:tr h="276468">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テーブル番号</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配列</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_</a:t>
                      </a: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部品</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取り付け部品シリアル</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スプライシング部品シリアル</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新品ではない</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9646284"/>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T1-01R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581416B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    581416B100019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    581416B100023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6782300"/>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T1-04R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9000063449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9000063449 100001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9000063449 100003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7341825"/>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T1-06L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9000058550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9000058550 100090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9000058550 100091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4897833"/>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T1-07R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9000035525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9000035525 100025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9000035525 100026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3297389"/>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T1-08R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9000057994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9000057994 100134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9000057994 100138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1279515"/>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T2-02R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667797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667797 101087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667797 101094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690779"/>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T2-03L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667788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667788 100871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667788 100879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7722073"/>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T2-03R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634306A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    634306A102457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sz="800" b="0" i="0" u="none" strike="noStrike">
                          <a:solidFill>
                            <a:srgbClr val="000000"/>
                          </a:solidFill>
                          <a:effectLst/>
                          <a:latin typeface="游ゴシック" panose="020B0400000000000000" pitchFamily="50" charset="-128"/>
                          <a:ea typeface="游ゴシック" panose="020B0400000000000000" pitchFamily="50" charset="-128"/>
                        </a:rPr>
                        <a:t>    634306A102459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6529489"/>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T2-05L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9000050384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9000050384 100007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9000050384 100009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4423015"/>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T2-05R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667734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667734 101264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    </a:t>
                      </a: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667734 101296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8478998"/>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T2-09R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9000036391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9000036391 100014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9000036391 100017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3004938"/>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T2-15L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9000001589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9000001589 100047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9000001589 100049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0800225"/>
                  </a:ext>
                </a:extLst>
              </a:tr>
              <a:tr h="156862">
                <a:tc>
                  <a:txBody>
                    <a:bodyPr/>
                    <a:lstStyle/>
                    <a:p>
                      <a:pPr algn="l" fontAlgn="ctr"/>
                      <a:r>
                        <a:rPr lang="ja-JP" altLang="en-US" sz="800" b="0" i="0" u="none" strike="noStrike">
                          <a:solidFill>
                            <a:srgbClr val="000000"/>
                          </a:solidFill>
                          <a:effectLst/>
                          <a:latin typeface="游ゴシック" panose="020B0400000000000000" pitchFamily="50" charset="-128"/>
                          <a:ea typeface="游ゴシック" panose="020B0400000000000000" pitchFamily="50" charset="-128"/>
                        </a:rPr>
                        <a:t>送信機 </a:t>
                      </a:r>
                      <a:r>
                        <a:rPr lang="en-US" sz="800" b="0" i="0" u="none" strike="noStrike">
                          <a:solidFill>
                            <a:srgbClr val="000000"/>
                          </a:solidFill>
                          <a:effectLst/>
                          <a:latin typeface="游ゴシック" panose="020B0400000000000000" pitchFamily="50" charset="-128"/>
                          <a:ea typeface="游ゴシック" panose="020B0400000000000000" pitchFamily="50" charset="-128"/>
                        </a:rPr>
                        <a:t>T2-17L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9000059606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9000059606 100040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r>
                        <a:rPr lang="en-US" altLang="ja-JP" sz="800" b="0" i="0" u="none" strike="noStrike">
                          <a:solidFill>
                            <a:srgbClr val="000000"/>
                          </a:solidFill>
                          <a:effectLst/>
                          <a:latin typeface="游ゴシック" panose="020B0400000000000000" pitchFamily="50" charset="-128"/>
                          <a:ea typeface="游ゴシック" panose="020B0400000000000000" pitchFamily="50" charset="-128"/>
                        </a:rPr>
                        <a:t>9000059606 100042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endParaRPr lang="ja-JP" altLang="en-US"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0814093"/>
                  </a:ext>
                </a:extLst>
              </a:tr>
            </a:tbl>
          </a:graphicData>
        </a:graphic>
      </p:graphicFrame>
      <p:sp>
        <p:nvSpPr>
          <p:cNvPr id="2" name="タイトル 1">
            <a:extLst>
              <a:ext uri="{FF2B5EF4-FFF2-40B4-BE49-F238E27FC236}">
                <a16:creationId xmlns:a16="http://schemas.microsoft.com/office/drawing/2014/main" id="{BDD2EFD3-03A0-D1B9-92E3-D7C48F773E50}"/>
              </a:ext>
            </a:extLst>
          </p:cNvPr>
          <p:cNvSpPr>
            <a:spLocks noGrp="1"/>
          </p:cNvSpPr>
          <p:nvPr>
            <p:ph type="title"/>
          </p:nvPr>
        </p:nvSpPr>
        <p:spPr/>
        <p:txBody>
          <a:bodyPr/>
          <a:lstStyle/>
          <a:p>
            <a:r>
              <a:rPr kumimoji="1" lang="en-US" altLang="ja-JP"/>
              <a:t>6.</a:t>
            </a:r>
            <a:r>
              <a:rPr kumimoji="1" lang="ja-JP" altLang="en-US"/>
              <a:t>カウント前準備</a:t>
            </a:r>
            <a:r>
              <a:rPr kumimoji="1" lang="en-US" altLang="ja-JP"/>
              <a:t>(</a:t>
            </a:r>
            <a:r>
              <a:rPr kumimoji="1" lang="ja-JP" altLang="en-US"/>
              <a:t>ラベル貼り</a:t>
            </a:r>
            <a:r>
              <a:rPr kumimoji="1" lang="en-US" altLang="ja-JP"/>
              <a:t>)</a:t>
            </a:r>
            <a:endParaRPr kumimoji="1" lang="ja-JP" altLang="en-US"/>
          </a:p>
        </p:txBody>
      </p:sp>
      <p:sp>
        <p:nvSpPr>
          <p:cNvPr id="4" name="テキスト ボックス 3">
            <a:extLst>
              <a:ext uri="{FF2B5EF4-FFF2-40B4-BE49-F238E27FC236}">
                <a16:creationId xmlns:a16="http://schemas.microsoft.com/office/drawing/2014/main" id="{0E0B4313-6F15-105A-83E7-F2B35FE81995}"/>
              </a:ext>
            </a:extLst>
          </p:cNvPr>
          <p:cNvSpPr txBox="1"/>
          <p:nvPr/>
        </p:nvSpPr>
        <p:spPr>
          <a:xfrm>
            <a:off x="589085" y="1776046"/>
            <a:ext cx="5257800" cy="1200329"/>
          </a:xfrm>
          <a:prstGeom prst="rect">
            <a:avLst/>
          </a:prstGeom>
          <a:noFill/>
        </p:spPr>
        <p:txBody>
          <a:bodyPr wrap="square" rtlCol="0">
            <a:spAutoFit/>
          </a:bodyPr>
          <a:lstStyle/>
          <a:p>
            <a:r>
              <a:rPr lang="ja-JP" altLang="en-US"/>
              <a:t>④リストで</a:t>
            </a:r>
            <a:r>
              <a:rPr lang="en-US" altLang="ja-JP"/>
              <a:t>､</a:t>
            </a:r>
            <a:r>
              <a:rPr lang="ja-JP" altLang="en-US"/>
              <a:t>新品ではないリール対して</a:t>
            </a:r>
            <a:r>
              <a:rPr lang="en-US" altLang="ja-JP"/>
              <a:t>､</a:t>
            </a:r>
          </a:p>
          <a:p>
            <a:r>
              <a:rPr lang="ja-JP" altLang="en-US"/>
              <a:t>青丸シールを貼付する</a:t>
            </a:r>
            <a:r>
              <a:rPr lang="en-US" altLang="ja-JP"/>
              <a:t>｡</a:t>
            </a:r>
          </a:p>
          <a:p>
            <a:endParaRPr lang="en-US" altLang="ja-JP"/>
          </a:p>
          <a:p>
            <a:r>
              <a:rPr lang="ja-JP" altLang="en-US"/>
              <a:t>⑤新リールカウンタでカウントを実施する</a:t>
            </a:r>
            <a:r>
              <a:rPr lang="en-US" altLang="ja-JP"/>
              <a:t>｡</a:t>
            </a:r>
          </a:p>
        </p:txBody>
      </p:sp>
      <p:pic>
        <p:nvPicPr>
          <p:cNvPr id="19" name="図 18">
            <a:extLst>
              <a:ext uri="{FF2B5EF4-FFF2-40B4-BE49-F238E27FC236}">
                <a16:creationId xmlns:a16="http://schemas.microsoft.com/office/drawing/2014/main" id="{C4F06D36-58E7-0A2D-FCED-1C92563C508F}"/>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Lst>
          </a:blip>
          <a:srcRect t="12821" r="39972" b="30128"/>
          <a:stretch/>
        </p:blipFill>
        <p:spPr>
          <a:xfrm rot="5400000">
            <a:off x="8518219" y="3313051"/>
            <a:ext cx="2315675" cy="3912577"/>
          </a:xfrm>
          <a:prstGeom prst="rect">
            <a:avLst/>
          </a:prstGeom>
        </p:spPr>
      </p:pic>
      <p:sp>
        <p:nvSpPr>
          <p:cNvPr id="20" name="正方形/長方形 19">
            <a:extLst>
              <a:ext uri="{FF2B5EF4-FFF2-40B4-BE49-F238E27FC236}">
                <a16:creationId xmlns:a16="http://schemas.microsoft.com/office/drawing/2014/main" id="{9C8D0B30-856C-CCAC-1FDC-6C7A4905280C}"/>
              </a:ext>
            </a:extLst>
          </p:cNvPr>
          <p:cNvSpPr/>
          <p:nvPr/>
        </p:nvSpPr>
        <p:spPr>
          <a:xfrm>
            <a:off x="8895374" y="4649665"/>
            <a:ext cx="1653442" cy="562708"/>
          </a:xfrm>
          <a:prstGeom prst="rect">
            <a:avLst/>
          </a:prstGeom>
          <a:noFill/>
          <a:ln>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1" name="図 20">
            <a:extLst>
              <a:ext uri="{FF2B5EF4-FFF2-40B4-BE49-F238E27FC236}">
                <a16:creationId xmlns:a16="http://schemas.microsoft.com/office/drawing/2014/main" id="{67476299-9807-625E-330D-3D5AD006A125}"/>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Lst>
          </a:blip>
          <a:srcRect l="8025" t="28620" r="78756" b="47270"/>
          <a:stretch/>
        </p:blipFill>
        <p:spPr>
          <a:xfrm rot="5400000">
            <a:off x="9467118" y="3849323"/>
            <a:ext cx="509952" cy="1653441"/>
          </a:xfrm>
          <a:prstGeom prst="rect">
            <a:avLst/>
          </a:prstGeom>
        </p:spPr>
      </p:pic>
      <p:sp>
        <p:nvSpPr>
          <p:cNvPr id="22" name="正方形/長方形 21">
            <a:extLst>
              <a:ext uri="{FF2B5EF4-FFF2-40B4-BE49-F238E27FC236}">
                <a16:creationId xmlns:a16="http://schemas.microsoft.com/office/drawing/2014/main" id="{88AA56C4-41D5-4ECB-B5C9-5C7E14611052}"/>
              </a:ext>
            </a:extLst>
          </p:cNvPr>
          <p:cNvSpPr/>
          <p:nvPr/>
        </p:nvSpPr>
        <p:spPr>
          <a:xfrm>
            <a:off x="8895373" y="4368311"/>
            <a:ext cx="1653442" cy="56270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a:extLst>
              <a:ext uri="{FF2B5EF4-FFF2-40B4-BE49-F238E27FC236}">
                <a16:creationId xmlns:a16="http://schemas.microsoft.com/office/drawing/2014/main" id="{D04F4D51-927A-3881-27DD-78B49867FC95}"/>
              </a:ext>
            </a:extLst>
          </p:cNvPr>
          <p:cNvSpPr/>
          <p:nvPr/>
        </p:nvSpPr>
        <p:spPr>
          <a:xfrm>
            <a:off x="10103459" y="4931019"/>
            <a:ext cx="368179" cy="281354"/>
          </a:xfrm>
          <a:prstGeom prst="rect">
            <a:avLst/>
          </a:prstGeom>
          <a:no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6FE902D4-0139-6259-E50C-ACDF266DC570}"/>
              </a:ext>
            </a:extLst>
          </p:cNvPr>
          <p:cNvSpPr/>
          <p:nvPr/>
        </p:nvSpPr>
        <p:spPr>
          <a:xfrm>
            <a:off x="8077444" y="5473214"/>
            <a:ext cx="1653442" cy="277316"/>
          </a:xfrm>
          <a:prstGeom prst="rect">
            <a:avLst/>
          </a:prstGeom>
          <a:solidFill>
            <a:schemeClr val="bg1"/>
          </a:solidFill>
          <a:ln>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a:solidFill>
                  <a:schemeClr val="tx1"/>
                </a:solidFill>
              </a:rPr>
              <a:t>元々ついていたバーコード</a:t>
            </a:r>
            <a:endParaRPr kumimoji="1" lang="ja-JP" altLang="en-US" sz="1000" b="1">
              <a:solidFill>
                <a:schemeClr val="tx1"/>
              </a:solidFill>
            </a:endParaRPr>
          </a:p>
        </p:txBody>
      </p:sp>
      <p:cxnSp>
        <p:nvCxnSpPr>
          <p:cNvPr id="27" name="直線矢印コネクタ 26">
            <a:extLst>
              <a:ext uri="{FF2B5EF4-FFF2-40B4-BE49-F238E27FC236}">
                <a16:creationId xmlns:a16="http://schemas.microsoft.com/office/drawing/2014/main" id="{3EBA7165-BD7E-574E-D51F-9AF0A0C98B25}"/>
              </a:ext>
            </a:extLst>
          </p:cNvPr>
          <p:cNvCxnSpPr>
            <a:cxnSpLocks/>
            <a:stCxn id="26" idx="0"/>
          </p:cNvCxnSpPr>
          <p:nvPr/>
        </p:nvCxnSpPr>
        <p:spPr>
          <a:xfrm flipV="1">
            <a:off x="8904165" y="5212373"/>
            <a:ext cx="826721" cy="260841"/>
          </a:xfrm>
          <a:prstGeom prst="straightConnector1">
            <a:avLst/>
          </a:prstGeom>
          <a:ln w="38100">
            <a:solidFill>
              <a:srgbClr val="FF9900"/>
            </a:solidFill>
            <a:tailEnd type="triangle"/>
          </a:ln>
        </p:spPr>
        <p:style>
          <a:lnRef idx="1">
            <a:schemeClr val="accent1"/>
          </a:lnRef>
          <a:fillRef idx="0">
            <a:schemeClr val="accent1"/>
          </a:fillRef>
          <a:effectRef idx="0">
            <a:schemeClr val="accent1"/>
          </a:effectRef>
          <a:fontRef idx="minor">
            <a:schemeClr val="tx1"/>
          </a:fontRef>
        </p:style>
      </p:cxnSp>
      <p:sp>
        <p:nvSpPr>
          <p:cNvPr id="33" name="正方形/長方形 32">
            <a:extLst>
              <a:ext uri="{FF2B5EF4-FFF2-40B4-BE49-F238E27FC236}">
                <a16:creationId xmlns:a16="http://schemas.microsoft.com/office/drawing/2014/main" id="{63DFC5E6-0472-CB0F-909E-17DD9A04D0E6}"/>
              </a:ext>
            </a:extLst>
          </p:cNvPr>
          <p:cNvSpPr/>
          <p:nvPr/>
        </p:nvSpPr>
        <p:spPr>
          <a:xfrm>
            <a:off x="10928838" y="1498141"/>
            <a:ext cx="838139" cy="2315674"/>
          </a:xfrm>
          <a:prstGeom prst="rect">
            <a:avLst/>
          </a:prstGeom>
          <a:no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4" name="直線矢印コネクタ 33">
            <a:extLst>
              <a:ext uri="{FF2B5EF4-FFF2-40B4-BE49-F238E27FC236}">
                <a16:creationId xmlns:a16="http://schemas.microsoft.com/office/drawing/2014/main" id="{01AE8F41-040A-81C2-1936-B43CFAFA42D2}"/>
              </a:ext>
            </a:extLst>
          </p:cNvPr>
          <p:cNvCxnSpPr>
            <a:cxnSpLocks/>
            <a:stCxn id="33" idx="2"/>
          </p:cNvCxnSpPr>
          <p:nvPr/>
        </p:nvCxnSpPr>
        <p:spPr>
          <a:xfrm flipH="1">
            <a:off x="10505157" y="3813815"/>
            <a:ext cx="842751" cy="1257881"/>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5" name="スライド番号プレースホルダー 4">
            <a:extLst>
              <a:ext uri="{FF2B5EF4-FFF2-40B4-BE49-F238E27FC236}">
                <a16:creationId xmlns:a16="http://schemas.microsoft.com/office/drawing/2014/main" id="{ACBF04ED-3194-1083-5736-6E0A477F1E1F}"/>
              </a:ext>
            </a:extLst>
          </p:cNvPr>
          <p:cNvSpPr>
            <a:spLocks noGrp="1"/>
          </p:cNvSpPr>
          <p:nvPr>
            <p:ph type="sldNum" sz="quarter" idx="12"/>
          </p:nvPr>
        </p:nvSpPr>
        <p:spPr/>
        <p:txBody>
          <a:bodyPr/>
          <a:lstStyle/>
          <a:p>
            <a:pPr>
              <a:defRPr/>
            </a:pPr>
            <a:fld id="{FA9222B9-45DE-4B6D-9428-0A9195C03EC4}" type="slidenum">
              <a:rPr lang="en-US" altLang="ja-JP" smtClean="0"/>
              <a:pPr>
                <a:defRPr/>
              </a:pPr>
              <a:t>12</a:t>
            </a:fld>
            <a:endParaRPr lang="en-US" altLang="ja-JP"/>
          </a:p>
        </p:txBody>
      </p:sp>
    </p:spTree>
    <p:extLst>
      <p:ext uri="{BB962C8B-B14F-4D97-AF65-F5344CB8AC3E}">
        <p14:creationId xmlns:p14="http://schemas.microsoft.com/office/powerpoint/2010/main" val="2433465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D2EFD3-03A0-D1B9-92E3-D7C48F773E50}"/>
              </a:ext>
            </a:extLst>
          </p:cNvPr>
          <p:cNvSpPr>
            <a:spLocks noGrp="1"/>
          </p:cNvSpPr>
          <p:nvPr>
            <p:ph type="title"/>
          </p:nvPr>
        </p:nvSpPr>
        <p:spPr/>
        <p:txBody>
          <a:bodyPr/>
          <a:lstStyle/>
          <a:p>
            <a:r>
              <a:rPr lang="en-US" altLang="ja-JP"/>
              <a:t>7.</a:t>
            </a:r>
            <a:r>
              <a:rPr lang="ja-JP" altLang="en-US"/>
              <a:t>カウント実施</a:t>
            </a:r>
            <a:r>
              <a:rPr lang="en-US" altLang="ja-JP"/>
              <a:t>(</a:t>
            </a:r>
            <a:r>
              <a:rPr lang="ja-JP" altLang="en-US"/>
              <a:t>新リールカウンタ</a:t>
            </a:r>
            <a:r>
              <a:rPr lang="en-US" altLang="ja-JP"/>
              <a:t>)</a:t>
            </a:r>
            <a:endParaRPr kumimoji="1" lang="ja-JP" altLang="en-US"/>
          </a:p>
        </p:txBody>
      </p:sp>
      <p:sp>
        <p:nvSpPr>
          <p:cNvPr id="4" name="テキスト ボックス 3">
            <a:extLst>
              <a:ext uri="{FF2B5EF4-FFF2-40B4-BE49-F238E27FC236}">
                <a16:creationId xmlns:a16="http://schemas.microsoft.com/office/drawing/2014/main" id="{0E0B4313-6F15-105A-83E7-F2B35FE81995}"/>
              </a:ext>
            </a:extLst>
          </p:cNvPr>
          <p:cNvSpPr txBox="1"/>
          <p:nvPr/>
        </p:nvSpPr>
        <p:spPr>
          <a:xfrm>
            <a:off x="589084" y="1776046"/>
            <a:ext cx="11210314" cy="4524315"/>
          </a:xfrm>
          <a:prstGeom prst="rect">
            <a:avLst/>
          </a:prstGeom>
          <a:noFill/>
        </p:spPr>
        <p:txBody>
          <a:bodyPr wrap="square" rtlCol="0">
            <a:spAutoFit/>
          </a:bodyPr>
          <a:lstStyle/>
          <a:p>
            <a:r>
              <a:rPr lang="ja-JP" altLang="en-US"/>
              <a:t>最初に台車からリールを手に取り</a:t>
            </a:r>
            <a:r>
              <a:rPr lang="en-US" altLang="ja-JP"/>
              <a:t>､</a:t>
            </a:r>
            <a:r>
              <a:rPr lang="ja-JP" altLang="en-US"/>
              <a:t>バーコードが</a:t>
            </a:r>
            <a:r>
              <a:rPr lang="en-US" altLang="ja-JP"/>
              <a:t>2</a:t>
            </a:r>
            <a:r>
              <a:rPr lang="ja-JP" altLang="en-US"/>
              <a:t>ヶついているかどうか確認する</a:t>
            </a:r>
            <a:r>
              <a:rPr lang="en-US" altLang="ja-JP"/>
              <a:t>｡</a:t>
            </a:r>
          </a:p>
          <a:p>
            <a:endParaRPr lang="en-US" altLang="ja-JP"/>
          </a:p>
          <a:p>
            <a:r>
              <a:rPr lang="ja-JP" altLang="en-US"/>
              <a:t>■バーコードが</a:t>
            </a:r>
            <a:r>
              <a:rPr lang="en-US" altLang="ja-JP"/>
              <a:t>1</a:t>
            </a:r>
            <a:r>
              <a:rPr lang="ja-JP" altLang="en-US"/>
              <a:t>つの場合</a:t>
            </a:r>
            <a:endParaRPr lang="en-US" altLang="ja-JP"/>
          </a:p>
          <a:p>
            <a:r>
              <a:rPr lang="ja-JP" altLang="en-US"/>
              <a:t>　└そのまま</a:t>
            </a:r>
            <a:r>
              <a:rPr lang="en-US" altLang="ja-JP"/>
              <a:t>､</a:t>
            </a:r>
            <a:r>
              <a:rPr lang="ja-JP" altLang="en-US"/>
              <a:t>従来どおり新リールカウンタでカウントを実施し</a:t>
            </a:r>
            <a:r>
              <a:rPr lang="en-US" altLang="ja-JP"/>
              <a:t>､</a:t>
            </a:r>
            <a:r>
              <a:rPr lang="ja-JP" altLang="en-US"/>
              <a:t>カウンタから発行されたバーコードを貼付する</a:t>
            </a:r>
            <a:r>
              <a:rPr lang="en-US" altLang="ja-JP"/>
              <a:t>｡</a:t>
            </a:r>
          </a:p>
          <a:p>
            <a:r>
              <a:rPr lang="ja-JP" altLang="en-US"/>
              <a:t>　　部品は台車の元の位置に戻す</a:t>
            </a:r>
            <a:r>
              <a:rPr lang="en-US" altLang="ja-JP"/>
              <a:t>｡</a:t>
            </a:r>
          </a:p>
          <a:p>
            <a:endParaRPr lang="en-US" altLang="ja-JP"/>
          </a:p>
          <a:p>
            <a:r>
              <a:rPr lang="ja-JP" altLang="en-US"/>
              <a:t>■バーコードが</a:t>
            </a:r>
            <a:r>
              <a:rPr lang="en-US" altLang="ja-JP"/>
              <a:t>2</a:t>
            </a:r>
            <a:r>
              <a:rPr lang="ja-JP" altLang="en-US"/>
              <a:t>つの場合</a:t>
            </a:r>
            <a:endParaRPr lang="en-US" altLang="ja-JP"/>
          </a:p>
          <a:p>
            <a:r>
              <a:rPr lang="ja-JP" altLang="en-US"/>
              <a:t>①</a:t>
            </a:r>
            <a:r>
              <a:rPr lang="ja-JP" altLang="en-US" b="1">
                <a:solidFill>
                  <a:srgbClr val="FF0000"/>
                </a:solidFill>
              </a:rPr>
              <a:t>仮止めされている方のバーコード</a:t>
            </a:r>
            <a:r>
              <a:rPr lang="ja-JP" altLang="en-US"/>
              <a:t>を読み込み</a:t>
            </a:r>
            <a:r>
              <a:rPr lang="en-US" altLang="ja-JP"/>
              <a:t>､</a:t>
            </a:r>
            <a:r>
              <a:rPr lang="ja-JP" altLang="en-US"/>
              <a:t>カウントを実施する</a:t>
            </a:r>
            <a:r>
              <a:rPr lang="en-US" altLang="ja-JP"/>
              <a:t>｡</a:t>
            </a:r>
          </a:p>
          <a:p>
            <a:r>
              <a:rPr lang="ja-JP" altLang="en-US"/>
              <a:t>カウントは</a:t>
            </a:r>
            <a:r>
              <a:rPr lang="en-US" altLang="ja-JP"/>
              <a:t>､</a:t>
            </a:r>
            <a:r>
              <a:rPr lang="ja-JP" altLang="en-US"/>
              <a:t>スプライシングテープがあるところの切れ目まで</a:t>
            </a:r>
            <a:r>
              <a:rPr lang="en-US" altLang="ja-JP"/>
              <a:t>｡</a:t>
            </a:r>
          </a:p>
          <a:p>
            <a:r>
              <a:rPr lang="ja-JP" altLang="en-US"/>
              <a:t>発行されたバーコードはそのまま適当な場所に貼り付ける</a:t>
            </a:r>
            <a:r>
              <a:rPr lang="en-US" altLang="ja-JP"/>
              <a:t>｡</a:t>
            </a:r>
          </a:p>
          <a:p>
            <a:r>
              <a:rPr lang="ja-JP" altLang="en-US"/>
              <a:t>②部品は巻き戻さず</a:t>
            </a:r>
            <a:r>
              <a:rPr lang="ja-JP" altLang="en-US" b="1">
                <a:solidFill>
                  <a:srgbClr val="FF9900"/>
                </a:solidFill>
              </a:rPr>
              <a:t>部品に元々ついている方のバーコード</a:t>
            </a:r>
            <a:r>
              <a:rPr lang="ja-JP" altLang="en-US"/>
              <a:t>を読み込む</a:t>
            </a:r>
            <a:r>
              <a:rPr lang="en-US" altLang="ja-JP"/>
              <a:t>｡</a:t>
            </a:r>
          </a:p>
          <a:p>
            <a:r>
              <a:rPr lang="ja-JP" altLang="en-US"/>
              <a:t>　└</a:t>
            </a:r>
            <a:r>
              <a:rPr lang="ja-JP" altLang="en-US" b="1">
                <a:solidFill>
                  <a:srgbClr val="0000FF"/>
                </a:solidFill>
              </a:rPr>
              <a:t>青丸がついて無い→新品リール</a:t>
            </a:r>
            <a:endParaRPr lang="en-US" altLang="ja-JP"/>
          </a:p>
          <a:p>
            <a:r>
              <a:rPr lang="ja-JP" altLang="en-US"/>
              <a:t>　　倉庫のカウントとは違い</a:t>
            </a:r>
            <a:r>
              <a:rPr lang="en-US" altLang="ja-JP"/>
              <a:t>､</a:t>
            </a:r>
            <a:r>
              <a:rPr lang="ja-JP" altLang="en-US"/>
              <a:t>新品でもバーコードは発行し</a:t>
            </a:r>
            <a:r>
              <a:rPr lang="en-US" altLang="ja-JP"/>
              <a:t>､</a:t>
            </a:r>
            <a:r>
              <a:rPr lang="ja-JP" altLang="en-US"/>
              <a:t>貼付する</a:t>
            </a:r>
            <a:r>
              <a:rPr lang="en-US" altLang="ja-JP"/>
              <a:t>｡</a:t>
            </a:r>
          </a:p>
          <a:p>
            <a:r>
              <a:rPr lang="ja-JP" altLang="en-US"/>
              <a:t>　└</a:t>
            </a:r>
            <a:r>
              <a:rPr lang="ja-JP" altLang="en-US" b="1">
                <a:solidFill>
                  <a:srgbClr val="0000FF"/>
                </a:solidFill>
              </a:rPr>
              <a:t>青丸がついている→カウント対象</a:t>
            </a:r>
            <a:endParaRPr lang="en-US" altLang="ja-JP"/>
          </a:p>
          <a:p>
            <a:r>
              <a:rPr lang="ja-JP" altLang="en-US"/>
              <a:t>　　スプライシングテープがあるところの切れ目を原点としてカウントを行う</a:t>
            </a:r>
            <a:r>
              <a:rPr lang="en-US" altLang="ja-JP"/>
              <a:t>｡</a:t>
            </a:r>
          </a:p>
          <a:p>
            <a:r>
              <a:rPr lang="ja-JP" altLang="en-US"/>
              <a:t>　　バーコードは発行し</a:t>
            </a:r>
            <a:r>
              <a:rPr lang="en-US" altLang="ja-JP"/>
              <a:t>､</a:t>
            </a:r>
            <a:r>
              <a:rPr lang="ja-JP" altLang="en-US"/>
              <a:t>貼付する</a:t>
            </a:r>
            <a:r>
              <a:rPr lang="en-US" altLang="ja-JP"/>
              <a:t>｡</a:t>
            </a:r>
          </a:p>
        </p:txBody>
      </p:sp>
      <p:pic>
        <p:nvPicPr>
          <p:cNvPr id="3" name="図 2">
            <a:extLst>
              <a:ext uri="{FF2B5EF4-FFF2-40B4-BE49-F238E27FC236}">
                <a16:creationId xmlns:a16="http://schemas.microsoft.com/office/drawing/2014/main" id="{C32F2756-B30E-4333-17C9-07BB88E3DD1C}"/>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Lst>
          </a:blip>
          <a:srcRect t="12821" r="39972" b="30128"/>
          <a:stretch/>
        </p:blipFill>
        <p:spPr>
          <a:xfrm rot="5400000">
            <a:off x="8685272" y="2363482"/>
            <a:ext cx="2315675" cy="3912577"/>
          </a:xfrm>
          <a:prstGeom prst="rect">
            <a:avLst/>
          </a:prstGeom>
        </p:spPr>
      </p:pic>
      <p:sp>
        <p:nvSpPr>
          <p:cNvPr id="5" name="正方形/長方形 4">
            <a:extLst>
              <a:ext uri="{FF2B5EF4-FFF2-40B4-BE49-F238E27FC236}">
                <a16:creationId xmlns:a16="http://schemas.microsoft.com/office/drawing/2014/main" id="{52E71019-F99E-9436-1DF6-50CAFFC6366E}"/>
              </a:ext>
            </a:extLst>
          </p:cNvPr>
          <p:cNvSpPr/>
          <p:nvPr/>
        </p:nvSpPr>
        <p:spPr>
          <a:xfrm>
            <a:off x="9062427" y="3700096"/>
            <a:ext cx="1653442" cy="562708"/>
          </a:xfrm>
          <a:prstGeom prst="rect">
            <a:avLst/>
          </a:prstGeom>
          <a:noFill/>
          <a:ln>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 name="図 6">
            <a:extLst>
              <a:ext uri="{FF2B5EF4-FFF2-40B4-BE49-F238E27FC236}">
                <a16:creationId xmlns:a16="http://schemas.microsoft.com/office/drawing/2014/main" id="{C0545ABD-896F-6FDA-A4FE-93E8D764112A}"/>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Lst>
          </a:blip>
          <a:srcRect l="8025" t="28620" r="78756" b="47270"/>
          <a:stretch/>
        </p:blipFill>
        <p:spPr>
          <a:xfrm rot="5400000">
            <a:off x="9634171" y="2899754"/>
            <a:ext cx="509952" cy="1653441"/>
          </a:xfrm>
          <a:prstGeom prst="rect">
            <a:avLst/>
          </a:prstGeom>
        </p:spPr>
      </p:pic>
      <p:sp>
        <p:nvSpPr>
          <p:cNvPr id="8" name="正方形/長方形 7">
            <a:extLst>
              <a:ext uri="{FF2B5EF4-FFF2-40B4-BE49-F238E27FC236}">
                <a16:creationId xmlns:a16="http://schemas.microsoft.com/office/drawing/2014/main" id="{8AB476D6-D438-6917-6383-47EF89996408}"/>
              </a:ext>
            </a:extLst>
          </p:cNvPr>
          <p:cNvSpPr/>
          <p:nvPr/>
        </p:nvSpPr>
        <p:spPr>
          <a:xfrm>
            <a:off x="9062426" y="3418742"/>
            <a:ext cx="1653442" cy="56270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B49CB476-B0C0-21B4-3B67-007EACFC8858}"/>
              </a:ext>
            </a:extLst>
          </p:cNvPr>
          <p:cNvSpPr/>
          <p:nvPr/>
        </p:nvSpPr>
        <p:spPr>
          <a:xfrm>
            <a:off x="10270512" y="3981450"/>
            <a:ext cx="368179" cy="281354"/>
          </a:xfrm>
          <a:prstGeom prst="rect">
            <a:avLst/>
          </a:prstGeom>
          <a:no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E40D2F85-C76B-C327-13CE-5DED23407D96}"/>
              </a:ext>
            </a:extLst>
          </p:cNvPr>
          <p:cNvSpPr/>
          <p:nvPr/>
        </p:nvSpPr>
        <p:spPr>
          <a:xfrm>
            <a:off x="8244497" y="4523645"/>
            <a:ext cx="1653442" cy="277316"/>
          </a:xfrm>
          <a:prstGeom prst="rect">
            <a:avLst/>
          </a:prstGeom>
          <a:solidFill>
            <a:schemeClr val="bg1"/>
          </a:solidFill>
          <a:ln>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a:solidFill>
                  <a:schemeClr val="tx1"/>
                </a:solidFill>
              </a:rPr>
              <a:t>元々ついていたバーコード</a:t>
            </a:r>
            <a:endParaRPr kumimoji="1" lang="ja-JP" altLang="en-US" sz="1000" b="1">
              <a:solidFill>
                <a:schemeClr val="tx1"/>
              </a:solidFill>
            </a:endParaRPr>
          </a:p>
        </p:txBody>
      </p:sp>
      <p:cxnSp>
        <p:nvCxnSpPr>
          <p:cNvPr id="11" name="直線矢印コネクタ 10">
            <a:extLst>
              <a:ext uri="{FF2B5EF4-FFF2-40B4-BE49-F238E27FC236}">
                <a16:creationId xmlns:a16="http://schemas.microsoft.com/office/drawing/2014/main" id="{B81BB329-5AC1-54CC-D402-6C7DAD71A455}"/>
              </a:ext>
            </a:extLst>
          </p:cNvPr>
          <p:cNvCxnSpPr>
            <a:cxnSpLocks/>
            <a:stCxn id="10" idx="0"/>
          </p:cNvCxnSpPr>
          <p:nvPr/>
        </p:nvCxnSpPr>
        <p:spPr>
          <a:xfrm flipV="1">
            <a:off x="9071218" y="4262804"/>
            <a:ext cx="826721" cy="260841"/>
          </a:xfrm>
          <a:prstGeom prst="straightConnector1">
            <a:avLst/>
          </a:prstGeom>
          <a:ln w="38100">
            <a:solidFill>
              <a:srgbClr val="FF9900"/>
            </a:solidFill>
            <a:tailEnd type="triangle"/>
          </a:ln>
        </p:spPr>
        <p:style>
          <a:lnRef idx="1">
            <a:schemeClr val="accent1"/>
          </a:lnRef>
          <a:fillRef idx="0">
            <a:schemeClr val="accent1"/>
          </a:fillRef>
          <a:effectRef idx="0">
            <a:schemeClr val="accent1"/>
          </a:effectRef>
          <a:fontRef idx="minor">
            <a:schemeClr val="tx1"/>
          </a:fontRef>
        </p:style>
      </p:cxnSp>
      <p:sp>
        <p:nvSpPr>
          <p:cNvPr id="6" name="スライド番号プレースホルダー 5">
            <a:extLst>
              <a:ext uri="{FF2B5EF4-FFF2-40B4-BE49-F238E27FC236}">
                <a16:creationId xmlns:a16="http://schemas.microsoft.com/office/drawing/2014/main" id="{D00DB9FD-C199-D986-5364-AF1D6C307485}"/>
              </a:ext>
            </a:extLst>
          </p:cNvPr>
          <p:cNvSpPr>
            <a:spLocks noGrp="1"/>
          </p:cNvSpPr>
          <p:nvPr>
            <p:ph type="sldNum" sz="quarter" idx="12"/>
          </p:nvPr>
        </p:nvSpPr>
        <p:spPr/>
        <p:txBody>
          <a:bodyPr/>
          <a:lstStyle/>
          <a:p>
            <a:pPr>
              <a:defRPr/>
            </a:pPr>
            <a:fld id="{FA9222B9-45DE-4B6D-9428-0A9195C03EC4}" type="slidenum">
              <a:rPr lang="en-US" altLang="ja-JP" smtClean="0"/>
              <a:pPr>
                <a:defRPr/>
              </a:pPr>
              <a:t>13</a:t>
            </a:fld>
            <a:endParaRPr lang="en-US" altLang="ja-JP"/>
          </a:p>
        </p:txBody>
      </p:sp>
    </p:spTree>
    <p:extLst>
      <p:ext uri="{BB962C8B-B14F-4D97-AF65-F5344CB8AC3E}">
        <p14:creationId xmlns:p14="http://schemas.microsoft.com/office/powerpoint/2010/main" val="34050326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D2EFD3-03A0-D1B9-92E3-D7C48F773E50}"/>
              </a:ext>
            </a:extLst>
          </p:cNvPr>
          <p:cNvSpPr>
            <a:spLocks noGrp="1"/>
          </p:cNvSpPr>
          <p:nvPr>
            <p:ph type="title"/>
          </p:nvPr>
        </p:nvSpPr>
        <p:spPr/>
        <p:txBody>
          <a:bodyPr/>
          <a:lstStyle/>
          <a:p>
            <a:r>
              <a:rPr lang="en-US" altLang="ja-JP" dirty="0"/>
              <a:t>7.</a:t>
            </a:r>
            <a:r>
              <a:rPr lang="ja-JP" altLang="en-US" dirty="0"/>
              <a:t>カウント実施</a:t>
            </a:r>
            <a:r>
              <a:rPr lang="en-US" altLang="ja-JP" dirty="0"/>
              <a:t>(</a:t>
            </a:r>
            <a:r>
              <a:rPr lang="ja-JP" altLang="en-US" dirty="0"/>
              <a:t>新リールカウンタ</a:t>
            </a:r>
            <a:r>
              <a:rPr lang="en-US" altLang="ja-JP" dirty="0"/>
              <a:t>)</a:t>
            </a:r>
            <a:endParaRPr kumimoji="1" lang="ja-JP" altLang="en-US" dirty="0"/>
          </a:p>
        </p:txBody>
      </p:sp>
      <p:sp>
        <p:nvSpPr>
          <p:cNvPr id="4" name="テキスト ボックス 3">
            <a:extLst>
              <a:ext uri="{FF2B5EF4-FFF2-40B4-BE49-F238E27FC236}">
                <a16:creationId xmlns:a16="http://schemas.microsoft.com/office/drawing/2014/main" id="{0E0B4313-6F15-105A-83E7-F2B35FE81995}"/>
              </a:ext>
            </a:extLst>
          </p:cNvPr>
          <p:cNvSpPr txBox="1"/>
          <p:nvPr/>
        </p:nvSpPr>
        <p:spPr>
          <a:xfrm>
            <a:off x="589084" y="1776046"/>
            <a:ext cx="11210314" cy="2308324"/>
          </a:xfrm>
          <a:prstGeom prst="rect">
            <a:avLst/>
          </a:prstGeom>
          <a:noFill/>
        </p:spPr>
        <p:txBody>
          <a:bodyPr wrap="square" rtlCol="0">
            <a:spAutoFit/>
          </a:bodyPr>
          <a:lstStyle/>
          <a:p>
            <a:endParaRPr lang="en-US" altLang="ja-JP" dirty="0"/>
          </a:p>
          <a:p>
            <a:endParaRPr lang="en-US" altLang="ja-JP" dirty="0"/>
          </a:p>
          <a:p>
            <a:r>
              <a:rPr lang="ja-JP" altLang="en-US" dirty="0"/>
              <a:t>■バーコードが</a:t>
            </a:r>
            <a:r>
              <a:rPr lang="en-US" altLang="ja-JP" dirty="0"/>
              <a:t>1</a:t>
            </a:r>
            <a:r>
              <a:rPr lang="ja-JP" altLang="en-US" dirty="0"/>
              <a:t>つしかないのにスプライシングされている場合</a:t>
            </a:r>
            <a:endParaRPr lang="en-US" altLang="ja-JP" dirty="0"/>
          </a:p>
          <a:p>
            <a:r>
              <a:rPr lang="ja-JP" altLang="en-US" dirty="0"/>
              <a:t>　└その旨とテーブル番号を記載し</a:t>
            </a:r>
            <a:r>
              <a:rPr lang="en-US" altLang="ja-JP" dirty="0"/>
              <a:t>､</a:t>
            </a:r>
            <a:r>
              <a:rPr lang="ja-JP" altLang="en-US" dirty="0"/>
              <a:t>リールごと要確認部品</a:t>
            </a:r>
            <a:r>
              <a:rPr lang="en-US" altLang="ja-JP" dirty="0"/>
              <a:t>BOX</a:t>
            </a:r>
            <a:r>
              <a:rPr lang="ja-JP" altLang="en-US" dirty="0"/>
              <a:t>へ入れる</a:t>
            </a:r>
            <a:r>
              <a:rPr lang="en-US" altLang="ja-JP" dirty="0"/>
              <a:t>｡</a:t>
            </a:r>
          </a:p>
          <a:p>
            <a:endParaRPr lang="en-US" altLang="ja-JP" dirty="0"/>
          </a:p>
          <a:p>
            <a:r>
              <a:rPr lang="ja-JP" altLang="en-US" dirty="0"/>
              <a:t>■バーコードが</a:t>
            </a:r>
            <a:r>
              <a:rPr lang="en-US" altLang="ja-JP" dirty="0"/>
              <a:t>2</a:t>
            </a:r>
            <a:r>
              <a:rPr lang="ja-JP" altLang="en-US" dirty="0"/>
              <a:t>つあるのにスプライシングされていない場合</a:t>
            </a:r>
            <a:endParaRPr lang="en-US" altLang="ja-JP" dirty="0"/>
          </a:p>
          <a:p>
            <a:r>
              <a:rPr lang="ja-JP" altLang="en-US" dirty="0"/>
              <a:t>　　└その旨テーブル番号を記載し</a:t>
            </a:r>
            <a:r>
              <a:rPr lang="en-US" altLang="ja-JP" dirty="0"/>
              <a:t>､</a:t>
            </a:r>
            <a:r>
              <a:rPr lang="ja-JP" altLang="en-US" dirty="0"/>
              <a:t>リールごと要確認部品</a:t>
            </a:r>
            <a:r>
              <a:rPr lang="en-US" altLang="ja-JP" dirty="0"/>
              <a:t>BOX</a:t>
            </a:r>
            <a:r>
              <a:rPr lang="ja-JP" altLang="en-US" dirty="0"/>
              <a:t>へ入れる</a:t>
            </a:r>
            <a:r>
              <a:rPr lang="en-US" altLang="ja-JP" dirty="0"/>
              <a:t>｡</a:t>
            </a:r>
          </a:p>
          <a:p>
            <a:endParaRPr lang="en-US" altLang="ja-JP" dirty="0"/>
          </a:p>
        </p:txBody>
      </p:sp>
      <p:pic>
        <p:nvPicPr>
          <p:cNvPr id="3" name="図 2">
            <a:extLst>
              <a:ext uri="{FF2B5EF4-FFF2-40B4-BE49-F238E27FC236}">
                <a16:creationId xmlns:a16="http://schemas.microsoft.com/office/drawing/2014/main" id="{C32F2756-B30E-4333-17C9-07BB88E3DD1C}"/>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Lst>
          </a:blip>
          <a:srcRect t="12821" r="39972" b="30128"/>
          <a:stretch/>
        </p:blipFill>
        <p:spPr>
          <a:xfrm rot="5400000">
            <a:off x="8685272" y="2363482"/>
            <a:ext cx="2315675" cy="3912577"/>
          </a:xfrm>
          <a:prstGeom prst="rect">
            <a:avLst/>
          </a:prstGeom>
        </p:spPr>
      </p:pic>
      <p:sp>
        <p:nvSpPr>
          <p:cNvPr id="5" name="正方形/長方形 4">
            <a:extLst>
              <a:ext uri="{FF2B5EF4-FFF2-40B4-BE49-F238E27FC236}">
                <a16:creationId xmlns:a16="http://schemas.microsoft.com/office/drawing/2014/main" id="{52E71019-F99E-9436-1DF6-50CAFFC6366E}"/>
              </a:ext>
            </a:extLst>
          </p:cNvPr>
          <p:cNvSpPr/>
          <p:nvPr/>
        </p:nvSpPr>
        <p:spPr>
          <a:xfrm>
            <a:off x="9062427" y="3700096"/>
            <a:ext cx="1653442" cy="562708"/>
          </a:xfrm>
          <a:prstGeom prst="rect">
            <a:avLst/>
          </a:prstGeom>
          <a:noFill/>
          <a:ln>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 name="図 6">
            <a:extLst>
              <a:ext uri="{FF2B5EF4-FFF2-40B4-BE49-F238E27FC236}">
                <a16:creationId xmlns:a16="http://schemas.microsoft.com/office/drawing/2014/main" id="{C0545ABD-896F-6FDA-A4FE-93E8D764112A}"/>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Lst>
          </a:blip>
          <a:srcRect l="8025" t="28620" r="78756" b="47270"/>
          <a:stretch/>
        </p:blipFill>
        <p:spPr>
          <a:xfrm rot="5400000">
            <a:off x="9634171" y="2899754"/>
            <a:ext cx="509952" cy="1653441"/>
          </a:xfrm>
          <a:prstGeom prst="rect">
            <a:avLst/>
          </a:prstGeom>
        </p:spPr>
      </p:pic>
      <p:sp>
        <p:nvSpPr>
          <p:cNvPr id="8" name="正方形/長方形 7">
            <a:extLst>
              <a:ext uri="{FF2B5EF4-FFF2-40B4-BE49-F238E27FC236}">
                <a16:creationId xmlns:a16="http://schemas.microsoft.com/office/drawing/2014/main" id="{8AB476D6-D438-6917-6383-47EF89996408}"/>
              </a:ext>
            </a:extLst>
          </p:cNvPr>
          <p:cNvSpPr/>
          <p:nvPr/>
        </p:nvSpPr>
        <p:spPr>
          <a:xfrm>
            <a:off x="9062426" y="3418742"/>
            <a:ext cx="1653442" cy="56270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B49CB476-B0C0-21B4-3B67-007EACFC8858}"/>
              </a:ext>
            </a:extLst>
          </p:cNvPr>
          <p:cNvSpPr/>
          <p:nvPr/>
        </p:nvSpPr>
        <p:spPr>
          <a:xfrm>
            <a:off x="10270512" y="3981450"/>
            <a:ext cx="368179" cy="281354"/>
          </a:xfrm>
          <a:prstGeom prst="rect">
            <a:avLst/>
          </a:prstGeom>
          <a:no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E40D2F85-C76B-C327-13CE-5DED23407D96}"/>
              </a:ext>
            </a:extLst>
          </p:cNvPr>
          <p:cNvSpPr/>
          <p:nvPr/>
        </p:nvSpPr>
        <p:spPr>
          <a:xfrm>
            <a:off x="8244497" y="4523645"/>
            <a:ext cx="1653442" cy="277316"/>
          </a:xfrm>
          <a:prstGeom prst="rect">
            <a:avLst/>
          </a:prstGeom>
          <a:solidFill>
            <a:schemeClr val="bg1"/>
          </a:solidFill>
          <a:ln>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a:solidFill>
                  <a:schemeClr val="tx1"/>
                </a:solidFill>
              </a:rPr>
              <a:t>元々ついていたバーコード</a:t>
            </a:r>
            <a:endParaRPr kumimoji="1" lang="ja-JP" altLang="en-US" sz="1000" b="1">
              <a:solidFill>
                <a:schemeClr val="tx1"/>
              </a:solidFill>
            </a:endParaRPr>
          </a:p>
        </p:txBody>
      </p:sp>
      <p:cxnSp>
        <p:nvCxnSpPr>
          <p:cNvPr id="11" name="直線矢印コネクタ 10">
            <a:extLst>
              <a:ext uri="{FF2B5EF4-FFF2-40B4-BE49-F238E27FC236}">
                <a16:creationId xmlns:a16="http://schemas.microsoft.com/office/drawing/2014/main" id="{B81BB329-5AC1-54CC-D402-6C7DAD71A455}"/>
              </a:ext>
            </a:extLst>
          </p:cNvPr>
          <p:cNvCxnSpPr>
            <a:cxnSpLocks/>
            <a:stCxn id="10" idx="0"/>
          </p:cNvCxnSpPr>
          <p:nvPr/>
        </p:nvCxnSpPr>
        <p:spPr>
          <a:xfrm flipV="1">
            <a:off x="9071218" y="4262804"/>
            <a:ext cx="826721" cy="260841"/>
          </a:xfrm>
          <a:prstGeom prst="straightConnector1">
            <a:avLst/>
          </a:prstGeom>
          <a:ln w="38100">
            <a:solidFill>
              <a:srgbClr val="FF9900"/>
            </a:solidFill>
            <a:tailEnd type="triangle"/>
          </a:ln>
        </p:spPr>
        <p:style>
          <a:lnRef idx="1">
            <a:schemeClr val="accent1"/>
          </a:lnRef>
          <a:fillRef idx="0">
            <a:schemeClr val="accent1"/>
          </a:fillRef>
          <a:effectRef idx="0">
            <a:schemeClr val="accent1"/>
          </a:effectRef>
          <a:fontRef idx="minor">
            <a:schemeClr val="tx1"/>
          </a:fontRef>
        </p:style>
      </p:cxnSp>
      <p:sp>
        <p:nvSpPr>
          <p:cNvPr id="6" name="スライド番号プレースホルダー 5">
            <a:extLst>
              <a:ext uri="{FF2B5EF4-FFF2-40B4-BE49-F238E27FC236}">
                <a16:creationId xmlns:a16="http://schemas.microsoft.com/office/drawing/2014/main" id="{F038E00E-3AE5-FF74-42B4-AF761AA1F791}"/>
              </a:ext>
            </a:extLst>
          </p:cNvPr>
          <p:cNvSpPr>
            <a:spLocks noGrp="1"/>
          </p:cNvSpPr>
          <p:nvPr>
            <p:ph type="sldNum" sz="quarter" idx="12"/>
          </p:nvPr>
        </p:nvSpPr>
        <p:spPr/>
        <p:txBody>
          <a:bodyPr/>
          <a:lstStyle/>
          <a:p>
            <a:pPr>
              <a:defRPr/>
            </a:pPr>
            <a:fld id="{FA9222B9-45DE-4B6D-9428-0A9195C03EC4}" type="slidenum">
              <a:rPr lang="en-US" altLang="ja-JP" smtClean="0"/>
              <a:pPr>
                <a:defRPr/>
              </a:pPr>
              <a:t>14</a:t>
            </a:fld>
            <a:endParaRPr lang="en-US" altLang="ja-JP"/>
          </a:p>
        </p:txBody>
      </p:sp>
    </p:spTree>
    <p:extLst>
      <p:ext uri="{BB962C8B-B14F-4D97-AF65-F5344CB8AC3E}">
        <p14:creationId xmlns:p14="http://schemas.microsoft.com/office/powerpoint/2010/main" val="24465414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06599-8CA5-7301-1417-DF0942EB661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2188471-0506-9CBE-8B29-76C63E10FCD0}"/>
              </a:ext>
            </a:extLst>
          </p:cNvPr>
          <p:cNvSpPr>
            <a:spLocks noGrp="1"/>
          </p:cNvSpPr>
          <p:nvPr>
            <p:ph type="title"/>
          </p:nvPr>
        </p:nvSpPr>
        <p:spPr/>
        <p:txBody>
          <a:bodyPr/>
          <a:lstStyle/>
          <a:p>
            <a:r>
              <a:rPr kumimoji="1" lang="en-US" altLang="ja-JP"/>
              <a:t>8.</a:t>
            </a:r>
            <a:r>
              <a:rPr kumimoji="1" lang="ja-JP" altLang="en-US"/>
              <a:t>入庫処理</a:t>
            </a:r>
          </a:p>
        </p:txBody>
      </p:sp>
      <p:sp>
        <p:nvSpPr>
          <p:cNvPr id="4" name="テキスト ボックス 3">
            <a:extLst>
              <a:ext uri="{FF2B5EF4-FFF2-40B4-BE49-F238E27FC236}">
                <a16:creationId xmlns:a16="http://schemas.microsoft.com/office/drawing/2014/main" id="{49BC94BA-1849-077E-8DDC-ACFEA0065D66}"/>
              </a:ext>
            </a:extLst>
          </p:cNvPr>
          <p:cNvSpPr txBox="1"/>
          <p:nvPr/>
        </p:nvSpPr>
        <p:spPr>
          <a:xfrm>
            <a:off x="589084" y="1776046"/>
            <a:ext cx="5217950" cy="3139321"/>
          </a:xfrm>
          <a:prstGeom prst="rect">
            <a:avLst/>
          </a:prstGeom>
          <a:noFill/>
        </p:spPr>
        <p:txBody>
          <a:bodyPr wrap="square" rtlCol="0">
            <a:spAutoFit/>
          </a:bodyPr>
          <a:lstStyle/>
          <a:p>
            <a:r>
              <a:rPr lang="ja-JP" altLang="en-US"/>
              <a:t>①</a:t>
            </a:r>
            <a:endParaRPr lang="en-US" altLang="ja-JP"/>
          </a:p>
          <a:p>
            <a:r>
              <a:rPr lang="ja-JP" altLang="en-US"/>
              <a:t>生産計画アプリで</a:t>
            </a:r>
            <a:r>
              <a:rPr lang="en-US" altLang="ja-JP"/>
              <a:t>､</a:t>
            </a:r>
            <a:r>
              <a:rPr lang="ja-JP" altLang="en-US"/>
              <a:t>****</a:t>
            </a:r>
            <a:r>
              <a:rPr lang="en-US" altLang="ja-JP"/>
              <a:t>-DMY</a:t>
            </a:r>
            <a:r>
              <a:rPr lang="ja-JP" altLang="en-US"/>
              <a:t>を選択して</a:t>
            </a:r>
            <a:endParaRPr lang="en-US" altLang="ja-JP"/>
          </a:p>
          <a:p>
            <a:r>
              <a:rPr lang="ja-JP" altLang="en-US"/>
              <a:t>生産開始を押す</a:t>
            </a:r>
            <a:r>
              <a:rPr lang="en-US" altLang="ja-JP"/>
              <a:t>｡</a:t>
            </a:r>
          </a:p>
          <a:p>
            <a:r>
              <a:rPr lang="ja-JP" altLang="en-US"/>
              <a:t>②</a:t>
            </a:r>
            <a:endParaRPr lang="en-US" altLang="ja-JP"/>
          </a:p>
          <a:p>
            <a:r>
              <a:rPr lang="ja-JP" altLang="en-US"/>
              <a:t>キャンセルを押す</a:t>
            </a:r>
            <a:r>
              <a:rPr lang="en-US" altLang="ja-JP"/>
              <a:t>｡</a:t>
            </a:r>
          </a:p>
          <a:p>
            <a:endParaRPr lang="en-US" altLang="ja-JP"/>
          </a:p>
          <a:p>
            <a:endParaRPr lang="en-US" altLang="ja-JP"/>
          </a:p>
          <a:p>
            <a:r>
              <a:rPr lang="en-US" altLang="ja-JP"/>
              <a:t>※</a:t>
            </a:r>
            <a:r>
              <a:rPr lang="ja-JP" altLang="en-US"/>
              <a:t>この処理をすることで</a:t>
            </a:r>
            <a:r>
              <a:rPr lang="en-US" altLang="ja-JP"/>
              <a:t>､</a:t>
            </a:r>
            <a:r>
              <a:rPr lang="ja-JP" altLang="en-US"/>
              <a:t>ステータスが</a:t>
            </a:r>
            <a:r>
              <a:rPr lang="en-US" altLang="ja-JP"/>
              <a:t>｢</a:t>
            </a:r>
            <a:r>
              <a:rPr lang="ja-JP" altLang="en-US"/>
              <a:t>生産中</a:t>
            </a:r>
            <a:r>
              <a:rPr lang="en-US" altLang="ja-JP"/>
              <a:t>｣</a:t>
            </a:r>
          </a:p>
          <a:p>
            <a:r>
              <a:rPr lang="ja-JP" altLang="en-US"/>
              <a:t>のままになってしまっている部品シリアルの</a:t>
            </a:r>
            <a:endParaRPr lang="en-US" altLang="ja-JP"/>
          </a:p>
          <a:p>
            <a:r>
              <a:rPr lang="ja-JP" altLang="en-US"/>
              <a:t>ステータスが</a:t>
            </a:r>
            <a:r>
              <a:rPr lang="en-US" altLang="ja-JP"/>
              <a:t>､｢</a:t>
            </a:r>
            <a:r>
              <a:rPr lang="ja-JP" altLang="en-US"/>
              <a:t>外し</a:t>
            </a:r>
            <a:r>
              <a:rPr lang="en-US" altLang="ja-JP"/>
              <a:t>｣</a:t>
            </a:r>
            <a:r>
              <a:rPr lang="ja-JP" altLang="en-US"/>
              <a:t>に切り替わり入庫処理</a:t>
            </a:r>
            <a:endParaRPr lang="en-US" altLang="ja-JP"/>
          </a:p>
          <a:p>
            <a:r>
              <a:rPr lang="ja-JP" altLang="en-US"/>
              <a:t>できるようになる</a:t>
            </a:r>
            <a:r>
              <a:rPr lang="en-US" altLang="ja-JP"/>
              <a:t>｡</a:t>
            </a:r>
          </a:p>
        </p:txBody>
      </p:sp>
      <p:pic>
        <p:nvPicPr>
          <p:cNvPr id="5" name="図 4">
            <a:extLst>
              <a:ext uri="{FF2B5EF4-FFF2-40B4-BE49-F238E27FC236}">
                <a16:creationId xmlns:a16="http://schemas.microsoft.com/office/drawing/2014/main" id="{DC0BF402-B625-B3E4-58CD-CA0BE9E0F9D9}"/>
              </a:ext>
            </a:extLst>
          </p:cNvPr>
          <p:cNvPicPr>
            <a:picLocks noChangeAspect="1"/>
          </p:cNvPicPr>
          <p:nvPr/>
        </p:nvPicPr>
        <p:blipFill>
          <a:blip r:embed="rId2"/>
          <a:stretch>
            <a:fillRect/>
          </a:stretch>
        </p:blipFill>
        <p:spPr>
          <a:xfrm>
            <a:off x="5737872" y="864326"/>
            <a:ext cx="5868219" cy="3181794"/>
          </a:xfrm>
          <a:prstGeom prst="rect">
            <a:avLst/>
          </a:prstGeom>
        </p:spPr>
      </p:pic>
      <p:pic>
        <p:nvPicPr>
          <p:cNvPr id="7" name="図 6">
            <a:extLst>
              <a:ext uri="{FF2B5EF4-FFF2-40B4-BE49-F238E27FC236}">
                <a16:creationId xmlns:a16="http://schemas.microsoft.com/office/drawing/2014/main" id="{3D9F1F17-D758-723C-C4B2-62B9F2034DAF}"/>
              </a:ext>
            </a:extLst>
          </p:cNvPr>
          <p:cNvPicPr>
            <a:picLocks noChangeAspect="1"/>
          </p:cNvPicPr>
          <p:nvPr/>
        </p:nvPicPr>
        <p:blipFill>
          <a:blip r:embed="rId3"/>
          <a:stretch>
            <a:fillRect/>
          </a:stretch>
        </p:blipFill>
        <p:spPr>
          <a:xfrm>
            <a:off x="5737872" y="3710162"/>
            <a:ext cx="6173061" cy="2810267"/>
          </a:xfrm>
          <a:prstGeom prst="rect">
            <a:avLst/>
          </a:prstGeom>
        </p:spPr>
      </p:pic>
      <p:sp>
        <p:nvSpPr>
          <p:cNvPr id="8" name="正方形/長方形 7">
            <a:extLst>
              <a:ext uri="{FF2B5EF4-FFF2-40B4-BE49-F238E27FC236}">
                <a16:creationId xmlns:a16="http://schemas.microsoft.com/office/drawing/2014/main" id="{F2BB433D-6213-AB28-A245-4105D70FADE7}"/>
              </a:ext>
            </a:extLst>
          </p:cNvPr>
          <p:cNvSpPr/>
          <p:nvPr/>
        </p:nvSpPr>
        <p:spPr>
          <a:xfrm>
            <a:off x="9939647" y="1492659"/>
            <a:ext cx="1579418" cy="621150"/>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9" name="正方形/長方形 8">
            <a:extLst>
              <a:ext uri="{FF2B5EF4-FFF2-40B4-BE49-F238E27FC236}">
                <a16:creationId xmlns:a16="http://schemas.microsoft.com/office/drawing/2014/main" id="{323DD704-347E-4FB7-3AA4-0275836B0FC7}"/>
              </a:ext>
            </a:extLst>
          </p:cNvPr>
          <p:cNvSpPr/>
          <p:nvPr/>
        </p:nvSpPr>
        <p:spPr>
          <a:xfrm>
            <a:off x="10115798" y="4363878"/>
            <a:ext cx="1579418" cy="621150"/>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800"/>
          </a:p>
        </p:txBody>
      </p:sp>
      <p:sp>
        <p:nvSpPr>
          <p:cNvPr id="3" name="スライド番号プレースホルダー 2">
            <a:extLst>
              <a:ext uri="{FF2B5EF4-FFF2-40B4-BE49-F238E27FC236}">
                <a16:creationId xmlns:a16="http://schemas.microsoft.com/office/drawing/2014/main" id="{177841B0-2867-18F7-70FA-0FC126A3320E}"/>
              </a:ext>
            </a:extLst>
          </p:cNvPr>
          <p:cNvSpPr>
            <a:spLocks noGrp="1"/>
          </p:cNvSpPr>
          <p:nvPr>
            <p:ph type="sldNum" sz="quarter" idx="12"/>
          </p:nvPr>
        </p:nvSpPr>
        <p:spPr/>
        <p:txBody>
          <a:bodyPr/>
          <a:lstStyle/>
          <a:p>
            <a:pPr>
              <a:defRPr/>
            </a:pPr>
            <a:fld id="{FA9222B9-45DE-4B6D-9428-0A9195C03EC4}" type="slidenum">
              <a:rPr lang="en-US" altLang="ja-JP" smtClean="0"/>
              <a:pPr>
                <a:defRPr/>
              </a:pPr>
              <a:t>15</a:t>
            </a:fld>
            <a:endParaRPr lang="en-US" altLang="ja-JP"/>
          </a:p>
        </p:txBody>
      </p:sp>
    </p:spTree>
    <p:extLst>
      <p:ext uri="{BB962C8B-B14F-4D97-AF65-F5344CB8AC3E}">
        <p14:creationId xmlns:p14="http://schemas.microsoft.com/office/powerpoint/2010/main" val="1354461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85268-532D-1419-B446-8D18E08CFB6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C376729-A369-2B46-3FEF-D0E1B3117ED2}"/>
              </a:ext>
            </a:extLst>
          </p:cNvPr>
          <p:cNvSpPr>
            <a:spLocks noGrp="1"/>
          </p:cNvSpPr>
          <p:nvPr>
            <p:ph type="title"/>
          </p:nvPr>
        </p:nvSpPr>
        <p:spPr/>
        <p:txBody>
          <a:bodyPr/>
          <a:lstStyle/>
          <a:p>
            <a:r>
              <a:rPr kumimoji="1" lang="en-US" altLang="ja-JP" dirty="0"/>
              <a:t>8.</a:t>
            </a:r>
            <a:r>
              <a:rPr kumimoji="1" lang="ja-JP" altLang="en-US" dirty="0"/>
              <a:t>入庫処理</a:t>
            </a:r>
          </a:p>
        </p:txBody>
      </p:sp>
      <p:sp>
        <p:nvSpPr>
          <p:cNvPr id="4" name="テキスト ボックス 3">
            <a:extLst>
              <a:ext uri="{FF2B5EF4-FFF2-40B4-BE49-F238E27FC236}">
                <a16:creationId xmlns:a16="http://schemas.microsoft.com/office/drawing/2014/main" id="{3CB3CE82-41BC-7D9A-E2F0-7D2A35837D39}"/>
              </a:ext>
            </a:extLst>
          </p:cNvPr>
          <p:cNvSpPr txBox="1"/>
          <p:nvPr/>
        </p:nvSpPr>
        <p:spPr>
          <a:xfrm>
            <a:off x="589084" y="1776046"/>
            <a:ext cx="5217950" cy="4247317"/>
          </a:xfrm>
          <a:prstGeom prst="rect">
            <a:avLst/>
          </a:prstGeom>
          <a:noFill/>
        </p:spPr>
        <p:txBody>
          <a:bodyPr wrap="square" rtlCol="0">
            <a:spAutoFit/>
          </a:bodyPr>
          <a:lstStyle/>
          <a:p>
            <a:r>
              <a:rPr lang="ja-JP" altLang="en-US" dirty="0"/>
              <a:t>①</a:t>
            </a:r>
            <a:endParaRPr lang="en-US" altLang="ja-JP" dirty="0"/>
          </a:p>
          <a:p>
            <a:r>
              <a:rPr lang="ja-JP" altLang="en-US" dirty="0"/>
              <a:t>セットアップレポート計算マクロの</a:t>
            </a:r>
            <a:endParaRPr lang="en-US" altLang="ja-JP" dirty="0"/>
          </a:p>
          <a:p>
            <a:r>
              <a:rPr lang="en-US" altLang="ja-JP" dirty="0"/>
              <a:t>｢</a:t>
            </a:r>
            <a:r>
              <a:rPr lang="ja-JP" altLang="en-US" dirty="0"/>
              <a:t>手動入庫処理バーコード作成</a:t>
            </a:r>
            <a:r>
              <a:rPr lang="en-US" altLang="ja-JP" dirty="0"/>
              <a:t>｣</a:t>
            </a:r>
            <a:r>
              <a:rPr lang="ja-JP" altLang="en-US" dirty="0"/>
              <a:t>を実行</a:t>
            </a:r>
            <a:r>
              <a:rPr lang="en-US" altLang="ja-JP" dirty="0"/>
              <a:t>｡</a:t>
            </a:r>
          </a:p>
          <a:p>
            <a:r>
              <a:rPr lang="ja-JP" altLang="en-US" dirty="0"/>
              <a:t>②</a:t>
            </a:r>
            <a:endParaRPr lang="en-US" altLang="ja-JP" dirty="0"/>
          </a:p>
          <a:p>
            <a:r>
              <a:rPr lang="en-US" altLang="ja-JP" dirty="0"/>
              <a:t>EG-Pro</a:t>
            </a:r>
            <a:r>
              <a:rPr lang="ja-JP" altLang="en-US" dirty="0"/>
              <a:t>ハンディターミナルで入庫画面を開き</a:t>
            </a:r>
            <a:r>
              <a:rPr lang="en-US" altLang="ja-JP" dirty="0"/>
              <a:t>､</a:t>
            </a:r>
          </a:p>
          <a:p>
            <a:r>
              <a:rPr lang="ja-JP" altLang="en-US" dirty="0"/>
              <a:t>印刷されたバーコードを上→下の順番で読む</a:t>
            </a:r>
            <a:r>
              <a:rPr lang="en-US" altLang="ja-JP" dirty="0"/>
              <a:t>｡</a:t>
            </a:r>
          </a:p>
          <a:p>
            <a:endParaRPr lang="en-US" altLang="ja-JP" dirty="0"/>
          </a:p>
          <a:p>
            <a:r>
              <a:rPr lang="en-US" altLang="ja-JP" dirty="0"/>
              <a:t>2025/3/21</a:t>
            </a:r>
            <a:r>
              <a:rPr lang="ja-JP" altLang="en-US" dirty="0"/>
              <a:t>追記</a:t>
            </a:r>
            <a:endParaRPr lang="en-US" altLang="ja-JP" dirty="0"/>
          </a:p>
          <a:p>
            <a:r>
              <a:rPr lang="ja-JP" altLang="en-US" dirty="0"/>
              <a:t>倉庫入庫ではなくて、棚卸し用倉庫</a:t>
            </a:r>
            <a:endParaRPr lang="en-US" altLang="ja-JP" dirty="0"/>
          </a:p>
          <a:p>
            <a:endParaRPr lang="en-US" altLang="ja-JP" dirty="0"/>
          </a:p>
          <a:p>
            <a:endParaRPr lang="en-US" altLang="ja-JP" dirty="0"/>
          </a:p>
          <a:p>
            <a:endParaRPr lang="en-US" altLang="ja-JP" dirty="0"/>
          </a:p>
          <a:p>
            <a:endParaRPr lang="en-US" altLang="ja-JP" dirty="0"/>
          </a:p>
          <a:p>
            <a:r>
              <a:rPr lang="ja-JP" altLang="en-US" dirty="0"/>
              <a:t>へロケーション移動でも</a:t>
            </a:r>
            <a:r>
              <a:rPr lang="en-US" altLang="ja-JP" dirty="0"/>
              <a:t>OK</a:t>
            </a:r>
          </a:p>
          <a:p>
            <a:r>
              <a:rPr lang="ja-JP" altLang="en-US" dirty="0"/>
              <a:t>その場合、下のバーコードは読む必要ない。</a:t>
            </a:r>
            <a:endParaRPr lang="en-US" altLang="ja-JP" dirty="0"/>
          </a:p>
        </p:txBody>
      </p:sp>
      <p:pic>
        <p:nvPicPr>
          <p:cNvPr id="12" name="図 11">
            <a:extLst>
              <a:ext uri="{FF2B5EF4-FFF2-40B4-BE49-F238E27FC236}">
                <a16:creationId xmlns:a16="http://schemas.microsoft.com/office/drawing/2014/main" id="{481E89FF-F7E9-9572-5F76-003A96942BFA}"/>
              </a:ext>
            </a:extLst>
          </p:cNvPr>
          <p:cNvPicPr>
            <a:picLocks noChangeAspect="1"/>
          </p:cNvPicPr>
          <p:nvPr/>
        </p:nvPicPr>
        <p:blipFill>
          <a:blip r:embed="rId2"/>
          <a:stretch>
            <a:fillRect/>
          </a:stretch>
        </p:blipFill>
        <p:spPr>
          <a:xfrm>
            <a:off x="6261820" y="1061250"/>
            <a:ext cx="5344271" cy="5068007"/>
          </a:xfrm>
          <a:prstGeom prst="rect">
            <a:avLst/>
          </a:prstGeom>
        </p:spPr>
      </p:pic>
      <p:pic>
        <p:nvPicPr>
          <p:cNvPr id="5" name="図 4">
            <a:extLst>
              <a:ext uri="{FF2B5EF4-FFF2-40B4-BE49-F238E27FC236}">
                <a16:creationId xmlns:a16="http://schemas.microsoft.com/office/drawing/2014/main" id="{7D4AB430-EA8B-3012-9BFF-DF3802F91ABE}"/>
              </a:ext>
            </a:extLst>
          </p:cNvPr>
          <p:cNvPicPr>
            <a:picLocks noChangeAspect="1"/>
          </p:cNvPicPr>
          <p:nvPr/>
        </p:nvPicPr>
        <p:blipFill>
          <a:blip r:embed="rId3"/>
          <a:stretch>
            <a:fillRect/>
          </a:stretch>
        </p:blipFill>
        <p:spPr>
          <a:xfrm>
            <a:off x="720452" y="4400897"/>
            <a:ext cx="3915321" cy="933580"/>
          </a:xfrm>
          <a:prstGeom prst="rect">
            <a:avLst/>
          </a:prstGeom>
          <a:ln>
            <a:solidFill>
              <a:schemeClr val="tx1"/>
            </a:solidFill>
          </a:ln>
        </p:spPr>
      </p:pic>
      <p:sp>
        <p:nvSpPr>
          <p:cNvPr id="3" name="スライド番号プレースホルダー 2">
            <a:extLst>
              <a:ext uri="{FF2B5EF4-FFF2-40B4-BE49-F238E27FC236}">
                <a16:creationId xmlns:a16="http://schemas.microsoft.com/office/drawing/2014/main" id="{A6104BF6-81A7-7D07-1C95-081A9F5C1903}"/>
              </a:ext>
            </a:extLst>
          </p:cNvPr>
          <p:cNvSpPr>
            <a:spLocks noGrp="1"/>
          </p:cNvSpPr>
          <p:nvPr>
            <p:ph type="sldNum" sz="quarter" idx="12"/>
          </p:nvPr>
        </p:nvSpPr>
        <p:spPr/>
        <p:txBody>
          <a:bodyPr/>
          <a:lstStyle/>
          <a:p>
            <a:pPr>
              <a:defRPr/>
            </a:pPr>
            <a:fld id="{FA9222B9-45DE-4B6D-9428-0A9195C03EC4}" type="slidenum">
              <a:rPr lang="en-US" altLang="ja-JP" smtClean="0"/>
              <a:pPr>
                <a:defRPr/>
              </a:pPr>
              <a:t>16</a:t>
            </a:fld>
            <a:endParaRPr lang="en-US" altLang="ja-JP"/>
          </a:p>
        </p:txBody>
      </p:sp>
    </p:spTree>
    <p:extLst>
      <p:ext uri="{BB962C8B-B14F-4D97-AF65-F5344CB8AC3E}">
        <p14:creationId xmlns:p14="http://schemas.microsoft.com/office/powerpoint/2010/main" val="26618064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A6F3-17B7-5724-D102-57BC81C7F6B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B1F8FCB-20DD-CCAB-F5DA-0BF9406C2519}"/>
              </a:ext>
            </a:extLst>
          </p:cNvPr>
          <p:cNvSpPr>
            <a:spLocks noGrp="1"/>
          </p:cNvSpPr>
          <p:nvPr>
            <p:ph type="title"/>
          </p:nvPr>
        </p:nvSpPr>
        <p:spPr/>
        <p:txBody>
          <a:bodyPr/>
          <a:lstStyle/>
          <a:p>
            <a:r>
              <a:rPr kumimoji="1" lang="en-US" altLang="ja-JP" dirty="0"/>
              <a:t>8.</a:t>
            </a:r>
            <a:r>
              <a:rPr kumimoji="1" lang="ja-JP" altLang="en-US" dirty="0"/>
              <a:t>入庫処理</a:t>
            </a:r>
          </a:p>
        </p:txBody>
      </p:sp>
      <p:sp>
        <p:nvSpPr>
          <p:cNvPr id="4" name="テキスト ボックス 3">
            <a:extLst>
              <a:ext uri="{FF2B5EF4-FFF2-40B4-BE49-F238E27FC236}">
                <a16:creationId xmlns:a16="http://schemas.microsoft.com/office/drawing/2014/main" id="{ACC06D67-CAF2-B041-60FA-926388236059}"/>
              </a:ext>
            </a:extLst>
          </p:cNvPr>
          <p:cNvSpPr txBox="1"/>
          <p:nvPr/>
        </p:nvSpPr>
        <p:spPr>
          <a:xfrm>
            <a:off x="226421" y="1692709"/>
            <a:ext cx="9499470" cy="3970318"/>
          </a:xfrm>
          <a:prstGeom prst="rect">
            <a:avLst/>
          </a:prstGeom>
          <a:noFill/>
        </p:spPr>
        <p:txBody>
          <a:bodyPr wrap="square" rtlCol="0">
            <a:spAutoFit/>
          </a:bodyPr>
          <a:lstStyle/>
          <a:p>
            <a:r>
              <a:rPr lang="ja-JP" altLang="en-US" dirty="0"/>
              <a:t>ロケーション移動方法</a:t>
            </a:r>
            <a:endParaRPr lang="en-US" altLang="ja-JP" dirty="0"/>
          </a:p>
          <a:p>
            <a:r>
              <a:rPr lang="ja-JP" altLang="en-US" dirty="0"/>
              <a:t>セットアップレポート計算機マクロの一番下の</a:t>
            </a:r>
            <a:endParaRPr lang="en-US" altLang="ja-JP" dirty="0"/>
          </a:p>
          <a:p>
            <a:r>
              <a:rPr lang="ja-JP" altLang="en-US" dirty="0"/>
              <a:t>倉庫移動</a:t>
            </a:r>
            <a:r>
              <a:rPr lang="en-US" altLang="ja-JP" dirty="0"/>
              <a:t>SQL</a:t>
            </a:r>
            <a:r>
              <a:rPr lang="ja-JP" altLang="en-US" dirty="0"/>
              <a:t>作成を使用。</a:t>
            </a:r>
            <a:endParaRPr lang="en-US" altLang="ja-JP" dirty="0"/>
          </a:p>
          <a:p>
            <a:r>
              <a:rPr lang="ja-JP" altLang="en-US" dirty="0"/>
              <a:t>移動先を入力し、現場部品リスト作成ボタンを押す。</a:t>
            </a:r>
            <a:r>
              <a:rPr lang="en-US" altLang="ja-JP" dirty="0"/>
              <a:t>(</a:t>
            </a:r>
            <a:r>
              <a:rPr lang="ja-JP" altLang="en-US" dirty="0"/>
              <a:t>必ず実行</a:t>
            </a:r>
            <a:r>
              <a:rPr lang="en-US" altLang="ja-JP" dirty="0"/>
              <a:t>)</a:t>
            </a:r>
          </a:p>
          <a:p>
            <a:r>
              <a:rPr lang="ja-JP" altLang="en-US" dirty="0"/>
              <a:t>次に倉庫移動</a:t>
            </a:r>
            <a:r>
              <a:rPr lang="en-US" altLang="ja-JP" dirty="0"/>
              <a:t>SQL</a:t>
            </a:r>
            <a:r>
              <a:rPr lang="ja-JP" altLang="en-US" dirty="0"/>
              <a:t>作成を押す。</a:t>
            </a:r>
            <a:endParaRPr lang="en-US" altLang="ja-JP" dirty="0"/>
          </a:p>
          <a:p>
            <a:endParaRPr lang="en-US" altLang="ja-JP" dirty="0"/>
          </a:p>
          <a:p>
            <a:r>
              <a:rPr lang="ja-JP" altLang="en-US" dirty="0"/>
              <a:t>出力された</a:t>
            </a:r>
            <a:r>
              <a:rPr lang="en-US" altLang="ja-JP" dirty="0"/>
              <a:t>SQL</a:t>
            </a:r>
            <a:r>
              <a:rPr lang="ja-JP" altLang="en-US" dirty="0"/>
              <a:t>を、</a:t>
            </a:r>
            <a:endParaRPr lang="en-US" altLang="ja-JP" dirty="0"/>
          </a:p>
          <a:p>
            <a:r>
              <a:rPr lang="en-US" altLang="ja-JP" dirty="0">
                <a:solidFill>
                  <a:srgbClr val="0000FF"/>
                </a:solidFill>
              </a:rPr>
              <a:t>EG-Pro</a:t>
            </a:r>
            <a:r>
              <a:rPr lang="ja-JP" altLang="en-US" dirty="0">
                <a:solidFill>
                  <a:srgbClr val="0000FF"/>
                </a:solidFill>
              </a:rPr>
              <a:t>在庫情報出力</a:t>
            </a:r>
            <a:r>
              <a:rPr lang="en-US" altLang="ja-JP" dirty="0">
                <a:solidFill>
                  <a:srgbClr val="0000FF"/>
                </a:solidFill>
              </a:rPr>
              <a:t>(</a:t>
            </a:r>
            <a:r>
              <a:rPr lang="ja-JP" altLang="en-US" dirty="0">
                <a:solidFill>
                  <a:srgbClr val="0000FF"/>
                </a:solidFill>
              </a:rPr>
              <a:t>方法</a:t>
            </a:r>
            <a:r>
              <a:rPr lang="en-US" altLang="ja-JP" dirty="0">
                <a:solidFill>
                  <a:srgbClr val="0000FF"/>
                </a:solidFill>
              </a:rPr>
              <a:t>2)</a:t>
            </a:r>
          </a:p>
          <a:p>
            <a:r>
              <a:rPr lang="ja-JP" altLang="en-US" dirty="0"/>
              <a:t>と同じ手順で実行すると、在庫が一気に移動する。</a:t>
            </a:r>
            <a:br>
              <a:rPr lang="en-US" altLang="ja-JP" dirty="0"/>
            </a:br>
            <a:r>
              <a:rPr lang="en-US" altLang="ja-JP" dirty="0"/>
              <a:t>(SQL</a:t>
            </a:r>
            <a:r>
              <a:rPr lang="ja-JP" altLang="en-US" dirty="0"/>
              <a:t>分からない人向け：実行ボタンを押しても画面上何も起こっていないように見えると思います。</a:t>
            </a:r>
            <a:endParaRPr lang="en-US" altLang="ja-JP" dirty="0"/>
          </a:p>
          <a:p>
            <a:r>
              <a:rPr lang="ja-JP" altLang="en-US" dirty="0"/>
              <a:t>　</a:t>
            </a:r>
            <a:r>
              <a:rPr lang="en-US" altLang="ja-JP" dirty="0" err="1"/>
              <a:t>EGPro</a:t>
            </a:r>
            <a:r>
              <a:rPr lang="ja-JP" altLang="en-US" dirty="0"/>
              <a:t>で在庫がどう変わったか確認してください。</a:t>
            </a:r>
            <a:r>
              <a:rPr lang="en-US" altLang="ja-JP" dirty="0"/>
              <a:t>)</a:t>
            </a:r>
          </a:p>
          <a:p>
            <a:endParaRPr lang="en-US" altLang="ja-JP" dirty="0"/>
          </a:p>
          <a:p>
            <a:r>
              <a:rPr lang="en-US" altLang="ja-JP" dirty="0"/>
              <a:t>(</a:t>
            </a:r>
            <a:r>
              <a:rPr lang="ja-JP" altLang="en-US" dirty="0"/>
              <a:t>分かる</a:t>
            </a:r>
            <a:r>
              <a:rPr lang="ja-JP" altLang="en-US"/>
              <a:t>方：更新数が一致しているか確認願います。トランザクション張ると安全です。</a:t>
            </a:r>
            <a:r>
              <a:rPr lang="en-US" altLang="ja-JP" dirty="0"/>
              <a:t>)</a:t>
            </a:r>
          </a:p>
          <a:p>
            <a:endParaRPr lang="en-US" altLang="ja-JP" dirty="0"/>
          </a:p>
        </p:txBody>
      </p:sp>
      <p:pic>
        <p:nvPicPr>
          <p:cNvPr id="5" name="図 4">
            <a:extLst>
              <a:ext uri="{FF2B5EF4-FFF2-40B4-BE49-F238E27FC236}">
                <a16:creationId xmlns:a16="http://schemas.microsoft.com/office/drawing/2014/main" id="{E553ECE6-AA59-6868-F8B4-B81198C9675D}"/>
              </a:ext>
            </a:extLst>
          </p:cNvPr>
          <p:cNvPicPr>
            <a:picLocks noChangeAspect="1"/>
          </p:cNvPicPr>
          <p:nvPr/>
        </p:nvPicPr>
        <p:blipFill>
          <a:blip r:embed="rId2"/>
          <a:stretch>
            <a:fillRect/>
          </a:stretch>
        </p:blipFill>
        <p:spPr>
          <a:xfrm>
            <a:off x="6358730" y="759129"/>
            <a:ext cx="3915321" cy="933580"/>
          </a:xfrm>
          <a:prstGeom prst="rect">
            <a:avLst/>
          </a:prstGeom>
          <a:ln>
            <a:solidFill>
              <a:schemeClr val="tx1"/>
            </a:solidFill>
          </a:ln>
        </p:spPr>
      </p:pic>
      <p:sp>
        <p:nvSpPr>
          <p:cNvPr id="3" name="スライド番号プレースホルダー 2">
            <a:extLst>
              <a:ext uri="{FF2B5EF4-FFF2-40B4-BE49-F238E27FC236}">
                <a16:creationId xmlns:a16="http://schemas.microsoft.com/office/drawing/2014/main" id="{34A76370-D5E7-F36E-8C79-B1F8EADE9783}"/>
              </a:ext>
            </a:extLst>
          </p:cNvPr>
          <p:cNvSpPr>
            <a:spLocks noGrp="1"/>
          </p:cNvSpPr>
          <p:nvPr>
            <p:ph type="sldNum" sz="quarter" idx="12"/>
          </p:nvPr>
        </p:nvSpPr>
        <p:spPr/>
        <p:txBody>
          <a:bodyPr/>
          <a:lstStyle/>
          <a:p>
            <a:pPr>
              <a:defRPr/>
            </a:pPr>
            <a:fld id="{FA9222B9-45DE-4B6D-9428-0A9195C03EC4}" type="slidenum">
              <a:rPr lang="en-US" altLang="ja-JP" smtClean="0"/>
              <a:pPr>
                <a:defRPr/>
              </a:pPr>
              <a:t>17</a:t>
            </a:fld>
            <a:endParaRPr lang="en-US" altLang="ja-JP"/>
          </a:p>
        </p:txBody>
      </p:sp>
      <p:pic>
        <p:nvPicPr>
          <p:cNvPr id="7" name="図 6">
            <a:extLst>
              <a:ext uri="{FF2B5EF4-FFF2-40B4-BE49-F238E27FC236}">
                <a16:creationId xmlns:a16="http://schemas.microsoft.com/office/drawing/2014/main" id="{8F7E43C3-9DB7-256C-760B-C12E80634770}"/>
              </a:ext>
            </a:extLst>
          </p:cNvPr>
          <p:cNvPicPr>
            <a:picLocks noChangeAspect="1"/>
          </p:cNvPicPr>
          <p:nvPr/>
        </p:nvPicPr>
        <p:blipFill>
          <a:blip r:embed="rId3"/>
          <a:stretch>
            <a:fillRect/>
          </a:stretch>
        </p:blipFill>
        <p:spPr>
          <a:xfrm>
            <a:off x="6358730" y="1989019"/>
            <a:ext cx="4677428" cy="1971950"/>
          </a:xfrm>
          <a:prstGeom prst="rect">
            <a:avLst/>
          </a:prstGeom>
          <a:ln>
            <a:solidFill>
              <a:schemeClr val="tx1"/>
            </a:solidFill>
          </a:ln>
        </p:spPr>
      </p:pic>
    </p:spTree>
    <p:extLst>
      <p:ext uri="{BB962C8B-B14F-4D97-AF65-F5344CB8AC3E}">
        <p14:creationId xmlns:p14="http://schemas.microsoft.com/office/powerpoint/2010/main" val="18989589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56A82-82A4-5CF0-FC2D-61FD5270EED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AB46D59-02DD-3C6A-96D4-52FE2C48E093}"/>
              </a:ext>
            </a:extLst>
          </p:cNvPr>
          <p:cNvSpPr>
            <a:spLocks noGrp="1"/>
          </p:cNvSpPr>
          <p:nvPr>
            <p:ph type="title"/>
          </p:nvPr>
        </p:nvSpPr>
        <p:spPr/>
        <p:txBody>
          <a:bodyPr/>
          <a:lstStyle/>
          <a:p>
            <a:r>
              <a:rPr lang="en-US" altLang="ja-JP" dirty="0"/>
              <a:t>9</a:t>
            </a:r>
            <a:r>
              <a:rPr kumimoji="1" lang="en-US" altLang="ja-JP" dirty="0"/>
              <a:t>.</a:t>
            </a:r>
            <a:r>
              <a:rPr lang="en-US" altLang="ja-JP" dirty="0"/>
              <a:t>EG-Pro</a:t>
            </a:r>
            <a:r>
              <a:rPr lang="ja-JP" altLang="en-US" dirty="0"/>
              <a:t>所在不明</a:t>
            </a:r>
            <a:r>
              <a:rPr kumimoji="1" lang="ja-JP" altLang="en-US" dirty="0"/>
              <a:t>リール処理</a:t>
            </a:r>
          </a:p>
        </p:txBody>
      </p:sp>
      <p:sp>
        <p:nvSpPr>
          <p:cNvPr id="4" name="テキスト ボックス 3">
            <a:extLst>
              <a:ext uri="{FF2B5EF4-FFF2-40B4-BE49-F238E27FC236}">
                <a16:creationId xmlns:a16="http://schemas.microsoft.com/office/drawing/2014/main" id="{04DAB177-F232-0085-1D2D-398EBBCF2932}"/>
              </a:ext>
            </a:extLst>
          </p:cNvPr>
          <p:cNvSpPr txBox="1"/>
          <p:nvPr/>
        </p:nvSpPr>
        <p:spPr>
          <a:xfrm>
            <a:off x="589084" y="1776045"/>
            <a:ext cx="10063082" cy="4524315"/>
          </a:xfrm>
          <a:prstGeom prst="rect">
            <a:avLst/>
          </a:prstGeom>
          <a:noFill/>
        </p:spPr>
        <p:txBody>
          <a:bodyPr wrap="square" rtlCol="0">
            <a:spAutoFit/>
          </a:bodyPr>
          <a:lstStyle/>
          <a:p>
            <a:r>
              <a:rPr lang="ja-JP" altLang="en-US"/>
              <a:t>①</a:t>
            </a:r>
            <a:endParaRPr lang="en-US" altLang="ja-JP"/>
          </a:p>
          <a:p>
            <a:r>
              <a:rPr lang="ja-JP" altLang="en-US"/>
              <a:t>全てのフリー･固定部品の入庫処理が終わった後</a:t>
            </a:r>
            <a:r>
              <a:rPr lang="en-US" altLang="ja-JP"/>
              <a:t>､</a:t>
            </a:r>
          </a:p>
          <a:p>
            <a:r>
              <a:rPr lang="ja-JP" altLang="en-US"/>
              <a:t>セットアップレポート計算マクロの所在不明リスト作成を実行</a:t>
            </a:r>
            <a:r>
              <a:rPr lang="en-US" altLang="ja-JP"/>
              <a:t>｡</a:t>
            </a:r>
          </a:p>
          <a:p>
            <a:r>
              <a:rPr lang="ja-JP" altLang="en-US"/>
              <a:t>②</a:t>
            </a:r>
            <a:endParaRPr lang="en-US" altLang="ja-JP"/>
          </a:p>
          <a:p>
            <a:r>
              <a:rPr lang="ja-JP" altLang="en-US"/>
              <a:t>出力された部品の所在を確認する</a:t>
            </a:r>
            <a:r>
              <a:rPr lang="en-US" altLang="ja-JP"/>
              <a:t>｡</a:t>
            </a:r>
          </a:p>
          <a:p>
            <a:r>
              <a:rPr lang="ja-JP" altLang="en-US"/>
              <a:t>無いものはリール消費を実施する</a:t>
            </a:r>
            <a:r>
              <a:rPr lang="en-US" altLang="ja-JP"/>
              <a:t>｡(</a:t>
            </a:r>
            <a:r>
              <a:rPr lang="ja-JP" altLang="en-US"/>
              <a:t>数が多い場合リール消費マクロの使用を推奨</a:t>
            </a:r>
            <a:r>
              <a:rPr lang="en-US" altLang="ja-JP"/>
              <a:t>)</a:t>
            </a:r>
          </a:p>
          <a:p>
            <a:endParaRPr lang="en-US" altLang="ja-JP"/>
          </a:p>
          <a:p>
            <a:r>
              <a:rPr lang="en-US" altLang="ja-JP"/>
              <a:t>0</a:t>
            </a:r>
            <a:r>
              <a:rPr lang="ja-JP" altLang="en-US"/>
              <a:t>確認</a:t>
            </a:r>
            <a:endParaRPr lang="en-US" altLang="ja-JP"/>
          </a:p>
          <a:p>
            <a:r>
              <a:rPr lang="ja-JP" altLang="en-US"/>
              <a:t>　└基本そのままリール消費</a:t>
            </a:r>
            <a:endParaRPr lang="en-US" altLang="ja-JP"/>
          </a:p>
          <a:p>
            <a:r>
              <a:rPr lang="ja-JP" altLang="en-US"/>
              <a:t>ライン倉庫</a:t>
            </a:r>
            <a:r>
              <a:rPr lang="en-US" altLang="ja-JP"/>
              <a:t>/</a:t>
            </a:r>
            <a:r>
              <a:rPr lang="ja-JP" altLang="en-US"/>
              <a:t>外し</a:t>
            </a:r>
            <a:endParaRPr lang="en-US" altLang="ja-JP"/>
          </a:p>
          <a:p>
            <a:r>
              <a:rPr lang="ja-JP" altLang="en-US"/>
              <a:t>　└数が多い場合入庫漏れの可能性があるので念の為探す</a:t>
            </a:r>
            <a:r>
              <a:rPr lang="en-US" altLang="ja-JP"/>
              <a:t>｡</a:t>
            </a:r>
            <a:r>
              <a:rPr lang="ja-JP" altLang="en-US"/>
              <a:t>なかったらリール消費</a:t>
            </a:r>
            <a:endParaRPr lang="en-US" altLang="ja-JP"/>
          </a:p>
          <a:p>
            <a:r>
              <a:rPr lang="ja-JP" altLang="en-US"/>
              <a:t>ラベル発行</a:t>
            </a:r>
            <a:endParaRPr lang="en-US" altLang="ja-JP"/>
          </a:p>
          <a:p>
            <a:r>
              <a:rPr lang="ja-JP" altLang="en-US"/>
              <a:t>　└基本無視</a:t>
            </a:r>
            <a:r>
              <a:rPr lang="en-US" altLang="ja-JP"/>
              <a:t>｡</a:t>
            </a:r>
            <a:r>
              <a:rPr lang="ja-JP" altLang="en-US"/>
              <a:t>部品管理が処理する</a:t>
            </a:r>
            <a:r>
              <a:rPr lang="en-US" altLang="ja-JP"/>
              <a:t>｡</a:t>
            </a:r>
          </a:p>
          <a:p>
            <a:r>
              <a:rPr lang="ja-JP" altLang="en-US"/>
              <a:t>借用</a:t>
            </a:r>
            <a:endParaRPr lang="en-US" altLang="ja-JP"/>
          </a:p>
          <a:p>
            <a:r>
              <a:rPr lang="ja-JP" altLang="en-US"/>
              <a:t>　└名前が記載されているので</a:t>
            </a:r>
            <a:r>
              <a:rPr lang="en-US" altLang="ja-JP"/>
              <a:t>､</a:t>
            </a:r>
            <a:r>
              <a:rPr lang="ja-JP" altLang="en-US"/>
              <a:t>担当者に連絡して担当者に処理してもらう</a:t>
            </a:r>
            <a:r>
              <a:rPr lang="en-US" altLang="ja-JP"/>
              <a:t>｡</a:t>
            </a:r>
          </a:p>
          <a:p>
            <a:endParaRPr lang="en-US" altLang="ja-JP"/>
          </a:p>
        </p:txBody>
      </p:sp>
      <p:sp>
        <p:nvSpPr>
          <p:cNvPr id="3" name="スライド番号プレースホルダー 2">
            <a:extLst>
              <a:ext uri="{FF2B5EF4-FFF2-40B4-BE49-F238E27FC236}">
                <a16:creationId xmlns:a16="http://schemas.microsoft.com/office/drawing/2014/main" id="{9AAB565A-6F0C-C311-119A-A42B4FEE5CA0}"/>
              </a:ext>
            </a:extLst>
          </p:cNvPr>
          <p:cNvSpPr>
            <a:spLocks noGrp="1"/>
          </p:cNvSpPr>
          <p:nvPr>
            <p:ph type="sldNum" sz="quarter" idx="12"/>
          </p:nvPr>
        </p:nvSpPr>
        <p:spPr/>
        <p:txBody>
          <a:bodyPr/>
          <a:lstStyle/>
          <a:p>
            <a:pPr>
              <a:defRPr/>
            </a:pPr>
            <a:fld id="{FA9222B9-45DE-4B6D-9428-0A9195C03EC4}" type="slidenum">
              <a:rPr lang="en-US" altLang="ja-JP" smtClean="0"/>
              <a:pPr>
                <a:defRPr/>
              </a:pPr>
              <a:t>18</a:t>
            </a:fld>
            <a:endParaRPr lang="en-US" altLang="ja-JP"/>
          </a:p>
        </p:txBody>
      </p:sp>
    </p:spTree>
    <p:extLst>
      <p:ext uri="{BB962C8B-B14F-4D97-AF65-F5344CB8AC3E}">
        <p14:creationId xmlns:p14="http://schemas.microsoft.com/office/powerpoint/2010/main" val="7073325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D2EFD3-03A0-D1B9-92E3-D7C48F773E50}"/>
              </a:ext>
            </a:extLst>
          </p:cNvPr>
          <p:cNvSpPr>
            <a:spLocks noGrp="1"/>
          </p:cNvSpPr>
          <p:nvPr>
            <p:ph type="title"/>
          </p:nvPr>
        </p:nvSpPr>
        <p:spPr/>
        <p:txBody>
          <a:bodyPr/>
          <a:lstStyle/>
          <a:p>
            <a:r>
              <a:rPr lang="en-US" altLang="ja-JP" dirty="0"/>
              <a:t>10</a:t>
            </a:r>
            <a:r>
              <a:rPr kumimoji="1" lang="en-US" altLang="ja-JP" dirty="0"/>
              <a:t>.</a:t>
            </a:r>
            <a:r>
              <a:rPr kumimoji="1" lang="ja-JP" altLang="en-US" dirty="0"/>
              <a:t>部品取り付け方法</a:t>
            </a:r>
          </a:p>
        </p:txBody>
      </p:sp>
      <p:sp>
        <p:nvSpPr>
          <p:cNvPr id="4" name="テキスト ボックス 3">
            <a:extLst>
              <a:ext uri="{FF2B5EF4-FFF2-40B4-BE49-F238E27FC236}">
                <a16:creationId xmlns:a16="http://schemas.microsoft.com/office/drawing/2014/main" id="{0E0B4313-6F15-105A-83E7-F2B35FE81995}"/>
              </a:ext>
            </a:extLst>
          </p:cNvPr>
          <p:cNvSpPr txBox="1"/>
          <p:nvPr/>
        </p:nvSpPr>
        <p:spPr>
          <a:xfrm>
            <a:off x="589084" y="1776046"/>
            <a:ext cx="11210314" cy="4524315"/>
          </a:xfrm>
          <a:prstGeom prst="rect">
            <a:avLst/>
          </a:prstGeom>
          <a:noFill/>
        </p:spPr>
        <p:txBody>
          <a:bodyPr wrap="square" rtlCol="0">
            <a:spAutoFit/>
          </a:bodyPr>
          <a:lstStyle/>
          <a:p>
            <a:r>
              <a:rPr lang="ja-JP" altLang="en-US"/>
              <a:t>リールを手に取り</a:t>
            </a:r>
            <a:r>
              <a:rPr lang="en-US" altLang="ja-JP"/>
              <a:t>､</a:t>
            </a:r>
            <a:r>
              <a:rPr lang="ja-JP" altLang="en-US"/>
              <a:t>バーコードが</a:t>
            </a:r>
            <a:r>
              <a:rPr lang="en-US" altLang="ja-JP"/>
              <a:t>2</a:t>
            </a:r>
            <a:r>
              <a:rPr lang="ja-JP" altLang="en-US"/>
              <a:t>ヶついているかどうか確認する</a:t>
            </a:r>
            <a:r>
              <a:rPr lang="en-US" altLang="ja-JP"/>
              <a:t>｡</a:t>
            </a:r>
          </a:p>
          <a:p>
            <a:endParaRPr lang="en-US" altLang="ja-JP"/>
          </a:p>
          <a:p>
            <a:r>
              <a:rPr lang="ja-JP" altLang="en-US"/>
              <a:t>■バーコードが</a:t>
            </a:r>
            <a:r>
              <a:rPr lang="en-US" altLang="ja-JP"/>
              <a:t>1</a:t>
            </a:r>
            <a:r>
              <a:rPr lang="ja-JP" altLang="en-US"/>
              <a:t>つの場合</a:t>
            </a:r>
            <a:endParaRPr lang="en-US" altLang="ja-JP"/>
          </a:p>
          <a:p>
            <a:r>
              <a:rPr lang="ja-JP" altLang="en-US"/>
              <a:t>　└そのまま</a:t>
            </a:r>
            <a:r>
              <a:rPr lang="en-US" altLang="ja-JP"/>
              <a:t>､</a:t>
            </a:r>
            <a:r>
              <a:rPr lang="ja-JP" altLang="en-US"/>
              <a:t>従来どおりセットアップを実施</a:t>
            </a:r>
            <a:r>
              <a:rPr lang="en-US" altLang="ja-JP"/>
              <a:t>｡</a:t>
            </a:r>
          </a:p>
          <a:p>
            <a:endParaRPr lang="en-US" altLang="ja-JP"/>
          </a:p>
          <a:p>
            <a:r>
              <a:rPr lang="ja-JP" altLang="en-US"/>
              <a:t>■バーコードが</a:t>
            </a:r>
            <a:r>
              <a:rPr lang="en-US" altLang="ja-JP"/>
              <a:t>2</a:t>
            </a:r>
            <a:r>
              <a:rPr lang="ja-JP" altLang="en-US"/>
              <a:t>つの場合</a:t>
            </a:r>
            <a:endParaRPr lang="en-US" altLang="ja-JP"/>
          </a:p>
          <a:p>
            <a:r>
              <a:rPr lang="ja-JP" altLang="en-US"/>
              <a:t>　└スプライシングテープが認識部を超えているかどうか確認</a:t>
            </a:r>
            <a:r>
              <a:rPr lang="en-US" altLang="ja-JP"/>
              <a:t>｡</a:t>
            </a:r>
          </a:p>
          <a:p>
            <a:r>
              <a:rPr lang="ja-JP" altLang="en-US"/>
              <a:t>　　◎十分長さがある場合</a:t>
            </a:r>
            <a:endParaRPr lang="en-US" altLang="ja-JP"/>
          </a:p>
          <a:p>
            <a:r>
              <a:rPr lang="ja-JP" altLang="en-US"/>
              <a:t>　　　└そのままセットアップを実施</a:t>
            </a:r>
            <a:r>
              <a:rPr lang="en-US" altLang="ja-JP"/>
              <a:t>｡</a:t>
            </a:r>
            <a:r>
              <a:rPr lang="ja-JP" altLang="en-US"/>
              <a:t>バーコード読み込み時</a:t>
            </a:r>
            <a:r>
              <a:rPr lang="en-US" altLang="ja-JP"/>
              <a:t>､</a:t>
            </a:r>
          </a:p>
          <a:p>
            <a:r>
              <a:rPr lang="ja-JP" altLang="en-US"/>
              <a:t>　　　　どちらのバーコードを読み取って良い</a:t>
            </a:r>
            <a:r>
              <a:rPr lang="en-US" altLang="ja-JP"/>
              <a:t>｡</a:t>
            </a:r>
          </a:p>
          <a:p>
            <a:r>
              <a:rPr lang="ja-JP" altLang="en-US"/>
              <a:t>　　　　</a:t>
            </a:r>
            <a:r>
              <a:rPr lang="ja-JP" altLang="en-US">
                <a:solidFill>
                  <a:srgbClr val="0000FF"/>
                </a:solidFill>
              </a:rPr>
              <a:t>スプライシング済みの部品である旨のメッセージが出てくることを確認する</a:t>
            </a:r>
            <a:r>
              <a:rPr lang="en-US" altLang="ja-JP">
                <a:solidFill>
                  <a:srgbClr val="0000FF"/>
                </a:solidFill>
              </a:rPr>
              <a:t>｡(</a:t>
            </a:r>
            <a:r>
              <a:rPr lang="ja-JP" altLang="en-US">
                <a:solidFill>
                  <a:srgbClr val="0000FF"/>
                </a:solidFill>
              </a:rPr>
              <a:t>出てこない場合次ページ参照</a:t>
            </a:r>
            <a:r>
              <a:rPr lang="en-US" altLang="ja-JP">
                <a:solidFill>
                  <a:srgbClr val="0000FF"/>
                </a:solidFill>
              </a:rPr>
              <a:t>)</a:t>
            </a:r>
          </a:p>
          <a:p>
            <a:r>
              <a:rPr lang="ja-JP" altLang="en-US"/>
              <a:t>　　　　そのまま次へ進み</a:t>
            </a:r>
            <a:r>
              <a:rPr lang="en-US" altLang="ja-JP"/>
              <a:t>､</a:t>
            </a:r>
            <a:r>
              <a:rPr lang="ja-JP" altLang="en-US"/>
              <a:t>セットアップを完了させる</a:t>
            </a:r>
            <a:r>
              <a:rPr lang="en-US" altLang="ja-JP"/>
              <a:t>｡</a:t>
            </a:r>
          </a:p>
          <a:p>
            <a:r>
              <a:rPr lang="ja-JP" altLang="en-US"/>
              <a:t>　　　　剥がせる方のバーコードは破棄する</a:t>
            </a:r>
            <a:r>
              <a:rPr lang="en-US" altLang="ja-JP"/>
              <a:t>｡</a:t>
            </a:r>
          </a:p>
          <a:p>
            <a:r>
              <a:rPr lang="ja-JP" altLang="en-US"/>
              <a:t>　　◎長さが足りない場合</a:t>
            </a:r>
            <a:endParaRPr lang="en-US" altLang="ja-JP"/>
          </a:p>
          <a:p>
            <a:r>
              <a:rPr lang="ja-JP" altLang="en-US"/>
              <a:t>　　　　└スプライシング解除を実施し</a:t>
            </a:r>
            <a:r>
              <a:rPr lang="en-US" altLang="ja-JP"/>
              <a:t>､</a:t>
            </a:r>
            <a:r>
              <a:rPr lang="ja-JP" altLang="en-US">
                <a:solidFill>
                  <a:srgbClr val="FF0000"/>
                </a:solidFill>
              </a:rPr>
              <a:t>リール本体</a:t>
            </a:r>
            <a:r>
              <a:rPr lang="en-US" altLang="ja-JP"/>
              <a:t>(</a:t>
            </a:r>
            <a:r>
              <a:rPr lang="ja-JP" altLang="en-US"/>
              <a:t>剥がれない方</a:t>
            </a:r>
            <a:r>
              <a:rPr lang="en-US" altLang="ja-JP"/>
              <a:t>)</a:t>
            </a:r>
            <a:r>
              <a:rPr lang="ja-JP" altLang="en-US"/>
              <a:t>のバーコードでセットアップを行う</a:t>
            </a:r>
            <a:r>
              <a:rPr lang="en-US" altLang="ja-JP"/>
              <a:t>｡</a:t>
            </a:r>
          </a:p>
          <a:p>
            <a:r>
              <a:rPr lang="ja-JP" altLang="en-US"/>
              <a:t>　　　　　剥がれる方のバーコードを</a:t>
            </a:r>
            <a:r>
              <a:rPr lang="en-US" altLang="ja-JP"/>
              <a:t>､</a:t>
            </a:r>
            <a:r>
              <a:rPr lang="ja-JP" altLang="en-US"/>
              <a:t>回収</a:t>
            </a:r>
            <a:r>
              <a:rPr lang="en-US" altLang="ja-JP"/>
              <a:t>BOX</a:t>
            </a:r>
            <a:r>
              <a:rPr lang="ja-JP" altLang="en-US"/>
              <a:t>へ入れる</a:t>
            </a:r>
            <a:r>
              <a:rPr lang="en-US" altLang="ja-JP"/>
              <a:t>｡</a:t>
            </a:r>
          </a:p>
        </p:txBody>
      </p:sp>
      <p:pic>
        <p:nvPicPr>
          <p:cNvPr id="3" name="図 2">
            <a:extLst>
              <a:ext uri="{FF2B5EF4-FFF2-40B4-BE49-F238E27FC236}">
                <a16:creationId xmlns:a16="http://schemas.microsoft.com/office/drawing/2014/main" id="{C32F2756-B30E-4333-17C9-07BB88E3DD1C}"/>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Lst>
          </a:blip>
          <a:srcRect t="12821" r="39972" b="30128"/>
          <a:stretch/>
        </p:blipFill>
        <p:spPr>
          <a:xfrm rot="5400000">
            <a:off x="8685272" y="977595"/>
            <a:ext cx="2315675" cy="3912577"/>
          </a:xfrm>
          <a:prstGeom prst="rect">
            <a:avLst/>
          </a:prstGeom>
        </p:spPr>
      </p:pic>
      <p:sp>
        <p:nvSpPr>
          <p:cNvPr id="5" name="正方形/長方形 4">
            <a:extLst>
              <a:ext uri="{FF2B5EF4-FFF2-40B4-BE49-F238E27FC236}">
                <a16:creationId xmlns:a16="http://schemas.microsoft.com/office/drawing/2014/main" id="{52E71019-F99E-9436-1DF6-50CAFFC6366E}"/>
              </a:ext>
            </a:extLst>
          </p:cNvPr>
          <p:cNvSpPr/>
          <p:nvPr/>
        </p:nvSpPr>
        <p:spPr>
          <a:xfrm>
            <a:off x="9062427" y="2314209"/>
            <a:ext cx="1653442" cy="562708"/>
          </a:xfrm>
          <a:prstGeom prst="rect">
            <a:avLst/>
          </a:prstGeom>
          <a:noFill/>
          <a:ln>
            <a:solidFill>
              <a:srgbClr val="FF99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 name="図 6">
            <a:extLst>
              <a:ext uri="{FF2B5EF4-FFF2-40B4-BE49-F238E27FC236}">
                <a16:creationId xmlns:a16="http://schemas.microsoft.com/office/drawing/2014/main" id="{C0545ABD-896F-6FDA-A4FE-93E8D764112A}"/>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Lst>
          </a:blip>
          <a:srcRect l="8025" t="28620" r="78756" b="47270"/>
          <a:stretch/>
        </p:blipFill>
        <p:spPr>
          <a:xfrm rot="5400000">
            <a:off x="9634171" y="1513867"/>
            <a:ext cx="509952" cy="1653441"/>
          </a:xfrm>
          <a:prstGeom prst="rect">
            <a:avLst/>
          </a:prstGeom>
        </p:spPr>
      </p:pic>
      <p:sp>
        <p:nvSpPr>
          <p:cNvPr id="8" name="正方形/長方形 7">
            <a:extLst>
              <a:ext uri="{FF2B5EF4-FFF2-40B4-BE49-F238E27FC236}">
                <a16:creationId xmlns:a16="http://schemas.microsoft.com/office/drawing/2014/main" id="{8AB476D6-D438-6917-6383-47EF89996408}"/>
              </a:ext>
            </a:extLst>
          </p:cNvPr>
          <p:cNvSpPr/>
          <p:nvPr/>
        </p:nvSpPr>
        <p:spPr>
          <a:xfrm>
            <a:off x="9062426" y="2032855"/>
            <a:ext cx="1653442" cy="56270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スライド番号プレースホルダー 5">
            <a:extLst>
              <a:ext uri="{FF2B5EF4-FFF2-40B4-BE49-F238E27FC236}">
                <a16:creationId xmlns:a16="http://schemas.microsoft.com/office/drawing/2014/main" id="{D7ECA4DE-DA8C-17F3-4E85-FD023C9DEB55}"/>
              </a:ext>
            </a:extLst>
          </p:cNvPr>
          <p:cNvSpPr>
            <a:spLocks noGrp="1"/>
          </p:cNvSpPr>
          <p:nvPr>
            <p:ph type="sldNum" sz="quarter" idx="12"/>
          </p:nvPr>
        </p:nvSpPr>
        <p:spPr/>
        <p:txBody>
          <a:bodyPr/>
          <a:lstStyle/>
          <a:p>
            <a:pPr>
              <a:defRPr/>
            </a:pPr>
            <a:fld id="{FA9222B9-45DE-4B6D-9428-0A9195C03EC4}" type="slidenum">
              <a:rPr lang="en-US" altLang="ja-JP" smtClean="0"/>
              <a:pPr>
                <a:defRPr/>
              </a:pPr>
              <a:t>19</a:t>
            </a:fld>
            <a:endParaRPr lang="en-US" altLang="ja-JP"/>
          </a:p>
        </p:txBody>
      </p:sp>
    </p:spTree>
    <p:extLst>
      <p:ext uri="{BB962C8B-B14F-4D97-AF65-F5344CB8AC3E}">
        <p14:creationId xmlns:p14="http://schemas.microsoft.com/office/powerpoint/2010/main" val="3028635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D2EFD3-03A0-D1B9-92E3-D7C48F773E50}"/>
              </a:ext>
            </a:extLst>
          </p:cNvPr>
          <p:cNvSpPr>
            <a:spLocks noGrp="1"/>
          </p:cNvSpPr>
          <p:nvPr>
            <p:ph type="title"/>
          </p:nvPr>
        </p:nvSpPr>
        <p:spPr/>
        <p:txBody>
          <a:bodyPr/>
          <a:lstStyle/>
          <a:p>
            <a:r>
              <a:rPr lang="en-US" altLang="ja-JP" dirty="0"/>
              <a:t>10.</a:t>
            </a:r>
            <a:r>
              <a:rPr kumimoji="1" lang="ja-JP" altLang="en-US" dirty="0"/>
              <a:t>部品取り付け方法</a:t>
            </a:r>
          </a:p>
        </p:txBody>
      </p:sp>
      <p:sp>
        <p:nvSpPr>
          <p:cNvPr id="4" name="テキスト ボックス 3">
            <a:extLst>
              <a:ext uri="{FF2B5EF4-FFF2-40B4-BE49-F238E27FC236}">
                <a16:creationId xmlns:a16="http://schemas.microsoft.com/office/drawing/2014/main" id="{0E0B4313-6F15-105A-83E7-F2B35FE81995}"/>
              </a:ext>
            </a:extLst>
          </p:cNvPr>
          <p:cNvSpPr txBox="1"/>
          <p:nvPr/>
        </p:nvSpPr>
        <p:spPr>
          <a:xfrm>
            <a:off x="589084" y="1776046"/>
            <a:ext cx="11210314" cy="3970318"/>
          </a:xfrm>
          <a:prstGeom prst="rect">
            <a:avLst/>
          </a:prstGeom>
          <a:noFill/>
        </p:spPr>
        <p:txBody>
          <a:bodyPr wrap="square" rtlCol="0">
            <a:spAutoFit/>
          </a:bodyPr>
          <a:lstStyle/>
          <a:p>
            <a:r>
              <a:rPr lang="ja-JP" altLang="en-US" dirty="0"/>
              <a:t>■バーコードが</a:t>
            </a:r>
            <a:r>
              <a:rPr lang="en-US" altLang="ja-JP" dirty="0"/>
              <a:t>1</a:t>
            </a:r>
            <a:r>
              <a:rPr lang="ja-JP" altLang="en-US" dirty="0"/>
              <a:t>枚しかないにも関わらず</a:t>
            </a:r>
            <a:r>
              <a:rPr lang="en-US" altLang="ja-JP" dirty="0"/>
              <a:t>､</a:t>
            </a:r>
            <a:r>
              <a:rPr lang="ja-JP" altLang="en-US" dirty="0"/>
              <a:t>バーコード読み込み時スプライシング確認画面が出てくる</a:t>
            </a:r>
            <a:endParaRPr lang="en-US" altLang="ja-JP" dirty="0"/>
          </a:p>
          <a:p>
            <a:r>
              <a:rPr lang="ja-JP" altLang="en-US" dirty="0"/>
              <a:t>　└スプライシングテープが無い場合</a:t>
            </a:r>
            <a:endParaRPr lang="en-US" altLang="ja-JP" dirty="0"/>
          </a:p>
          <a:p>
            <a:r>
              <a:rPr lang="ja-JP" altLang="en-US" dirty="0"/>
              <a:t>　　→スプライシング解除を実施してください</a:t>
            </a:r>
            <a:r>
              <a:rPr lang="en-US" altLang="ja-JP" dirty="0"/>
              <a:t>｡</a:t>
            </a:r>
          </a:p>
          <a:p>
            <a:r>
              <a:rPr lang="ja-JP" altLang="en-US" dirty="0"/>
              <a:t>　└スプライシングテープがある場合</a:t>
            </a:r>
            <a:endParaRPr lang="en-US" altLang="ja-JP" dirty="0"/>
          </a:p>
          <a:p>
            <a:r>
              <a:rPr lang="ja-JP" altLang="en-US" dirty="0"/>
              <a:t>　　→そのまま取り付けてください</a:t>
            </a:r>
            <a:r>
              <a:rPr lang="en-US" altLang="ja-JP" dirty="0"/>
              <a:t>｡(</a:t>
            </a:r>
            <a:r>
              <a:rPr lang="ja-JP" altLang="en-US" dirty="0"/>
              <a:t>バーコードが剥がれてしまったものと想定されます</a:t>
            </a:r>
            <a:r>
              <a:rPr lang="en-US" altLang="ja-JP" dirty="0"/>
              <a:t>｡)</a:t>
            </a:r>
          </a:p>
          <a:p>
            <a:endParaRPr lang="en-US" altLang="ja-JP" dirty="0"/>
          </a:p>
          <a:p>
            <a:r>
              <a:rPr lang="ja-JP" altLang="en-US" dirty="0"/>
              <a:t>■バーコードが</a:t>
            </a:r>
            <a:r>
              <a:rPr lang="en-US" altLang="ja-JP" dirty="0"/>
              <a:t>2</a:t>
            </a:r>
            <a:r>
              <a:rPr lang="ja-JP" altLang="en-US" dirty="0"/>
              <a:t>枚有るのに</a:t>
            </a:r>
            <a:r>
              <a:rPr lang="en-US" altLang="ja-JP" dirty="0"/>
              <a:t>､</a:t>
            </a:r>
            <a:r>
              <a:rPr lang="ja-JP" altLang="en-US" dirty="0"/>
              <a:t>スプライシング確認画面が出てこない場合</a:t>
            </a:r>
            <a:endParaRPr lang="en-US" altLang="ja-JP" dirty="0"/>
          </a:p>
          <a:p>
            <a:r>
              <a:rPr lang="ja-JP" altLang="en-US" dirty="0"/>
              <a:t>　　└棚卸し完了前の場合</a:t>
            </a:r>
            <a:endParaRPr lang="en-US" altLang="ja-JP" dirty="0"/>
          </a:p>
          <a:p>
            <a:r>
              <a:rPr lang="ja-JP" altLang="en-US" dirty="0"/>
              <a:t>　　　→取り付けず</a:t>
            </a:r>
            <a:r>
              <a:rPr lang="en-US" altLang="ja-JP" dirty="0"/>
              <a:t>､</a:t>
            </a:r>
            <a:r>
              <a:rPr lang="ja-JP" altLang="en-US" dirty="0"/>
              <a:t>固定テーブル名とテーブル番号をメモして</a:t>
            </a:r>
            <a:r>
              <a:rPr lang="en-US" altLang="ja-JP" dirty="0"/>
              <a:t>､</a:t>
            </a:r>
            <a:r>
              <a:rPr lang="ja-JP" altLang="en-US" dirty="0"/>
              <a:t>事務側へお知らせください</a:t>
            </a:r>
            <a:r>
              <a:rPr lang="en-US" altLang="ja-JP" dirty="0"/>
              <a:t>｡</a:t>
            </a:r>
          </a:p>
          <a:p>
            <a:r>
              <a:rPr lang="ja-JP" altLang="en-US" dirty="0"/>
              <a:t>　　└棚卸し完了後の場合</a:t>
            </a:r>
            <a:endParaRPr lang="en-US" altLang="ja-JP" dirty="0"/>
          </a:p>
          <a:p>
            <a:r>
              <a:rPr lang="ja-JP" altLang="en-US" dirty="0"/>
              <a:t>　　　└スプライシングテープがある</a:t>
            </a:r>
            <a:endParaRPr lang="en-US" altLang="ja-JP" dirty="0"/>
          </a:p>
          <a:p>
            <a:r>
              <a:rPr lang="ja-JP" altLang="en-US" dirty="0"/>
              <a:t>　　　　→スプライシングを実施してください</a:t>
            </a:r>
            <a:r>
              <a:rPr lang="en-US" altLang="ja-JP" dirty="0"/>
              <a:t>｡</a:t>
            </a:r>
            <a:r>
              <a:rPr lang="ja-JP" altLang="en-US" dirty="0"/>
              <a:t>読む順番は</a:t>
            </a:r>
            <a:r>
              <a:rPr lang="en-US" altLang="ja-JP" dirty="0"/>
              <a:t>､</a:t>
            </a:r>
            <a:r>
              <a:rPr lang="ja-JP" altLang="en-US" dirty="0"/>
              <a:t>剥がれる方のバーコード→リール本体のバーコード</a:t>
            </a:r>
            <a:endParaRPr lang="en-US" altLang="ja-JP" dirty="0"/>
          </a:p>
          <a:p>
            <a:r>
              <a:rPr lang="ja-JP" altLang="en-US" dirty="0"/>
              <a:t>　　　└スプライシングテープが無い</a:t>
            </a:r>
            <a:endParaRPr lang="en-US" altLang="ja-JP" dirty="0"/>
          </a:p>
          <a:p>
            <a:r>
              <a:rPr lang="ja-JP" altLang="en-US" dirty="0"/>
              <a:t>　　　　→そのまま取り付けてください</a:t>
            </a:r>
            <a:r>
              <a:rPr lang="en-US" altLang="ja-JP" dirty="0"/>
              <a:t>｡</a:t>
            </a:r>
            <a:r>
              <a:rPr lang="ja-JP" altLang="en-US" dirty="0"/>
              <a:t>剥がれる方のバーコードは</a:t>
            </a:r>
            <a:r>
              <a:rPr lang="en-US" altLang="ja-JP" dirty="0"/>
              <a:t>､</a:t>
            </a:r>
            <a:r>
              <a:rPr lang="ja-JP" altLang="en-US" dirty="0"/>
              <a:t>回収</a:t>
            </a:r>
            <a:r>
              <a:rPr lang="en-US" altLang="ja-JP" dirty="0"/>
              <a:t>BOX</a:t>
            </a:r>
            <a:r>
              <a:rPr lang="ja-JP" altLang="en-US" dirty="0"/>
              <a:t>へ入れてください</a:t>
            </a:r>
            <a:r>
              <a:rPr lang="en-US" altLang="ja-JP" dirty="0"/>
              <a:t>｡</a:t>
            </a:r>
          </a:p>
        </p:txBody>
      </p:sp>
      <p:sp>
        <p:nvSpPr>
          <p:cNvPr id="3" name="スライド番号プレースホルダー 2">
            <a:extLst>
              <a:ext uri="{FF2B5EF4-FFF2-40B4-BE49-F238E27FC236}">
                <a16:creationId xmlns:a16="http://schemas.microsoft.com/office/drawing/2014/main" id="{82558777-9B20-3E4B-59AB-7FBAE2218D37}"/>
              </a:ext>
            </a:extLst>
          </p:cNvPr>
          <p:cNvSpPr>
            <a:spLocks noGrp="1"/>
          </p:cNvSpPr>
          <p:nvPr>
            <p:ph type="sldNum" sz="quarter" idx="12"/>
          </p:nvPr>
        </p:nvSpPr>
        <p:spPr/>
        <p:txBody>
          <a:bodyPr/>
          <a:lstStyle/>
          <a:p>
            <a:pPr>
              <a:defRPr/>
            </a:pPr>
            <a:fld id="{FA9222B9-45DE-4B6D-9428-0A9195C03EC4}" type="slidenum">
              <a:rPr lang="en-US" altLang="ja-JP" smtClean="0"/>
              <a:pPr>
                <a:defRPr/>
              </a:pPr>
              <a:t>20</a:t>
            </a:fld>
            <a:endParaRPr lang="en-US" altLang="ja-JP"/>
          </a:p>
        </p:txBody>
      </p:sp>
    </p:spTree>
    <p:extLst>
      <p:ext uri="{BB962C8B-B14F-4D97-AF65-F5344CB8AC3E}">
        <p14:creationId xmlns:p14="http://schemas.microsoft.com/office/powerpoint/2010/main" val="1898238050"/>
      </p:ext>
    </p:extLst>
  </p:cSld>
  <p:clrMapOvr>
    <a:masterClrMapping/>
  </p:clrMapOvr>
</p:sld>
</file>

<file path=ppt/theme/theme1.xml><?xml version="1.0" encoding="utf-8"?>
<a:theme xmlns:a="http://schemas.openxmlformats.org/drawingml/2006/main" name="2018-06">
  <a:themeElements>
    <a:clrScheme name="01_NKstandard-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01_NKstandard-A">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01_NKstandard-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01_NKstandard-A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01_NKstandard-A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01_NKstandard-A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01_NKstandard-A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01_NKstandard-A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01_NKstandard-A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01_NKstandard-A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01_NKstandard-A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01_NKstandard-A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01_NKstandard-A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01_NKstandard-A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ea180fb7-6417-4417-bcc2-1a1988547c9d">
      <Terms xmlns="http://schemas.microsoft.com/office/infopath/2007/PartnerControls"/>
    </lcf76f155ced4ddcb4097134ff3c332f>
    <TaxCatchAll xmlns="a7e61ba0-4c47-4710-ac4c-031e401f92bd" xsi:nil="true"/>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AFC8BC07E3BBA34EB92D3ED2768D585A" ma:contentTypeVersion="18" ma:contentTypeDescription="新しいドキュメントを作成します。" ma:contentTypeScope="" ma:versionID="6448ab97ff154a9b57c31f88aa65a4c6">
  <xsd:schema xmlns:xsd="http://www.w3.org/2001/XMLSchema" xmlns:xs="http://www.w3.org/2001/XMLSchema" xmlns:p="http://schemas.microsoft.com/office/2006/metadata/properties" xmlns:ns2="ea180fb7-6417-4417-bcc2-1a1988547c9d" xmlns:ns3="a7e61ba0-4c47-4710-ac4c-031e401f92bd" targetNamespace="http://schemas.microsoft.com/office/2006/metadata/properties" ma:root="true" ma:fieldsID="6cef2ced9b3848fd3c059a9736d94822" ns2:_="" ns3:_="">
    <xsd:import namespace="ea180fb7-6417-4417-bcc2-1a1988547c9d"/>
    <xsd:import namespace="a7e61ba0-4c47-4710-ac4c-031e401f92bd"/>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DateTaken" minOccurs="0"/>
                <xsd:element ref="ns2:MediaServiceSearchProperties"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a180fb7-6417-4417-bcc2-1a1988547c9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Extracted Text" ma:internalName="MediaServiceOCR" ma:readOnly="true">
      <xsd:simpleType>
        <xsd:restriction base="dms:Note">
          <xsd:maxLength value="255"/>
        </xsd:restriction>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画像タグ" ma:readOnly="false" ma:fieldId="{5cf76f15-5ced-4ddc-b409-7134ff3c332f}" ma:taxonomyMulti="true" ma:sspId="b053ac32-7e03-4b82-88d1-ba6959e72a0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7e61ba0-4c47-4710-ac4c-031e401f92bd" elementFormDefault="qualified">
    <xsd:import namespace="http://schemas.microsoft.com/office/2006/documentManagement/types"/>
    <xsd:import namespace="http://schemas.microsoft.com/office/infopath/2007/PartnerControls"/>
    <xsd:element name="SharedWithUsers" ma:index="13"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共有相手の詳細情報" ma:internalName="SharedWithDetails" ma:readOnly="true">
      <xsd:simpleType>
        <xsd:restriction base="dms:Note">
          <xsd:maxLength value="255"/>
        </xsd:restriction>
      </xsd:simpleType>
    </xsd:element>
    <xsd:element name="TaxCatchAll" ma:index="17" nillable="true" ma:displayName="Taxonomy Catch All Column" ma:hidden="true" ma:list="{bb655bd8-43ec-4458-8694-0c5137fe8b12}" ma:internalName="TaxCatchAll" ma:showField="CatchAllData" ma:web="a7e61ba0-4c47-4710-ac4c-031e401f92b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FD1C6B7-8520-481B-988F-C47E8A5D9BB4}">
  <ds:schemaRefs>
    <ds:schemaRef ds:uri="http://schemas.microsoft.com/sharepoint/v3/contenttype/forms"/>
  </ds:schemaRefs>
</ds:datastoreItem>
</file>

<file path=customXml/itemProps2.xml><?xml version="1.0" encoding="utf-8"?>
<ds:datastoreItem xmlns:ds="http://schemas.openxmlformats.org/officeDocument/2006/customXml" ds:itemID="{17599138-FF35-40C3-9343-D458E6364750}">
  <ds:schemaRefs>
    <ds:schemaRef ds:uri="http://schemas.openxmlformats.org/package/2006/metadata/core-properties"/>
    <ds:schemaRef ds:uri="http://purl.org/dc/elements/1.1/"/>
    <ds:schemaRef ds:uri="http://www.w3.org/XML/1998/namespace"/>
    <ds:schemaRef ds:uri="http://schemas.microsoft.com/office/infopath/2007/PartnerControls"/>
    <ds:schemaRef ds:uri="ea180fb7-6417-4417-bcc2-1a1988547c9d"/>
    <ds:schemaRef ds:uri="http://schemas.microsoft.com/office/2006/metadata/properties"/>
    <ds:schemaRef ds:uri="http://schemas.microsoft.com/office/2006/documentManagement/types"/>
    <ds:schemaRef ds:uri="http://purl.org/dc/terms/"/>
    <ds:schemaRef ds:uri="a7e61ba0-4c47-4710-ac4c-031e401f92bd"/>
    <ds:schemaRef ds:uri="http://purl.org/dc/dcmitype/"/>
  </ds:schemaRefs>
</ds:datastoreItem>
</file>

<file path=customXml/itemProps3.xml><?xml version="1.0" encoding="utf-8"?>
<ds:datastoreItem xmlns:ds="http://schemas.openxmlformats.org/officeDocument/2006/customXml" ds:itemID="{0037E254-177A-4705-9EC5-59606A989421}">
  <ds:schemaRefs>
    <ds:schemaRef ds:uri="a7e61ba0-4c47-4710-ac4c-031e401f92bd"/>
    <ds:schemaRef ds:uri="ea180fb7-6417-4417-bcc2-1a1988547c9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ca9c2885-f052-48d0-98f2-4ee2bfc5cc07}" enabled="0" method="" siteId="{ca9c2885-f052-48d0-98f2-4ee2bfc5cc07}" removed="1"/>
</clbl:labelList>
</file>

<file path=docProps/app.xml><?xml version="1.0" encoding="utf-8"?>
<Properties xmlns="http://schemas.openxmlformats.org/officeDocument/2006/extended-properties" xmlns:vt="http://schemas.openxmlformats.org/officeDocument/2006/docPropsVTypes">
  <Template>2018-06</Template>
  <TotalTime>218</TotalTime>
  <Words>2093</Words>
  <Application>Microsoft Office PowerPoint</Application>
  <PresentationFormat>ユーザー設定</PresentationFormat>
  <Paragraphs>384</Paragraphs>
  <Slides>20</Slides>
  <Notes>1</Notes>
  <HiddenSlides>0</HiddenSlides>
  <MMClips>0</MMClips>
  <ScaleCrop>false</ScaleCrop>
  <HeadingPairs>
    <vt:vector size="8" baseType="variant">
      <vt:variant>
        <vt:lpstr>使用されているフォント</vt:lpstr>
      </vt:variant>
      <vt:variant>
        <vt:i4>3</vt:i4>
      </vt:variant>
      <vt:variant>
        <vt:lpstr>テーマ</vt:lpstr>
      </vt:variant>
      <vt:variant>
        <vt:i4>1</vt:i4>
      </vt:variant>
      <vt:variant>
        <vt:lpstr>埋め込まれた OLE サーバー</vt:lpstr>
      </vt:variant>
      <vt:variant>
        <vt:i4>1</vt:i4>
      </vt:variant>
      <vt:variant>
        <vt:lpstr>スライド タイトル</vt:lpstr>
      </vt:variant>
      <vt:variant>
        <vt:i4>20</vt:i4>
      </vt:variant>
    </vt:vector>
  </HeadingPairs>
  <TitlesOfParts>
    <vt:vector size="25" baseType="lpstr">
      <vt:lpstr>ＭＳ Ｐゴシック</vt:lpstr>
      <vt:lpstr>游ゴシック</vt:lpstr>
      <vt:lpstr>Arial</vt:lpstr>
      <vt:lpstr>2018-06</vt:lpstr>
      <vt:lpstr>パッケージャー シェル オブジェクト</vt:lpstr>
      <vt:lpstr>固定テーブル　棚卸し方法</vt:lpstr>
      <vt:lpstr>1.設備操作</vt:lpstr>
      <vt:lpstr>2.セットアップレポート出力</vt:lpstr>
      <vt:lpstr>2.セットアップレポート出力</vt:lpstr>
      <vt:lpstr>3.EG-Pro在庫情報出力(方法1)※おすすめ</vt:lpstr>
      <vt:lpstr>3.EG-Pro在庫情報出力(方法2)</vt:lpstr>
      <vt:lpstr>3.EG-Pro在庫情報出力(方法2)</vt:lpstr>
      <vt:lpstr>3.EG-Pro在庫情報出力(方法2)</vt:lpstr>
      <vt:lpstr>4.マクロ実行</vt:lpstr>
      <vt:lpstr>5.スプライシング切替失敗部品処理</vt:lpstr>
      <vt:lpstr>6.カウント前準備(ラベル貼り)</vt:lpstr>
      <vt:lpstr>6.カウント前準備(ラベル貼り)</vt:lpstr>
      <vt:lpstr>7.カウント実施(新リールカウンタ)</vt:lpstr>
      <vt:lpstr>7.カウント実施(新リールカウンタ)</vt:lpstr>
      <vt:lpstr>8.入庫処理</vt:lpstr>
      <vt:lpstr>8.入庫処理</vt:lpstr>
      <vt:lpstr>8.入庫処理</vt:lpstr>
      <vt:lpstr>9.EG-Pro所在不明リール処理</vt:lpstr>
      <vt:lpstr>10.部品取り付け方法</vt:lpstr>
      <vt:lpstr>10.部品取り付け方法</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バーコード仕様</dc:title>
  <dc:creator>SATO Yuki (佐藤 勇希)</dc:creator>
  <cp:lastModifiedBy>SHINOHARA Soshi (篠原 想詩)</cp:lastModifiedBy>
  <cp:revision>1</cp:revision>
  <cp:lastPrinted>2026-08-20T01:19:08Z</cp:lastPrinted>
  <dcterms:created xsi:type="dcterms:W3CDTF">2023-09-19T00:36:45Z</dcterms:created>
  <dcterms:modified xsi:type="dcterms:W3CDTF">2026-08-20T02:17:05Z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0x010100AFC8BC07E3BBA34EB92D3ED2768D585A</vt:lpwstr>
  </property>
  <property fmtid="{D5CDD505-2E9C-101B-9397-08002B2CF9AE}" pid="3" name="MediaServiceImageTags">
    <vt:lpwstr/>
  </property>
</Properties>
</file>