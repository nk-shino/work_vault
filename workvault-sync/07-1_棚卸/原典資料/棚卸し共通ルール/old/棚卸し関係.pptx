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1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1020" y="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87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41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03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43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44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83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79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30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4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04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15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4C1FA-3FFA-447A-A676-1CF95E4C9F3F}" type="datetimeFigureOut">
              <a:rPr kumimoji="1" lang="ja-JP" altLang="en-US" smtClean="0"/>
              <a:t>2017/9/22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31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135013" cy="8987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月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22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日　夜勤対応について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生産の状況としては、予定通りに</a:t>
            </a:r>
            <a:r>
              <a:rPr lang="en-US" altLang="ja-JP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勤で生産が終了しましたが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部品ハズシと戻しが予定よりも早く終わる可能性があります。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その際は、下記順番で、対応をお願い致します。</a:t>
            </a:r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優先順位</a:t>
            </a:r>
            <a:endParaRPr kumimoji="1"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①部品のハズシと戻し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②マックドライ（</a:t>
            </a:r>
            <a:r>
              <a:rPr lang="en-US" altLang="ja-JP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の棚）のトレイ部品数量カウント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③ソフトトレイ（</a:t>
            </a:r>
            <a:r>
              <a:rPr lang="en-US" altLang="ja-JP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7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の棚）のトレイ部品数量カウント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トレイ部品カウントルール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・袋単位で数量をカウントしてください</a:t>
            </a:r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・カウントした数を白い紙に名前と日付、数量を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記入して下さい（下記参照）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・アルミパックに記入した用紙をテープで貼り付け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600" dirty="0" err="1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て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ください（バーコードには掛からないように注意）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・棚単位で、カウントが終わったら数え済みのラベルを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棚に貼る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6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289539" y="4554416"/>
            <a:ext cx="1296113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岡野</a:t>
            </a:r>
            <a:endParaRPr kumimoji="1" lang="en-US" altLang="ja-JP" dirty="0" smtClean="0"/>
          </a:p>
          <a:p>
            <a:pPr algn="ctr"/>
            <a:r>
              <a:rPr lang="en-US" altLang="ja-JP" dirty="0" smtClean="0"/>
              <a:t>2017/9/22</a:t>
            </a:r>
          </a:p>
          <a:p>
            <a:pPr algn="ctr"/>
            <a:r>
              <a:rPr kumimoji="1" lang="en-US" altLang="ja-JP" dirty="0" smtClean="0"/>
              <a:t>35</a:t>
            </a:r>
            <a:r>
              <a:rPr kumimoji="1" lang="ja-JP" altLang="en-US" dirty="0"/>
              <a:t>個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289539" y="6211448"/>
            <a:ext cx="4196861" cy="114750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1746738" y="6337471"/>
            <a:ext cx="1641231" cy="47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latin typeface="CODE39" panose="020B0600000000000000" pitchFamily="34" charset="0"/>
              </a:rPr>
              <a:t>1234567</a:t>
            </a:r>
            <a:endParaRPr kumimoji="1" lang="ja-JP" altLang="en-US" dirty="0">
              <a:latin typeface="CODE39" panose="020B0600000000000000" pitchFamily="34" charset="0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530010" y="6493406"/>
            <a:ext cx="897309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 smtClean="0"/>
              <a:t>岡野</a:t>
            </a:r>
            <a:endParaRPr kumimoji="1" lang="en-US" altLang="ja-JP" sz="1050" dirty="0" smtClean="0"/>
          </a:p>
          <a:p>
            <a:pPr algn="ctr"/>
            <a:r>
              <a:rPr lang="en-US" altLang="ja-JP" sz="1050" dirty="0" smtClean="0"/>
              <a:t>2017/9/22</a:t>
            </a:r>
          </a:p>
          <a:p>
            <a:pPr algn="ctr"/>
            <a:r>
              <a:rPr kumimoji="1" lang="en-US" altLang="ja-JP" sz="1050" dirty="0" smtClean="0"/>
              <a:t>35</a:t>
            </a:r>
            <a:r>
              <a:rPr kumimoji="1" lang="ja-JP" altLang="en-US" sz="1050" dirty="0"/>
              <a:t>個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1289538" y="8315239"/>
            <a:ext cx="1296113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数え済</a:t>
            </a:r>
            <a:endParaRPr kumimoji="1" lang="en-US" altLang="ja-JP" dirty="0" smtClean="0"/>
          </a:p>
          <a:p>
            <a:pPr algn="ctr"/>
            <a:endParaRPr lang="en-US" altLang="ja-JP" sz="1200" dirty="0" smtClean="0"/>
          </a:p>
          <a:p>
            <a:pPr algn="ctr"/>
            <a:r>
              <a:rPr lang="ja-JP" altLang="en-US" sz="1200" dirty="0" smtClean="0"/>
              <a:t>作業者：岡野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4758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957</TotalTime>
  <Words>19</Words>
  <Application>Microsoft Office PowerPoint</Application>
  <PresentationFormat>A4 210 x 297 mm</PresentationFormat>
  <Paragraphs>45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ＭＳ Ｐゴシック</vt:lpstr>
      <vt:lpstr>メイリオ</vt:lpstr>
      <vt:lpstr>Arial</vt:lpstr>
      <vt:lpstr>Calibri</vt:lpstr>
      <vt:lpstr>Calibri Light</vt:lpstr>
      <vt:lpstr>CODE39</vt:lpstr>
      <vt:lpstr>Office テーマ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上</dc:creator>
  <cp:lastModifiedBy>岡野 上</cp:lastModifiedBy>
  <cp:revision>4</cp:revision>
  <cp:lastPrinted>2017-09-22T09:17:08Z</cp:lastPrinted>
  <dcterms:created xsi:type="dcterms:W3CDTF">2017-09-22T08:48:40Z</dcterms:created>
  <dcterms:modified xsi:type="dcterms:W3CDTF">2017-09-23T00:46:16Z</dcterms:modified>
</cp:coreProperties>
</file>