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14" y="8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949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1610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1277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8281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985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7111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126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208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367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4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A1881-15CD-4272-999B-FA8582E1405A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A2DBB-6548-4BD3-97EB-F7458D1CDF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073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392711"/>
            <a:ext cx="4160000" cy="2777143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0" y="0"/>
            <a:ext cx="2981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■新リールカウンタ開始時画面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618509" y="1036287"/>
            <a:ext cx="2515432" cy="369332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この</a:t>
            </a:r>
            <a:r>
              <a:rPr kumimoji="1" lang="en-US" altLang="ja-JP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</a:t>
            </a:r>
            <a:r>
              <a:rPr kumimoji="1"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つが青くなっている事</a:t>
            </a:r>
            <a:endParaRPr kumimoji="1" lang="ja-JP" altLang="en-US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1381125" y="2041856"/>
            <a:ext cx="828675" cy="2822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162175" y="2305051"/>
            <a:ext cx="381000" cy="2667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/>
          <p:cNvCxnSpPr>
            <a:stCxn id="6" idx="2"/>
            <a:endCxn id="7" idx="0"/>
          </p:cNvCxnSpPr>
          <p:nvPr/>
        </p:nvCxnSpPr>
        <p:spPr>
          <a:xfrm flipH="1">
            <a:off x="1795463" y="1405619"/>
            <a:ext cx="1080762" cy="6362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>
            <a:stCxn id="6" idx="2"/>
            <a:endCxn id="8" idx="0"/>
          </p:cNvCxnSpPr>
          <p:nvPr/>
        </p:nvCxnSpPr>
        <p:spPr>
          <a:xfrm flipH="1">
            <a:off x="2352675" y="1405619"/>
            <a:ext cx="523550" cy="8994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図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3825760"/>
            <a:ext cx="4160000" cy="2777143"/>
          </a:xfrm>
          <a:prstGeom prst="rect">
            <a:avLst/>
          </a:prstGeom>
        </p:spPr>
      </p:pic>
      <p:sp>
        <p:nvSpPr>
          <p:cNvPr id="26" name="テキスト ボックス 25"/>
          <p:cNvSpPr txBox="1"/>
          <p:nvPr/>
        </p:nvSpPr>
        <p:spPr>
          <a:xfrm>
            <a:off x="0" y="3433049"/>
            <a:ext cx="2981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■新リールカウンタ開始時画面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1618509" y="4469336"/>
            <a:ext cx="2515432" cy="369332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この</a:t>
            </a:r>
            <a:r>
              <a:rPr kumimoji="1" lang="en-US" altLang="ja-JP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</a:t>
            </a:r>
            <a:r>
              <a:rPr kumimoji="1"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つが青くなっている事</a:t>
            </a:r>
            <a:endParaRPr kumimoji="1" lang="ja-JP" altLang="en-US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8" name="正方形/長方形 27"/>
          <p:cNvSpPr/>
          <p:nvPr/>
        </p:nvSpPr>
        <p:spPr>
          <a:xfrm>
            <a:off x="1381125" y="5474905"/>
            <a:ext cx="828675" cy="2822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/>
          <p:cNvSpPr/>
          <p:nvPr/>
        </p:nvSpPr>
        <p:spPr>
          <a:xfrm>
            <a:off x="2162175" y="5738100"/>
            <a:ext cx="381000" cy="2667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/>
          <p:cNvCxnSpPr>
            <a:stCxn id="27" idx="2"/>
            <a:endCxn id="28" idx="0"/>
          </p:cNvCxnSpPr>
          <p:nvPr/>
        </p:nvCxnSpPr>
        <p:spPr>
          <a:xfrm flipH="1">
            <a:off x="1795463" y="4838668"/>
            <a:ext cx="1080762" cy="6362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>
            <a:stCxn id="27" idx="2"/>
            <a:endCxn id="29" idx="0"/>
          </p:cNvCxnSpPr>
          <p:nvPr/>
        </p:nvCxnSpPr>
        <p:spPr>
          <a:xfrm flipH="1">
            <a:off x="2352675" y="4838668"/>
            <a:ext cx="523550" cy="8994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963" y="392711"/>
            <a:ext cx="4160000" cy="2777143"/>
          </a:xfrm>
          <a:prstGeom prst="rect">
            <a:avLst/>
          </a:prstGeom>
        </p:spPr>
      </p:pic>
      <p:sp>
        <p:nvSpPr>
          <p:cNvPr id="33" name="テキスト ボックス 32"/>
          <p:cNvSpPr txBox="1"/>
          <p:nvPr/>
        </p:nvSpPr>
        <p:spPr>
          <a:xfrm>
            <a:off x="4574338" y="0"/>
            <a:ext cx="2981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■新リールカウンタ開始時画面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6192847" y="1036287"/>
            <a:ext cx="2515432" cy="369332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この</a:t>
            </a:r>
            <a:r>
              <a:rPr kumimoji="1" lang="en-US" altLang="ja-JP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</a:t>
            </a:r>
            <a:r>
              <a:rPr kumimoji="1"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つが青くなっている事</a:t>
            </a:r>
            <a:endParaRPr kumimoji="1" lang="ja-JP" altLang="en-US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5955463" y="2041856"/>
            <a:ext cx="828675" cy="2822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6736513" y="2305051"/>
            <a:ext cx="381000" cy="2667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矢印コネクタ 36"/>
          <p:cNvCxnSpPr>
            <a:stCxn id="34" idx="2"/>
            <a:endCxn id="35" idx="0"/>
          </p:cNvCxnSpPr>
          <p:nvPr/>
        </p:nvCxnSpPr>
        <p:spPr>
          <a:xfrm flipH="1">
            <a:off x="6369801" y="1405619"/>
            <a:ext cx="1080762" cy="6362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>
            <a:stCxn id="34" idx="2"/>
            <a:endCxn id="36" idx="0"/>
          </p:cNvCxnSpPr>
          <p:nvPr/>
        </p:nvCxnSpPr>
        <p:spPr>
          <a:xfrm flipH="1">
            <a:off x="6927013" y="1405619"/>
            <a:ext cx="523550" cy="8994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図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963" y="3825760"/>
            <a:ext cx="4160000" cy="2777143"/>
          </a:xfrm>
          <a:prstGeom prst="rect">
            <a:avLst/>
          </a:prstGeom>
        </p:spPr>
      </p:pic>
      <p:sp>
        <p:nvSpPr>
          <p:cNvPr id="40" name="テキスト ボックス 39"/>
          <p:cNvSpPr txBox="1"/>
          <p:nvPr/>
        </p:nvSpPr>
        <p:spPr>
          <a:xfrm>
            <a:off x="4574338" y="3433049"/>
            <a:ext cx="2981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■新リールカウンタ開始時画面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6192847" y="4469336"/>
            <a:ext cx="2515432" cy="369332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この</a:t>
            </a:r>
            <a:r>
              <a:rPr kumimoji="1" lang="en-US" altLang="ja-JP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</a:t>
            </a:r>
            <a:r>
              <a:rPr kumimoji="1"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つが青くなっている事</a:t>
            </a:r>
            <a:endParaRPr kumimoji="1" lang="ja-JP" altLang="en-US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" name="正方形/長方形 41"/>
          <p:cNvSpPr/>
          <p:nvPr/>
        </p:nvSpPr>
        <p:spPr>
          <a:xfrm>
            <a:off x="5955463" y="5474905"/>
            <a:ext cx="828675" cy="2822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6736513" y="5738100"/>
            <a:ext cx="381000" cy="2667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矢印コネクタ 43"/>
          <p:cNvCxnSpPr>
            <a:stCxn id="41" idx="2"/>
            <a:endCxn id="42" idx="0"/>
          </p:cNvCxnSpPr>
          <p:nvPr/>
        </p:nvCxnSpPr>
        <p:spPr>
          <a:xfrm flipH="1">
            <a:off x="6369801" y="4838668"/>
            <a:ext cx="1080762" cy="6362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>
            <a:stCxn id="41" idx="2"/>
            <a:endCxn id="43" idx="0"/>
          </p:cNvCxnSpPr>
          <p:nvPr/>
        </p:nvCxnSpPr>
        <p:spPr>
          <a:xfrm flipH="1">
            <a:off x="6927013" y="4838668"/>
            <a:ext cx="523550" cy="8994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176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48</Words>
  <Application>Microsoft Office PowerPoint</Application>
  <PresentationFormat>画面に合わせる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岡野 上</dc:creator>
  <cp:lastModifiedBy>岡野 上</cp:lastModifiedBy>
  <cp:revision>1</cp:revision>
  <cp:lastPrinted>2019-03-25T05:30:33Z</cp:lastPrinted>
  <dcterms:created xsi:type="dcterms:W3CDTF">2019-03-25T05:24:46Z</dcterms:created>
  <dcterms:modified xsi:type="dcterms:W3CDTF">2019-03-25T05:31:58Z</dcterms:modified>
</cp:coreProperties>
</file>