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2"/>
    <p:sldId id="260" r:id="rId3"/>
  </p:sldIdLst>
  <p:sldSz cx="9144000" cy="6858000" type="screen4x3"/>
  <p:notesSz cx="6807200" cy="993933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4" autoAdjust="0"/>
    <p:restoredTop sz="92799" autoAdjust="0"/>
  </p:normalViewPr>
  <p:slideViewPr>
    <p:cSldViewPr>
      <p:cViewPr varScale="1">
        <p:scale>
          <a:sx n="90" d="100"/>
          <a:sy n="90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B7E7BB-5D58-4EE5-971E-67344DEB0D9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</dgm:pt>
    <dgm:pt modelId="{899A8165-331C-46C2-AE90-FA97438A760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濱田　学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090-1776-5585</a:t>
          </a:r>
        </a:p>
      </dgm:t>
    </dgm:pt>
    <dgm:pt modelId="{00CC5BCB-969C-4DC7-BEB0-85A0EBC66136}" type="parTrans" cxnId="{1C1FCA22-AB13-43DF-B3CA-BA2692E9822D}">
      <dgm:prSet/>
      <dgm:spPr/>
      <dgm:t>
        <a:bodyPr/>
        <a:lstStyle/>
        <a:p>
          <a:endParaRPr kumimoji="1" lang="ja-JP" altLang="en-US"/>
        </a:p>
      </dgm:t>
    </dgm:pt>
    <dgm:pt modelId="{3B817440-8707-44BA-B564-CEC74F1E08FD}" type="sibTrans" cxnId="{1C1FCA22-AB13-43DF-B3CA-BA2692E9822D}">
      <dgm:prSet/>
      <dgm:spPr/>
      <dgm:t>
        <a:bodyPr/>
        <a:lstStyle/>
        <a:p>
          <a:endParaRPr kumimoji="1" lang="ja-JP" altLang="en-US"/>
        </a:p>
      </dgm:t>
    </dgm:pt>
    <dgm:pt modelId="{4997EDD2-AEFA-4F32-AF91-98EA253DC1F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松井　照佳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090-9014-6945</a:t>
          </a:r>
        </a:p>
      </dgm:t>
    </dgm:pt>
    <dgm:pt modelId="{7E82C66B-F7EA-4BD2-B77E-741D59BDFB94}" type="parTrans" cxnId="{7D225414-0875-4EF3-8635-01F524E4FF97}">
      <dgm:prSet/>
      <dgm:spPr/>
      <dgm:t>
        <a:bodyPr/>
        <a:lstStyle/>
        <a:p>
          <a:endParaRPr kumimoji="1" lang="ja-JP" altLang="en-US"/>
        </a:p>
      </dgm:t>
    </dgm:pt>
    <dgm:pt modelId="{1B224B36-0937-43D3-A92A-AE85B337C3D7}" type="sibTrans" cxnId="{7D225414-0875-4EF3-8635-01F524E4FF97}">
      <dgm:prSet/>
      <dgm:spPr/>
      <dgm:t>
        <a:bodyPr/>
        <a:lstStyle/>
        <a:p>
          <a:endParaRPr kumimoji="1" lang="ja-JP" altLang="en-US"/>
        </a:p>
      </dgm:t>
    </dgm:pt>
    <dgm:pt modelId="{B23186E5-BE4A-4741-9371-781F7A85080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上中　俊一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090-1792-7769</a:t>
          </a:r>
        </a:p>
      </dgm:t>
    </dgm:pt>
    <dgm:pt modelId="{37AFFFD3-B523-4B0C-80A7-221AD67841F7}" type="parTrans" cxnId="{83FB072D-7148-478B-882C-2D554DCCD5D4}">
      <dgm:prSet/>
      <dgm:spPr/>
      <dgm:t>
        <a:bodyPr/>
        <a:lstStyle/>
        <a:p>
          <a:endParaRPr kumimoji="1" lang="ja-JP" altLang="en-US"/>
        </a:p>
      </dgm:t>
    </dgm:pt>
    <dgm:pt modelId="{41826373-5239-4552-9438-928EECFE6743}" type="sibTrans" cxnId="{83FB072D-7148-478B-882C-2D554DCCD5D4}">
      <dgm:prSet/>
      <dgm:spPr/>
      <dgm:t>
        <a:bodyPr/>
        <a:lstStyle/>
        <a:p>
          <a:endParaRPr kumimoji="1" lang="ja-JP" altLang="en-US"/>
        </a:p>
      </dgm:t>
    </dgm:pt>
    <dgm:pt modelId="{48EB14A6-A71D-4680-9FD5-B7F424640AB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市川　尚樹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090-4605-0267</a:t>
          </a:r>
        </a:p>
      </dgm:t>
    </dgm:pt>
    <dgm:pt modelId="{E9E41F7F-FDD4-45EA-86C0-D04E6814B1BB}" type="parTrans" cxnId="{E1B909FD-2AF7-4DFB-8AD7-AFC45270CA61}">
      <dgm:prSet/>
      <dgm:spPr/>
      <dgm:t>
        <a:bodyPr/>
        <a:lstStyle/>
        <a:p>
          <a:endParaRPr kumimoji="1" lang="ja-JP" altLang="en-US"/>
        </a:p>
      </dgm:t>
    </dgm:pt>
    <dgm:pt modelId="{438A778B-2E5F-40C0-8D2C-8CDDA19A0D4A}" type="sibTrans" cxnId="{E1B909FD-2AF7-4DFB-8AD7-AFC45270CA61}">
      <dgm:prSet/>
      <dgm:spPr/>
      <dgm:t>
        <a:bodyPr/>
        <a:lstStyle/>
        <a:p>
          <a:endParaRPr kumimoji="1" lang="ja-JP" altLang="en-US"/>
        </a:p>
      </dgm:t>
    </dgm:pt>
    <dgm:pt modelId="{5CDE0E0B-68DD-4632-AE6E-93CD0593E7B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吉沢　光章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080-6723-7363</a:t>
          </a:r>
        </a:p>
      </dgm:t>
    </dgm:pt>
    <dgm:pt modelId="{97F0357B-8EF7-4B06-8327-6525804761C7}" type="parTrans" cxnId="{EB3AFB8B-472C-49AE-9E79-3D647FD1D804}">
      <dgm:prSet/>
      <dgm:spPr/>
      <dgm:t>
        <a:bodyPr/>
        <a:lstStyle/>
        <a:p>
          <a:endParaRPr kumimoji="1" lang="ja-JP" altLang="en-US"/>
        </a:p>
      </dgm:t>
    </dgm:pt>
    <dgm:pt modelId="{175A5E47-0916-415C-85E9-737E1F2D3B36}" type="sibTrans" cxnId="{EB3AFB8B-472C-49AE-9E79-3D647FD1D804}">
      <dgm:prSet/>
      <dgm:spPr/>
      <dgm:t>
        <a:bodyPr/>
        <a:lstStyle/>
        <a:p>
          <a:endParaRPr kumimoji="1" lang="ja-JP" altLang="en-US"/>
        </a:p>
      </dgm:t>
    </dgm:pt>
    <dgm:pt modelId="{76193913-AD0A-441E-8173-FBB57DDAF1B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横山　純也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090-5338-4359</a:t>
          </a:r>
        </a:p>
      </dgm:t>
    </dgm:pt>
    <dgm:pt modelId="{D3E585C3-1DCA-4AD8-A328-C1F219C85415}" type="parTrans" cxnId="{226819F0-7197-4928-B860-B90ABA3D754E}">
      <dgm:prSet/>
      <dgm:spPr/>
      <dgm:t>
        <a:bodyPr/>
        <a:lstStyle/>
        <a:p>
          <a:endParaRPr kumimoji="1" lang="ja-JP" altLang="en-US"/>
        </a:p>
      </dgm:t>
    </dgm:pt>
    <dgm:pt modelId="{D18637FF-15B2-4D22-8CF0-FE6893FC8CC9}" type="sibTrans" cxnId="{226819F0-7197-4928-B860-B90ABA3D754E}">
      <dgm:prSet/>
      <dgm:spPr/>
      <dgm:t>
        <a:bodyPr/>
        <a:lstStyle/>
        <a:p>
          <a:endParaRPr kumimoji="1" lang="ja-JP" altLang="en-US"/>
        </a:p>
      </dgm:t>
    </dgm:pt>
    <dgm:pt modelId="{0C1D30D8-F908-4C8A-A3F6-159F3EEBDE6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DA2AB4D4-E4C8-434F-AE88-D75A12227AB1}" type="parTrans" cxnId="{771391DE-84B5-42E7-8879-421D2D8B56C7}">
      <dgm:prSet/>
      <dgm:spPr/>
      <dgm:t>
        <a:bodyPr/>
        <a:lstStyle/>
        <a:p>
          <a:endParaRPr kumimoji="1" lang="ja-JP" altLang="en-US"/>
        </a:p>
      </dgm:t>
    </dgm:pt>
    <dgm:pt modelId="{E405E336-95BD-459E-8952-6973E33BB96C}" type="sibTrans" cxnId="{771391DE-84B5-42E7-8879-421D2D8B56C7}">
      <dgm:prSet/>
      <dgm:spPr/>
      <dgm:t>
        <a:bodyPr/>
        <a:lstStyle/>
        <a:p>
          <a:endParaRPr kumimoji="1" lang="ja-JP" altLang="en-US"/>
        </a:p>
      </dgm:t>
    </dgm:pt>
    <dgm:pt modelId="{C626F991-290C-4E22-9F3D-F986A8A447F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安達　好子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090-5415-3552</a:t>
          </a:r>
        </a:p>
      </dgm:t>
    </dgm:pt>
    <dgm:pt modelId="{B23716CF-3D94-4B47-A6E1-E19AD49E62BC}" type="parTrans" cxnId="{D3818BB7-878E-4695-B412-A2F4DFA0EACC}">
      <dgm:prSet/>
      <dgm:spPr/>
      <dgm:t>
        <a:bodyPr/>
        <a:lstStyle/>
        <a:p>
          <a:endParaRPr kumimoji="1" lang="ja-JP" altLang="en-US"/>
        </a:p>
      </dgm:t>
    </dgm:pt>
    <dgm:pt modelId="{E86E8843-2973-4ECA-8EC4-0AE2B41B1B63}" type="sibTrans" cxnId="{D3818BB7-878E-4695-B412-A2F4DFA0EACC}">
      <dgm:prSet/>
      <dgm:spPr/>
      <dgm:t>
        <a:bodyPr/>
        <a:lstStyle/>
        <a:p>
          <a:endParaRPr kumimoji="1" lang="ja-JP" altLang="en-US"/>
        </a:p>
      </dgm:t>
    </dgm:pt>
    <dgm:pt modelId="{3E3C78CE-0FEE-4B82-9CF0-49F6CF9ABD1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12767AF4-A81C-4525-885D-30570D5840B0}" type="parTrans" cxnId="{1196ACD6-4141-4DD3-918C-CC549C93AF0D}">
      <dgm:prSet/>
      <dgm:spPr/>
      <dgm:t>
        <a:bodyPr/>
        <a:lstStyle/>
        <a:p>
          <a:endParaRPr kumimoji="1" lang="ja-JP" altLang="en-US"/>
        </a:p>
      </dgm:t>
    </dgm:pt>
    <dgm:pt modelId="{71DD53E7-8720-4CC8-A2E6-D2F42B40CF08}" type="sibTrans" cxnId="{1196ACD6-4141-4DD3-918C-CC549C93AF0D}">
      <dgm:prSet/>
      <dgm:spPr/>
      <dgm:t>
        <a:bodyPr/>
        <a:lstStyle/>
        <a:p>
          <a:endParaRPr kumimoji="1" lang="ja-JP" altLang="en-US"/>
        </a:p>
      </dgm:t>
    </dgm:pt>
    <dgm:pt modelId="{2B0BD40D-643C-4C9F-ABD9-D11922F884B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F008506A-B6E1-435E-813E-7120B4F3133B}" type="parTrans" cxnId="{5D40CCB8-D742-44A6-8A93-C7264B302AFB}">
      <dgm:prSet/>
      <dgm:spPr/>
      <dgm:t>
        <a:bodyPr/>
        <a:lstStyle/>
        <a:p>
          <a:endParaRPr kumimoji="1" lang="ja-JP" altLang="en-US"/>
        </a:p>
      </dgm:t>
    </dgm:pt>
    <dgm:pt modelId="{8D2C8C76-5A65-490F-A50B-110492BB01F2}" type="sibTrans" cxnId="{5D40CCB8-D742-44A6-8A93-C7264B302AFB}">
      <dgm:prSet/>
      <dgm:spPr/>
      <dgm:t>
        <a:bodyPr/>
        <a:lstStyle/>
        <a:p>
          <a:endParaRPr kumimoji="1" lang="ja-JP" altLang="en-US"/>
        </a:p>
      </dgm:t>
    </dgm:pt>
    <dgm:pt modelId="{99000099-847A-4551-93F4-DD28FB5848B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吉田　つや子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090-4024-4952</a:t>
          </a:r>
        </a:p>
      </dgm:t>
    </dgm:pt>
    <dgm:pt modelId="{5C27C4D4-71EF-4CE5-992E-352B19F5BEA3}" type="parTrans" cxnId="{0718BF0D-80F9-47D2-BA3B-1BF15D24E6FF}">
      <dgm:prSet/>
      <dgm:spPr/>
      <dgm:t>
        <a:bodyPr/>
        <a:lstStyle/>
        <a:p>
          <a:endParaRPr kumimoji="1" lang="ja-JP" altLang="en-US"/>
        </a:p>
      </dgm:t>
    </dgm:pt>
    <dgm:pt modelId="{0ACE132F-E86E-42D2-BD93-3A5CAB03B8AA}" type="sibTrans" cxnId="{0718BF0D-80F9-47D2-BA3B-1BF15D24E6FF}">
      <dgm:prSet/>
      <dgm:spPr/>
      <dgm:t>
        <a:bodyPr/>
        <a:lstStyle/>
        <a:p>
          <a:endParaRPr kumimoji="1" lang="ja-JP" altLang="en-US"/>
        </a:p>
      </dgm:t>
    </dgm:pt>
    <dgm:pt modelId="{4E49F506-B031-4001-83FC-8BFB13B4E78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市川　公洋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0274-82-4179</a:t>
          </a:r>
        </a:p>
      </dgm:t>
    </dgm:pt>
    <dgm:pt modelId="{63C02CAC-680B-4632-B363-04B115C36471}" type="parTrans" cxnId="{45129333-DC34-4805-B9FB-BAB188838437}">
      <dgm:prSet/>
      <dgm:spPr/>
      <dgm:t>
        <a:bodyPr/>
        <a:lstStyle/>
        <a:p>
          <a:endParaRPr kumimoji="1" lang="ja-JP" altLang="en-US"/>
        </a:p>
      </dgm:t>
    </dgm:pt>
    <dgm:pt modelId="{71FFD1F9-E6E1-496E-8CEF-F28AA47AB417}" type="sibTrans" cxnId="{45129333-DC34-4805-B9FB-BAB188838437}">
      <dgm:prSet/>
      <dgm:spPr/>
      <dgm:t>
        <a:bodyPr/>
        <a:lstStyle/>
        <a:p>
          <a:endParaRPr kumimoji="1" lang="ja-JP" altLang="en-US"/>
        </a:p>
      </dgm:t>
    </dgm:pt>
    <dgm:pt modelId="{F4752A9F-614C-4B11-A71B-B07EDF28606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本田　聡美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0274-62-0857</a:t>
          </a:r>
          <a:endParaRPr kumimoji="1" lang="ja-JP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461B1A10-7CB8-40D0-8C84-BEDA26D38B84}" type="parTrans" cxnId="{C5FA684E-C1CC-4241-A127-8987F86E3516}">
      <dgm:prSet/>
      <dgm:spPr/>
      <dgm:t>
        <a:bodyPr/>
        <a:lstStyle/>
        <a:p>
          <a:endParaRPr kumimoji="1" lang="ja-JP" altLang="en-US"/>
        </a:p>
      </dgm:t>
    </dgm:pt>
    <dgm:pt modelId="{05C3D526-6754-420C-8678-CB6BA613BA40}" type="sibTrans" cxnId="{C5FA684E-C1CC-4241-A127-8987F86E3516}">
      <dgm:prSet/>
      <dgm:spPr/>
      <dgm:t>
        <a:bodyPr/>
        <a:lstStyle/>
        <a:p>
          <a:endParaRPr kumimoji="1" lang="ja-JP" altLang="en-US"/>
        </a:p>
      </dgm:t>
    </dgm:pt>
    <dgm:pt modelId="{E8B3C53A-0BAC-4727-B2AE-C8B7B91D352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磯貝　勇輔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080-5446-3486</a:t>
          </a:r>
          <a:endParaRPr kumimoji="1" lang="ja-JP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2F026A11-51F4-453D-94A0-5CFE7A8B6A0D}" type="parTrans" cxnId="{36B3354C-13E2-4142-AF67-5B4F40F3A65B}">
      <dgm:prSet/>
      <dgm:spPr/>
      <dgm:t>
        <a:bodyPr/>
        <a:lstStyle/>
        <a:p>
          <a:endParaRPr kumimoji="1" lang="ja-JP" altLang="en-US"/>
        </a:p>
      </dgm:t>
    </dgm:pt>
    <dgm:pt modelId="{4A6EA3FE-1BF5-4D01-B531-5F34F9C2CFF6}" type="sibTrans" cxnId="{36B3354C-13E2-4142-AF67-5B4F40F3A65B}">
      <dgm:prSet/>
      <dgm:spPr/>
      <dgm:t>
        <a:bodyPr/>
        <a:lstStyle/>
        <a:p>
          <a:endParaRPr kumimoji="1" lang="ja-JP" altLang="en-US"/>
        </a:p>
      </dgm:t>
    </dgm:pt>
    <dgm:pt modelId="{30DFFBFA-B3D4-4814-AC6E-293B436F7C2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石井　靖浩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090-2751-0069</a:t>
          </a:r>
        </a:p>
      </dgm:t>
    </dgm:pt>
    <dgm:pt modelId="{0EABA36A-66E8-44F1-8DB2-7D31948022A9}" type="parTrans" cxnId="{67E76776-D982-426D-825E-9F66F5DA3922}">
      <dgm:prSet/>
      <dgm:spPr/>
      <dgm:t>
        <a:bodyPr/>
        <a:lstStyle/>
        <a:p>
          <a:endParaRPr kumimoji="1" lang="ja-JP" altLang="en-US"/>
        </a:p>
      </dgm:t>
    </dgm:pt>
    <dgm:pt modelId="{387758C9-C7C4-4064-8728-DEC72367255D}" type="sibTrans" cxnId="{67E76776-D982-426D-825E-9F66F5DA3922}">
      <dgm:prSet/>
      <dgm:spPr/>
      <dgm:t>
        <a:bodyPr/>
        <a:lstStyle/>
        <a:p>
          <a:endParaRPr kumimoji="1" lang="ja-JP" altLang="en-US"/>
        </a:p>
      </dgm:t>
    </dgm:pt>
    <dgm:pt modelId="{F2977D21-D2E3-4B06-BE81-354E3ABB233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川崎　信一郎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0274-67-1250</a:t>
          </a:r>
        </a:p>
      </dgm:t>
    </dgm:pt>
    <dgm:pt modelId="{55F27E72-2D09-4DB0-A4E2-6B71B59FACFC}" type="parTrans" cxnId="{91EC87AC-193D-47F4-8B35-81C949FB4D99}">
      <dgm:prSet/>
      <dgm:spPr/>
      <dgm:t>
        <a:bodyPr/>
        <a:lstStyle/>
        <a:p>
          <a:endParaRPr kumimoji="1" lang="ja-JP" altLang="en-US"/>
        </a:p>
      </dgm:t>
    </dgm:pt>
    <dgm:pt modelId="{E3DF4FD6-7FB5-4A07-8628-16D4396655F6}" type="sibTrans" cxnId="{91EC87AC-193D-47F4-8B35-81C949FB4D99}">
      <dgm:prSet/>
      <dgm:spPr/>
      <dgm:t>
        <a:bodyPr/>
        <a:lstStyle/>
        <a:p>
          <a:endParaRPr kumimoji="1" lang="ja-JP" altLang="en-US"/>
        </a:p>
      </dgm:t>
    </dgm:pt>
    <dgm:pt modelId="{31E3E2CA-B6F2-46F7-AD33-54412D8ADB2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小林　忍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090-1058-0231</a:t>
          </a:r>
          <a:endParaRPr kumimoji="1" lang="ja-JP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773A8D8A-CC67-4249-824A-C01BDB710396}" type="parTrans" cxnId="{D093F77E-FF75-403F-81F8-4543DA8F82CC}">
      <dgm:prSet/>
      <dgm:spPr/>
      <dgm:t>
        <a:bodyPr/>
        <a:lstStyle/>
        <a:p>
          <a:endParaRPr kumimoji="1" lang="ja-JP" altLang="en-US"/>
        </a:p>
      </dgm:t>
    </dgm:pt>
    <dgm:pt modelId="{7A795BC1-679F-4B4C-AA36-9231DE62816B}" type="sibTrans" cxnId="{D093F77E-FF75-403F-81F8-4543DA8F82CC}">
      <dgm:prSet/>
      <dgm:spPr/>
      <dgm:t>
        <a:bodyPr/>
        <a:lstStyle/>
        <a:p>
          <a:endParaRPr kumimoji="1" lang="ja-JP" altLang="en-US"/>
        </a:p>
      </dgm:t>
    </dgm:pt>
    <dgm:pt modelId="{4DDBAA08-D810-4872-9B6B-7F4F48D1726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生方　豊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090-2532-7623</a:t>
          </a:r>
        </a:p>
      </dgm:t>
    </dgm:pt>
    <dgm:pt modelId="{F5ED9C99-51D1-4725-B3D2-BB349495D8D9}" type="parTrans" cxnId="{AD1249F6-0767-4ED2-BE5C-172524154930}">
      <dgm:prSet/>
      <dgm:spPr/>
      <dgm:t>
        <a:bodyPr/>
        <a:lstStyle/>
        <a:p>
          <a:endParaRPr kumimoji="1" lang="ja-JP" altLang="en-US"/>
        </a:p>
      </dgm:t>
    </dgm:pt>
    <dgm:pt modelId="{FC328C8B-8BCF-4B8C-AA0D-9475BE1685B1}" type="sibTrans" cxnId="{AD1249F6-0767-4ED2-BE5C-172524154930}">
      <dgm:prSet/>
      <dgm:spPr/>
      <dgm:t>
        <a:bodyPr/>
        <a:lstStyle/>
        <a:p>
          <a:endParaRPr kumimoji="1" lang="ja-JP" altLang="en-US"/>
        </a:p>
      </dgm:t>
    </dgm:pt>
    <dgm:pt modelId="{F4F81B64-BEF1-46C9-B5A6-C8B9007073C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丸山　恵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090-1218-5656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6E693CEA-BDD1-4FFA-B368-26D10F260FF9}" type="parTrans" cxnId="{082BCC14-F84D-4210-8FA0-B58DA9667B61}">
      <dgm:prSet/>
      <dgm:spPr/>
      <dgm:t>
        <a:bodyPr/>
        <a:lstStyle/>
        <a:p>
          <a:endParaRPr kumimoji="1" lang="ja-JP" altLang="en-US"/>
        </a:p>
      </dgm:t>
    </dgm:pt>
    <dgm:pt modelId="{88C692DF-1FAA-4CAA-BA2D-9FB9E17D3ECC}" type="sibTrans" cxnId="{082BCC14-F84D-4210-8FA0-B58DA9667B61}">
      <dgm:prSet/>
      <dgm:spPr/>
      <dgm:t>
        <a:bodyPr/>
        <a:lstStyle/>
        <a:p>
          <a:endParaRPr kumimoji="1" lang="ja-JP" altLang="en-US"/>
        </a:p>
      </dgm:t>
    </dgm:pt>
    <dgm:pt modelId="{82B103BC-CEC2-459E-9EB0-C5D4B323D30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高橋　有美子</a:t>
          </a: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090-5767-4803</a:t>
          </a:r>
        </a:p>
      </dgm:t>
    </dgm:pt>
    <dgm:pt modelId="{C87F49D2-6561-455F-9215-55CE77614365}" type="parTrans" cxnId="{61ABF269-0A3A-4140-8BA6-572A782D3480}">
      <dgm:prSet/>
      <dgm:spPr/>
      <dgm:t>
        <a:bodyPr/>
        <a:lstStyle/>
        <a:p>
          <a:endParaRPr kumimoji="1" lang="ja-JP" altLang="en-US"/>
        </a:p>
      </dgm:t>
    </dgm:pt>
    <dgm:pt modelId="{96FB200B-D870-48E5-96AC-E398CE6D05B2}" type="sibTrans" cxnId="{61ABF269-0A3A-4140-8BA6-572A782D3480}">
      <dgm:prSet/>
      <dgm:spPr/>
      <dgm:t>
        <a:bodyPr/>
        <a:lstStyle/>
        <a:p>
          <a:endParaRPr kumimoji="1" lang="ja-JP" altLang="en-US"/>
        </a:p>
      </dgm:t>
    </dgm:pt>
    <dgm:pt modelId="{BE6F211F-E543-4334-A8D9-423EDD0ED05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佐藤　邦嘉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090-8103-7242</a:t>
          </a:r>
        </a:p>
      </dgm:t>
    </dgm:pt>
    <dgm:pt modelId="{8349EBE0-16F3-4030-8DFA-3A5BDB530CE0}" type="parTrans" cxnId="{5628D2B6-7037-4F0F-A88A-7ACBD5D5EEEE}">
      <dgm:prSet/>
      <dgm:spPr/>
      <dgm:t>
        <a:bodyPr/>
        <a:lstStyle/>
        <a:p>
          <a:endParaRPr kumimoji="1" lang="ja-JP" altLang="en-US"/>
        </a:p>
      </dgm:t>
    </dgm:pt>
    <dgm:pt modelId="{23D42E20-6D19-43E1-82C5-9CF9146DD81A}" type="sibTrans" cxnId="{5628D2B6-7037-4F0F-A88A-7ACBD5D5EEEE}">
      <dgm:prSet/>
      <dgm:spPr/>
      <dgm:t>
        <a:bodyPr/>
        <a:lstStyle/>
        <a:p>
          <a:endParaRPr kumimoji="1" lang="ja-JP" altLang="en-US"/>
        </a:p>
      </dgm:t>
    </dgm:pt>
    <dgm:pt modelId="{B2B0779F-C991-4A30-B2A5-26EB819E858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櫻井　直行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080-1113-5522</a:t>
          </a:r>
        </a:p>
      </dgm:t>
    </dgm:pt>
    <dgm:pt modelId="{40F5806A-C561-41AC-AEE4-85E17AD2B018}" type="parTrans" cxnId="{7F400ADE-B59F-45BE-A41D-7B1F2213F166}">
      <dgm:prSet/>
      <dgm:spPr/>
      <dgm:t>
        <a:bodyPr/>
        <a:lstStyle/>
        <a:p>
          <a:endParaRPr kumimoji="1" lang="ja-JP" altLang="en-US"/>
        </a:p>
      </dgm:t>
    </dgm:pt>
    <dgm:pt modelId="{1FCAA173-67E1-46DA-9DA6-BE096FFFF74D}" type="sibTrans" cxnId="{7F400ADE-B59F-45BE-A41D-7B1F2213F166}">
      <dgm:prSet/>
      <dgm:spPr/>
      <dgm:t>
        <a:bodyPr/>
        <a:lstStyle/>
        <a:p>
          <a:endParaRPr kumimoji="1" lang="ja-JP" altLang="en-US"/>
        </a:p>
      </dgm:t>
    </dgm:pt>
    <dgm:pt modelId="{AFFEFE26-1A48-4BCF-B882-6A399498FF4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桐渕　智之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090-2726-2542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5940C9E4-DF53-4C9D-8516-FA079ECC3EDD}" type="parTrans" cxnId="{7191B28A-C40B-44AE-93C6-4CB1CE126D71}">
      <dgm:prSet/>
      <dgm:spPr/>
      <dgm:t>
        <a:bodyPr/>
        <a:lstStyle/>
        <a:p>
          <a:endParaRPr kumimoji="1" lang="ja-JP" altLang="en-US"/>
        </a:p>
      </dgm:t>
    </dgm:pt>
    <dgm:pt modelId="{09F80746-04BD-4444-96BE-4D7700A7341D}" type="sibTrans" cxnId="{7191B28A-C40B-44AE-93C6-4CB1CE126D71}">
      <dgm:prSet/>
      <dgm:spPr/>
      <dgm:t>
        <a:bodyPr/>
        <a:lstStyle/>
        <a:p>
          <a:endParaRPr kumimoji="1" lang="ja-JP" altLang="en-US"/>
        </a:p>
      </dgm:t>
    </dgm:pt>
    <dgm:pt modelId="{DFBBB51D-CC6C-4CA3-96D0-7D1E5BDF03C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牛込　貴之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090-1553-9231</a:t>
          </a:r>
        </a:p>
      </dgm:t>
    </dgm:pt>
    <dgm:pt modelId="{5105D07C-7430-4B88-93BC-EB02CA2C72D5}" type="parTrans" cxnId="{7B2D5354-9BB3-4E39-A23A-2AF7E060A040}">
      <dgm:prSet/>
      <dgm:spPr/>
      <dgm:t>
        <a:bodyPr/>
        <a:lstStyle/>
        <a:p>
          <a:endParaRPr kumimoji="1" lang="ja-JP" altLang="en-US"/>
        </a:p>
      </dgm:t>
    </dgm:pt>
    <dgm:pt modelId="{D26786F5-67B8-4626-AA07-D23DCDF1306C}" type="sibTrans" cxnId="{7B2D5354-9BB3-4E39-A23A-2AF7E060A040}">
      <dgm:prSet/>
      <dgm:spPr/>
      <dgm:t>
        <a:bodyPr/>
        <a:lstStyle/>
        <a:p>
          <a:endParaRPr kumimoji="1" lang="ja-JP" altLang="en-US"/>
        </a:p>
      </dgm:t>
    </dgm:pt>
    <dgm:pt modelId="{644EB1CB-7170-4A61-B37D-1245278C8C2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320811AA-4DDC-4BB8-B059-D00621098F2E}" type="parTrans" cxnId="{8A9CDB01-69AF-42E4-8792-6BDEAE4CC6B2}">
      <dgm:prSet/>
      <dgm:spPr/>
      <dgm:t>
        <a:bodyPr/>
        <a:lstStyle/>
        <a:p>
          <a:endParaRPr kumimoji="1" lang="ja-JP" altLang="en-US"/>
        </a:p>
      </dgm:t>
    </dgm:pt>
    <dgm:pt modelId="{CCDA881C-2C5D-4D21-895F-ECB0B7D245DC}" type="sibTrans" cxnId="{8A9CDB01-69AF-42E4-8792-6BDEAE4CC6B2}">
      <dgm:prSet/>
      <dgm:spPr/>
      <dgm:t>
        <a:bodyPr/>
        <a:lstStyle/>
        <a:p>
          <a:endParaRPr kumimoji="1" lang="ja-JP" altLang="en-US"/>
        </a:p>
      </dgm:t>
    </dgm:pt>
    <dgm:pt modelId="{F10B7110-AEF5-411B-B3AF-1220311D573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熊谷　恒生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090-4007-6420</a:t>
          </a:r>
        </a:p>
      </dgm:t>
    </dgm:pt>
    <dgm:pt modelId="{E8F06203-5848-4243-A397-F23B49F5B3FB}" type="parTrans" cxnId="{34B1ADFF-A5B6-4154-97DC-630FC66D979D}">
      <dgm:prSet/>
      <dgm:spPr/>
      <dgm:t>
        <a:bodyPr/>
        <a:lstStyle/>
        <a:p>
          <a:endParaRPr kumimoji="1" lang="ja-JP" altLang="en-US"/>
        </a:p>
      </dgm:t>
    </dgm:pt>
    <dgm:pt modelId="{D1081A7F-1AA2-4847-B90D-5593A46A7CAD}" type="sibTrans" cxnId="{34B1ADFF-A5B6-4154-97DC-630FC66D979D}">
      <dgm:prSet/>
      <dgm:spPr/>
      <dgm:t>
        <a:bodyPr/>
        <a:lstStyle/>
        <a:p>
          <a:endParaRPr kumimoji="1" lang="ja-JP" altLang="en-US"/>
        </a:p>
      </dgm:t>
    </dgm:pt>
    <dgm:pt modelId="{20279A92-D93A-4A35-88C6-3BC5627A257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3A5D3859-1634-4D06-9EC1-82AEC740AE25}" type="parTrans" cxnId="{E53C055D-678D-49CE-B744-37B529D86CC9}">
      <dgm:prSet/>
      <dgm:spPr/>
      <dgm:t>
        <a:bodyPr/>
        <a:lstStyle/>
        <a:p>
          <a:endParaRPr kumimoji="1" lang="ja-JP" altLang="en-US"/>
        </a:p>
      </dgm:t>
    </dgm:pt>
    <dgm:pt modelId="{997E2771-41E1-4871-9DC6-BFF976D6BD8B}" type="sibTrans" cxnId="{E53C055D-678D-49CE-B744-37B529D86CC9}">
      <dgm:prSet/>
      <dgm:spPr/>
      <dgm:t>
        <a:bodyPr/>
        <a:lstStyle/>
        <a:p>
          <a:endParaRPr kumimoji="1" lang="ja-JP" altLang="en-US"/>
        </a:p>
      </dgm:t>
    </dgm:pt>
    <dgm:pt modelId="{FAE37953-03FD-4093-9EE9-DE078E21D8C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高橋　智治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080-1137-6992</a:t>
          </a:r>
        </a:p>
      </dgm:t>
    </dgm:pt>
    <dgm:pt modelId="{39471ABC-C37C-45B4-9531-F7FDD2B3E842}" type="parTrans" cxnId="{362FBB47-A0DB-4590-99C2-0755833F5B7C}">
      <dgm:prSet/>
      <dgm:spPr/>
      <dgm:t>
        <a:bodyPr/>
        <a:lstStyle/>
        <a:p>
          <a:endParaRPr kumimoji="1" lang="ja-JP" altLang="en-US"/>
        </a:p>
      </dgm:t>
    </dgm:pt>
    <dgm:pt modelId="{25F06ED4-E681-4CCB-B40B-84DF1A1B526B}" type="sibTrans" cxnId="{362FBB47-A0DB-4590-99C2-0755833F5B7C}">
      <dgm:prSet/>
      <dgm:spPr/>
      <dgm:t>
        <a:bodyPr/>
        <a:lstStyle/>
        <a:p>
          <a:endParaRPr kumimoji="1" lang="ja-JP" altLang="en-US"/>
        </a:p>
      </dgm:t>
    </dgm:pt>
    <dgm:pt modelId="{F80633C3-2B6B-4625-9A16-94BF7CC09CB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久慈道　由美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090-2490-4729</a:t>
          </a:r>
        </a:p>
      </dgm:t>
    </dgm:pt>
    <dgm:pt modelId="{E9830846-E5B1-49B6-80AE-54531E9D308D}" type="parTrans" cxnId="{D6A04D3D-9AF9-4E39-86F0-8F54577C1610}">
      <dgm:prSet/>
      <dgm:spPr/>
      <dgm:t>
        <a:bodyPr/>
        <a:lstStyle/>
        <a:p>
          <a:endParaRPr kumimoji="1" lang="ja-JP" altLang="en-US"/>
        </a:p>
      </dgm:t>
    </dgm:pt>
    <dgm:pt modelId="{49C938FC-5AFF-4C49-A390-AB6F099559BE}" type="sibTrans" cxnId="{D6A04D3D-9AF9-4E39-86F0-8F54577C1610}">
      <dgm:prSet/>
      <dgm:spPr/>
      <dgm:t>
        <a:bodyPr/>
        <a:lstStyle/>
        <a:p>
          <a:endParaRPr kumimoji="1" lang="ja-JP" altLang="en-US"/>
        </a:p>
      </dgm:t>
    </dgm:pt>
    <dgm:pt modelId="{50A3250A-73B0-40EC-8632-F8BBA3B6419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04B02231-8A50-4950-94AA-F9D624BF4899}" type="parTrans" cxnId="{C2C9B3DE-2481-4B1C-AEBB-09D6D572C933}">
      <dgm:prSet/>
      <dgm:spPr/>
      <dgm:t>
        <a:bodyPr/>
        <a:lstStyle/>
        <a:p>
          <a:endParaRPr kumimoji="1" lang="ja-JP" altLang="en-US"/>
        </a:p>
      </dgm:t>
    </dgm:pt>
    <dgm:pt modelId="{6FB0B7E7-B1C0-40A0-9A83-CF08797B0141}" type="sibTrans" cxnId="{C2C9B3DE-2481-4B1C-AEBB-09D6D572C933}">
      <dgm:prSet/>
      <dgm:spPr/>
      <dgm:t>
        <a:bodyPr/>
        <a:lstStyle/>
        <a:p>
          <a:endParaRPr kumimoji="1" lang="ja-JP" altLang="en-US"/>
        </a:p>
      </dgm:t>
    </dgm:pt>
    <dgm:pt modelId="{C6BE5941-FBDE-4E25-8395-8EBB472FCA4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北村　初美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090-9379-0506</a:t>
          </a:r>
        </a:p>
      </dgm:t>
    </dgm:pt>
    <dgm:pt modelId="{9EBB46D3-B154-4CEF-9782-BCADED663C5C}" type="parTrans" cxnId="{4825C1DD-9BF5-48BE-B47A-E50D989644A3}">
      <dgm:prSet/>
      <dgm:spPr/>
      <dgm:t>
        <a:bodyPr/>
        <a:lstStyle/>
        <a:p>
          <a:endParaRPr kumimoji="1" lang="ja-JP" altLang="en-US"/>
        </a:p>
      </dgm:t>
    </dgm:pt>
    <dgm:pt modelId="{C41D4A4E-13C2-46AE-B15D-8160CBD54520}" type="sibTrans" cxnId="{4825C1DD-9BF5-48BE-B47A-E50D989644A3}">
      <dgm:prSet/>
      <dgm:spPr/>
      <dgm:t>
        <a:bodyPr/>
        <a:lstStyle/>
        <a:p>
          <a:endParaRPr kumimoji="1" lang="ja-JP" altLang="en-US"/>
        </a:p>
      </dgm:t>
    </dgm:pt>
    <dgm:pt modelId="{AE53C0C0-9D85-4495-BF67-9089C1FAECB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大河原　春美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090-6177-5687</a:t>
          </a:r>
        </a:p>
      </dgm:t>
    </dgm:pt>
    <dgm:pt modelId="{DD8A694A-6814-4458-A62E-2A456B437288}" type="parTrans" cxnId="{83890EA6-7C8E-4162-ACFB-63AFEE946F06}">
      <dgm:prSet/>
      <dgm:spPr/>
      <dgm:t>
        <a:bodyPr/>
        <a:lstStyle/>
        <a:p>
          <a:endParaRPr kumimoji="1" lang="ja-JP" altLang="en-US"/>
        </a:p>
      </dgm:t>
    </dgm:pt>
    <dgm:pt modelId="{1B2FDBBC-4268-485A-ABAC-3A79F731DCFC}" type="sibTrans" cxnId="{83890EA6-7C8E-4162-ACFB-63AFEE946F06}">
      <dgm:prSet/>
      <dgm:spPr/>
      <dgm:t>
        <a:bodyPr/>
        <a:lstStyle/>
        <a:p>
          <a:endParaRPr kumimoji="1" lang="ja-JP" altLang="en-US"/>
        </a:p>
      </dgm:t>
    </dgm:pt>
    <dgm:pt modelId="{6FD07233-2FB4-4ABE-BB34-FBB55A12329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中村　さゆり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090-7274-8982</a:t>
          </a:r>
        </a:p>
      </dgm:t>
    </dgm:pt>
    <dgm:pt modelId="{69171E61-FB73-4464-AD67-B3829AC7B627}" type="parTrans" cxnId="{70C53FBB-E5A9-4B6E-BC97-D1B578155A23}">
      <dgm:prSet/>
      <dgm:spPr/>
      <dgm:t>
        <a:bodyPr/>
        <a:lstStyle/>
        <a:p>
          <a:endParaRPr kumimoji="1" lang="ja-JP" altLang="en-US"/>
        </a:p>
      </dgm:t>
    </dgm:pt>
    <dgm:pt modelId="{5D1D6070-54AF-4281-B7B3-34FDC264A78D}" type="sibTrans" cxnId="{70C53FBB-E5A9-4B6E-BC97-D1B578155A23}">
      <dgm:prSet/>
      <dgm:spPr/>
      <dgm:t>
        <a:bodyPr/>
        <a:lstStyle/>
        <a:p>
          <a:endParaRPr kumimoji="1" lang="ja-JP" altLang="en-US"/>
        </a:p>
      </dgm:t>
    </dgm:pt>
    <dgm:pt modelId="{C581AB88-FAD5-4410-A526-984F14BACB2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42D23BBD-6015-410D-819F-EC45370CDF71}" type="parTrans" cxnId="{651E079F-7B7C-4AFE-A3A7-8C4A3CEEFCDF}">
      <dgm:prSet/>
      <dgm:spPr/>
      <dgm:t>
        <a:bodyPr/>
        <a:lstStyle/>
        <a:p>
          <a:endParaRPr kumimoji="1" lang="ja-JP" altLang="en-US"/>
        </a:p>
      </dgm:t>
    </dgm:pt>
    <dgm:pt modelId="{BAEAD040-7863-42DF-B96E-F9176870B889}" type="sibTrans" cxnId="{651E079F-7B7C-4AFE-A3A7-8C4A3CEEFCDF}">
      <dgm:prSet/>
      <dgm:spPr/>
      <dgm:t>
        <a:bodyPr/>
        <a:lstStyle/>
        <a:p>
          <a:endParaRPr kumimoji="1" lang="ja-JP" altLang="en-US"/>
        </a:p>
      </dgm:t>
    </dgm:pt>
    <dgm:pt modelId="{4A355859-5511-4C8F-8302-9FBD1B4D3F4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小澤　直人</a:t>
          </a:r>
        </a:p>
        <a:p>
          <a:pPr marL="0" lvl="0" indent="0" algn="ctr" defTabSz="914400">
            <a:lnSpc>
              <a:spcPct val="100000"/>
            </a:lnSpc>
            <a:spcBef>
              <a:spcPct val="0"/>
            </a:spcBef>
            <a:spcAft>
              <a:spcPct val="0"/>
            </a:spcAft>
            <a:buNone/>
          </a:pPr>
          <a:r>
            <a:rPr kumimoji="1" lang="en-US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090-4931-9577</a:t>
          </a:r>
          <a:endParaRPr kumimoji="1" lang="ja-JP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A29B36E4-1A76-4266-B698-E8A4870DDFBD}" type="sibTrans" cxnId="{7682F04A-81AA-40A2-B7B3-6E6A6A7217FE}">
      <dgm:prSet/>
      <dgm:spPr/>
      <dgm:t>
        <a:bodyPr/>
        <a:lstStyle/>
        <a:p>
          <a:endParaRPr kumimoji="1" lang="ja-JP" altLang="en-US"/>
        </a:p>
      </dgm:t>
    </dgm:pt>
    <dgm:pt modelId="{84D971B6-41F3-491C-9FB5-1785C9273124}" type="parTrans" cxnId="{7682F04A-81AA-40A2-B7B3-6E6A6A7217FE}">
      <dgm:prSet/>
      <dgm:spPr/>
      <dgm:t>
        <a:bodyPr/>
        <a:lstStyle/>
        <a:p>
          <a:endParaRPr kumimoji="1" lang="ja-JP" altLang="en-US"/>
        </a:p>
      </dgm:t>
    </dgm:pt>
    <dgm:pt modelId="{48CE8A16-3288-4668-AB3D-8478FC5CEA0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gm:t>
    </dgm:pt>
    <dgm:pt modelId="{E82C822D-2788-4554-B9FD-B94DC6CEE813}" type="sibTrans" cxnId="{A62DC7E9-1530-4D3A-9781-87C0E00CAA54}">
      <dgm:prSet/>
      <dgm:spPr/>
      <dgm:t>
        <a:bodyPr/>
        <a:lstStyle/>
        <a:p>
          <a:endParaRPr kumimoji="1" lang="ja-JP" altLang="en-US"/>
        </a:p>
      </dgm:t>
    </dgm:pt>
    <dgm:pt modelId="{86076D65-141E-4A74-8A95-D6083909F37B}" type="parTrans" cxnId="{A62DC7E9-1530-4D3A-9781-87C0E00CAA54}">
      <dgm:prSet/>
      <dgm:spPr/>
      <dgm:t>
        <a:bodyPr/>
        <a:lstStyle/>
        <a:p>
          <a:endParaRPr kumimoji="1" lang="ja-JP" altLang="en-US"/>
        </a:p>
      </dgm:t>
    </dgm:pt>
    <dgm:pt modelId="{932FECE8-48A4-4F19-92BC-DA92DA4FED7D}" type="pres">
      <dgm:prSet presAssocID="{65B7E7BB-5D58-4EE5-971E-67344DEB0D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AF9B59F-DBB3-466E-A461-028DBC13FDF0}" type="pres">
      <dgm:prSet presAssocID="{899A8165-331C-46C2-AE90-FA97438A7601}" presName="hierRoot1" presStyleCnt="0">
        <dgm:presLayoutVars>
          <dgm:hierBranch/>
        </dgm:presLayoutVars>
      </dgm:prSet>
      <dgm:spPr/>
    </dgm:pt>
    <dgm:pt modelId="{49A214F7-22C3-49D7-8C08-2D2E7F6E1F96}" type="pres">
      <dgm:prSet presAssocID="{899A8165-331C-46C2-AE90-FA97438A7601}" presName="rootComposite1" presStyleCnt="0"/>
      <dgm:spPr/>
    </dgm:pt>
    <dgm:pt modelId="{50F6BBE1-7063-4B91-A327-A154940F4E15}" type="pres">
      <dgm:prSet presAssocID="{899A8165-331C-46C2-AE90-FA97438A7601}" presName="rootText1" presStyleLbl="node0" presStyleIdx="0" presStyleCnt="1">
        <dgm:presLayoutVars>
          <dgm:chPref val="3"/>
        </dgm:presLayoutVars>
      </dgm:prSet>
      <dgm:spPr/>
    </dgm:pt>
    <dgm:pt modelId="{D1FCD292-8609-40FE-8E30-E12CD78E6C6A}" type="pres">
      <dgm:prSet presAssocID="{899A8165-331C-46C2-AE90-FA97438A7601}" presName="rootConnector1" presStyleLbl="node1" presStyleIdx="0" presStyleCnt="0"/>
      <dgm:spPr/>
    </dgm:pt>
    <dgm:pt modelId="{E8D2EBBC-9D49-4A21-A43E-E0A70E0AF1DB}" type="pres">
      <dgm:prSet presAssocID="{899A8165-331C-46C2-AE90-FA97438A7601}" presName="hierChild2" presStyleCnt="0"/>
      <dgm:spPr/>
    </dgm:pt>
    <dgm:pt modelId="{A130C031-1AB6-4BFB-9034-7870294C87FC}" type="pres">
      <dgm:prSet presAssocID="{7E82C66B-F7EA-4BD2-B77E-741D59BDFB94}" presName="Name35" presStyleLbl="parChTrans1D2" presStyleIdx="0" presStyleCnt="5"/>
      <dgm:spPr/>
    </dgm:pt>
    <dgm:pt modelId="{F09765F6-C05E-449A-9665-9B14278CF8D5}" type="pres">
      <dgm:prSet presAssocID="{4997EDD2-AEFA-4F32-AF91-98EA253DC1F6}" presName="hierRoot2" presStyleCnt="0">
        <dgm:presLayoutVars>
          <dgm:hierBranch/>
        </dgm:presLayoutVars>
      </dgm:prSet>
      <dgm:spPr/>
    </dgm:pt>
    <dgm:pt modelId="{292C7B55-EAF6-40CC-A3C8-860A3EF07FED}" type="pres">
      <dgm:prSet presAssocID="{4997EDD2-AEFA-4F32-AF91-98EA253DC1F6}" presName="rootComposite" presStyleCnt="0"/>
      <dgm:spPr/>
    </dgm:pt>
    <dgm:pt modelId="{0B9A53D2-3F11-4633-B753-A60F88B0BECF}" type="pres">
      <dgm:prSet presAssocID="{4997EDD2-AEFA-4F32-AF91-98EA253DC1F6}" presName="rootText" presStyleLbl="node2" presStyleIdx="0" presStyleCnt="5">
        <dgm:presLayoutVars>
          <dgm:chPref val="3"/>
        </dgm:presLayoutVars>
      </dgm:prSet>
      <dgm:spPr/>
    </dgm:pt>
    <dgm:pt modelId="{8AE96DF7-8916-47E8-BA7F-A673AC62CC61}" type="pres">
      <dgm:prSet presAssocID="{4997EDD2-AEFA-4F32-AF91-98EA253DC1F6}" presName="rootConnector" presStyleLbl="node2" presStyleIdx="0" presStyleCnt="5"/>
      <dgm:spPr/>
    </dgm:pt>
    <dgm:pt modelId="{872F22E9-5FE4-49F6-ABB2-96C1E9E93F5C}" type="pres">
      <dgm:prSet presAssocID="{4997EDD2-AEFA-4F32-AF91-98EA253DC1F6}" presName="hierChild4" presStyleCnt="0"/>
      <dgm:spPr/>
    </dgm:pt>
    <dgm:pt modelId="{06051415-0541-4FF9-AEEA-30A6A11B8B87}" type="pres">
      <dgm:prSet presAssocID="{37AFFFD3-B523-4B0C-80A7-221AD67841F7}" presName="Name35" presStyleLbl="parChTrans1D3" presStyleIdx="0" presStyleCnt="8"/>
      <dgm:spPr/>
    </dgm:pt>
    <dgm:pt modelId="{5C1BEF73-83EA-446E-AEFF-C4EE9859F48B}" type="pres">
      <dgm:prSet presAssocID="{B23186E5-BE4A-4741-9371-781F7A850809}" presName="hierRoot2" presStyleCnt="0">
        <dgm:presLayoutVars>
          <dgm:hierBranch/>
        </dgm:presLayoutVars>
      </dgm:prSet>
      <dgm:spPr/>
    </dgm:pt>
    <dgm:pt modelId="{A2505E16-E6C0-4A3A-AAF3-1C46BC858A5B}" type="pres">
      <dgm:prSet presAssocID="{B23186E5-BE4A-4741-9371-781F7A850809}" presName="rootComposite" presStyleCnt="0"/>
      <dgm:spPr/>
    </dgm:pt>
    <dgm:pt modelId="{94D16B47-2DE7-4945-B502-020DED9E8EC6}" type="pres">
      <dgm:prSet presAssocID="{B23186E5-BE4A-4741-9371-781F7A850809}" presName="rootText" presStyleLbl="node3" presStyleIdx="0" presStyleCnt="8">
        <dgm:presLayoutVars>
          <dgm:chPref val="3"/>
        </dgm:presLayoutVars>
      </dgm:prSet>
      <dgm:spPr/>
    </dgm:pt>
    <dgm:pt modelId="{75B96AF0-6296-4541-98DE-92CACAF1A021}" type="pres">
      <dgm:prSet presAssocID="{B23186E5-BE4A-4741-9371-781F7A850809}" presName="rootConnector" presStyleLbl="node3" presStyleIdx="0" presStyleCnt="8"/>
      <dgm:spPr/>
    </dgm:pt>
    <dgm:pt modelId="{001F1C6E-2217-4B5A-91BD-71A1A8262D49}" type="pres">
      <dgm:prSet presAssocID="{B23186E5-BE4A-4741-9371-781F7A850809}" presName="hierChild4" presStyleCnt="0"/>
      <dgm:spPr/>
    </dgm:pt>
    <dgm:pt modelId="{02CEF501-6086-4CFF-A544-8E16A0AB2636}" type="pres">
      <dgm:prSet presAssocID="{E9E41F7F-FDD4-45EA-86C0-D04E6814B1BB}" presName="Name35" presStyleLbl="parChTrans1D4" presStyleIdx="0" presStyleCnt="22"/>
      <dgm:spPr/>
    </dgm:pt>
    <dgm:pt modelId="{87B81490-C5B2-49C4-AA24-2A725BC44281}" type="pres">
      <dgm:prSet presAssocID="{48EB14A6-A71D-4680-9FD5-B7F424640AB9}" presName="hierRoot2" presStyleCnt="0">
        <dgm:presLayoutVars>
          <dgm:hierBranch/>
        </dgm:presLayoutVars>
      </dgm:prSet>
      <dgm:spPr/>
    </dgm:pt>
    <dgm:pt modelId="{32C47F7E-925A-4C9A-ACE7-C595A239F667}" type="pres">
      <dgm:prSet presAssocID="{48EB14A6-A71D-4680-9FD5-B7F424640AB9}" presName="rootComposite" presStyleCnt="0"/>
      <dgm:spPr/>
    </dgm:pt>
    <dgm:pt modelId="{BDDF3EBA-9DAF-40AB-93F3-B6D7EDB9D964}" type="pres">
      <dgm:prSet presAssocID="{48EB14A6-A71D-4680-9FD5-B7F424640AB9}" presName="rootText" presStyleLbl="node4" presStyleIdx="0" presStyleCnt="22">
        <dgm:presLayoutVars>
          <dgm:chPref val="3"/>
        </dgm:presLayoutVars>
      </dgm:prSet>
      <dgm:spPr/>
    </dgm:pt>
    <dgm:pt modelId="{409A2040-86A4-499A-ACA1-D2399C4B65EC}" type="pres">
      <dgm:prSet presAssocID="{48EB14A6-A71D-4680-9FD5-B7F424640AB9}" presName="rootConnector" presStyleLbl="node4" presStyleIdx="0" presStyleCnt="22"/>
      <dgm:spPr/>
    </dgm:pt>
    <dgm:pt modelId="{C6FCDD82-72AA-4135-B776-162235A9AF2F}" type="pres">
      <dgm:prSet presAssocID="{48EB14A6-A71D-4680-9FD5-B7F424640AB9}" presName="hierChild4" presStyleCnt="0"/>
      <dgm:spPr/>
    </dgm:pt>
    <dgm:pt modelId="{B846D12F-2EE0-4362-9A61-4B781E49995B}" type="pres">
      <dgm:prSet presAssocID="{97F0357B-8EF7-4B06-8327-6525804761C7}" presName="Name35" presStyleLbl="parChTrans1D4" presStyleIdx="1" presStyleCnt="22"/>
      <dgm:spPr/>
    </dgm:pt>
    <dgm:pt modelId="{FB50466E-7F70-471A-BEAF-3633325DB15E}" type="pres">
      <dgm:prSet presAssocID="{5CDE0E0B-68DD-4632-AE6E-93CD0593E7BB}" presName="hierRoot2" presStyleCnt="0">
        <dgm:presLayoutVars>
          <dgm:hierBranch/>
        </dgm:presLayoutVars>
      </dgm:prSet>
      <dgm:spPr/>
    </dgm:pt>
    <dgm:pt modelId="{A1CDEC8F-B6E1-4F49-B1A1-42D3407AB513}" type="pres">
      <dgm:prSet presAssocID="{5CDE0E0B-68DD-4632-AE6E-93CD0593E7BB}" presName="rootComposite" presStyleCnt="0"/>
      <dgm:spPr/>
    </dgm:pt>
    <dgm:pt modelId="{1F8B1AF3-AACE-40DD-99F8-8D3CFF81703B}" type="pres">
      <dgm:prSet presAssocID="{5CDE0E0B-68DD-4632-AE6E-93CD0593E7BB}" presName="rootText" presStyleLbl="node4" presStyleIdx="1" presStyleCnt="22">
        <dgm:presLayoutVars>
          <dgm:chPref val="3"/>
        </dgm:presLayoutVars>
      </dgm:prSet>
      <dgm:spPr/>
    </dgm:pt>
    <dgm:pt modelId="{2F44B855-7622-409F-803E-D6E65718D557}" type="pres">
      <dgm:prSet presAssocID="{5CDE0E0B-68DD-4632-AE6E-93CD0593E7BB}" presName="rootConnector" presStyleLbl="node4" presStyleIdx="1" presStyleCnt="22"/>
      <dgm:spPr/>
    </dgm:pt>
    <dgm:pt modelId="{CE65362A-5823-4129-AC5C-5984ABC1C60A}" type="pres">
      <dgm:prSet presAssocID="{5CDE0E0B-68DD-4632-AE6E-93CD0593E7BB}" presName="hierChild4" presStyleCnt="0"/>
      <dgm:spPr/>
    </dgm:pt>
    <dgm:pt modelId="{9813EE99-C6E9-4A06-B82C-3FCB53E7094D}" type="pres">
      <dgm:prSet presAssocID="{D3E585C3-1DCA-4AD8-A328-C1F219C85415}" presName="Name35" presStyleLbl="parChTrans1D4" presStyleIdx="2" presStyleCnt="22"/>
      <dgm:spPr/>
    </dgm:pt>
    <dgm:pt modelId="{9070E1AE-D737-4BEF-9B56-080038C4360F}" type="pres">
      <dgm:prSet presAssocID="{76193913-AD0A-441E-8173-FBB57DDAF1B9}" presName="hierRoot2" presStyleCnt="0">
        <dgm:presLayoutVars>
          <dgm:hierBranch val="r"/>
        </dgm:presLayoutVars>
      </dgm:prSet>
      <dgm:spPr/>
    </dgm:pt>
    <dgm:pt modelId="{71668019-1480-4109-9626-38322056C51A}" type="pres">
      <dgm:prSet presAssocID="{76193913-AD0A-441E-8173-FBB57DDAF1B9}" presName="rootComposite" presStyleCnt="0"/>
      <dgm:spPr/>
    </dgm:pt>
    <dgm:pt modelId="{C6A0DA5E-B1EB-4006-8E61-A17C97522DDD}" type="pres">
      <dgm:prSet presAssocID="{76193913-AD0A-441E-8173-FBB57DDAF1B9}" presName="rootText" presStyleLbl="node4" presStyleIdx="2" presStyleCnt="22">
        <dgm:presLayoutVars>
          <dgm:chPref val="3"/>
        </dgm:presLayoutVars>
      </dgm:prSet>
      <dgm:spPr/>
    </dgm:pt>
    <dgm:pt modelId="{D2F29C75-8165-49EE-AC9E-AEC2FFF1F7A3}" type="pres">
      <dgm:prSet presAssocID="{76193913-AD0A-441E-8173-FBB57DDAF1B9}" presName="rootConnector" presStyleLbl="node4" presStyleIdx="2" presStyleCnt="22"/>
      <dgm:spPr/>
    </dgm:pt>
    <dgm:pt modelId="{519F4A5A-AD02-41D8-AE09-42376822094B}" type="pres">
      <dgm:prSet presAssocID="{76193913-AD0A-441E-8173-FBB57DDAF1B9}" presName="hierChild4" presStyleCnt="0"/>
      <dgm:spPr/>
    </dgm:pt>
    <dgm:pt modelId="{1F973A0A-0622-49E9-B771-AE016E99FF84}" type="pres">
      <dgm:prSet presAssocID="{76193913-AD0A-441E-8173-FBB57DDAF1B9}" presName="hierChild5" presStyleCnt="0"/>
      <dgm:spPr/>
    </dgm:pt>
    <dgm:pt modelId="{124D4941-9756-4824-827B-EDB18678FDB9}" type="pres">
      <dgm:prSet presAssocID="{5CDE0E0B-68DD-4632-AE6E-93CD0593E7BB}" presName="hierChild5" presStyleCnt="0"/>
      <dgm:spPr/>
    </dgm:pt>
    <dgm:pt modelId="{6F131C4E-F918-45CA-9090-116483FF5723}" type="pres">
      <dgm:prSet presAssocID="{48EB14A6-A71D-4680-9FD5-B7F424640AB9}" presName="hierChild5" presStyleCnt="0"/>
      <dgm:spPr/>
    </dgm:pt>
    <dgm:pt modelId="{E170F1AF-3B83-43C2-8A97-0EAE4583669F}" type="pres">
      <dgm:prSet presAssocID="{B23186E5-BE4A-4741-9371-781F7A850809}" presName="hierChild5" presStyleCnt="0"/>
      <dgm:spPr/>
    </dgm:pt>
    <dgm:pt modelId="{04E8CAF6-465A-44A4-9D5E-EC62B8EBEF56}" type="pres">
      <dgm:prSet presAssocID="{4997EDD2-AEFA-4F32-AF91-98EA253DC1F6}" presName="hierChild5" presStyleCnt="0"/>
      <dgm:spPr/>
    </dgm:pt>
    <dgm:pt modelId="{8A698377-6770-43A4-BC35-D9BA099C3FE4}" type="pres">
      <dgm:prSet presAssocID="{DA2AB4D4-E4C8-434F-AE88-D75A12227AB1}" presName="Name35" presStyleLbl="parChTrans1D2" presStyleIdx="1" presStyleCnt="5"/>
      <dgm:spPr/>
    </dgm:pt>
    <dgm:pt modelId="{DEA2811A-95DD-4BB1-BB96-8EBF1A2E3E93}" type="pres">
      <dgm:prSet presAssocID="{0C1D30D8-F908-4C8A-A3F6-159F3EEBDE6E}" presName="hierRoot2" presStyleCnt="0">
        <dgm:presLayoutVars>
          <dgm:hierBranch/>
        </dgm:presLayoutVars>
      </dgm:prSet>
      <dgm:spPr/>
    </dgm:pt>
    <dgm:pt modelId="{5BEC3F32-211D-42E3-BC15-30437AAECCC7}" type="pres">
      <dgm:prSet presAssocID="{0C1D30D8-F908-4C8A-A3F6-159F3EEBDE6E}" presName="rootComposite" presStyleCnt="0"/>
      <dgm:spPr/>
    </dgm:pt>
    <dgm:pt modelId="{8B9B29BF-E0EE-4B5D-A02D-58E656BEEB82}" type="pres">
      <dgm:prSet presAssocID="{0C1D30D8-F908-4C8A-A3F6-159F3EEBDE6E}" presName="rootText" presStyleLbl="node2" presStyleIdx="1" presStyleCnt="5">
        <dgm:presLayoutVars>
          <dgm:chPref val="3"/>
        </dgm:presLayoutVars>
      </dgm:prSet>
      <dgm:spPr/>
    </dgm:pt>
    <dgm:pt modelId="{2A1C2646-1CF6-4F70-ACF0-7837D08EF7BA}" type="pres">
      <dgm:prSet presAssocID="{0C1D30D8-F908-4C8A-A3F6-159F3EEBDE6E}" presName="rootConnector" presStyleLbl="node2" presStyleIdx="1" presStyleCnt="5"/>
      <dgm:spPr/>
    </dgm:pt>
    <dgm:pt modelId="{F388C1C1-8A17-4101-A6EC-21A1C1CB85C3}" type="pres">
      <dgm:prSet presAssocID="{0C1D30D8-F908-4C8A-A3F6-159F3EEBDE6E}" presName="hierChild4" presStyleCnt="0"/>
      <dgm:spPr/>
    </dgm:pt>
    <dgm:pt modelId="{C34B57E7-7433-46BD-87DA-1BB9C5186E44}" type="pres">
      <dgm:prSet presAssocID="{B23716CF-3D94-4B47-A6E1-E19AD49E62BC}" presName="Name35" presStyleLbl="parChTrans1D3" presStyleIdx="1" presStyleCnt="8"/>
      <dgm:spPr/>
    </dgm:pt>
    <dgm:pt modelId="{89B7162E-DFF0-4BDE-884F-94D0CEA25249}" type="pres">
      <dgm:prSet presAssocID="{C626F991-290C-4E22-9F3D-F986A8A447F0}" presName="hierRoot2" presStyleCnt="0">
        <dgm:presLayoutVars>
          <dgm:hierBranch/>
        </dgm:presLayoutVars>
      </dgm:prSet>
      <dgm:spPr/>
    </dgm:pt>
    <dgm:pt modelId="{FD8EDF99-B691-471E-9A14-40F1664BA5B8}" type="pres">
      <dgm:prSet presAssocID="{C626F991-290C-4E22-9F3D-F986A8A447F0}" presName="rootComposite" presStyleCnt="0"/>
      <dgm:spPr/>
    </dgm:pt>
    <dgm:pt modelId="{7D90BA5C-4C50-4B12-A7FA-B16CD689E837}" type="pres">
      <dgm:prSet presAssocID="{C626F991-290C-4E22-9F3D-F986A8A447F0}" presName="rootText" presStyleLbl="node3" presStyleIdx="1" presStyleCnt="8">
        <dgm:presLayoutVars>
          <dgm:chPref val="3"/>
        </dgm:presLayoutVars>
      </dgm:prSet>
      <dgm:spPr/>
    </dgm:pt>
    <dgm:pt modelId="{DE561203-B568-4B78-A0EF-45113C5981C1}" type="pres">
      <dgm:prSet presAssocID="{C626F991-290C-4E22-9F3D-F986A8A447F0}" presName="rootConnector" presStyleLbl="node3" presStyleIdx="1" presStyleCnt="8"/>
      <dgm:spPr/>
    </dgm:pt>
    <dgm:pt modelId="{663081EF-FAD7-404D-A8DE-98E4B1C22A3F}" type="pres">
      <dgm:prSet presAssocID="{C626F991-290C-4E22-9F3D-F986A8A447F0}" presName="hierChild4" presStyleCnt="0"/>
      <dgm:spPr/>
    </dgm:pt>
    <dgm:pt modelId="{009F878B-1635-4E8C-A16E-993E77040FC7}" type="pres">
      <dgm:prSet presAssocID="{12767AF4-A81C-4525-885D-30570D5840B0}" presName="Name35" presStyleLbl="parChTrans1D4" presStyleIdx="3" presStyleCnt="22"/>
      <dgm:spPr/>
    </dgm:pt>
    <dgm:pt modelId="{F35DCDAC-FBED-4796-B5B1-7F86BAE620F7}" type="pres">
      <dgm:prSet presAssocID="{3E3C78CE-0FEE-4B82-9CF0-49F6CF9ABD17}" presName="hierRoot2" presStyleCnt="0">
        <dgm:presLayoutVars>
          <dgm:hierBranch/>
        </dgm:presLayoutVars>
      </dgm:prSet>
      <dgm:spPr/>
    </dgm:pt>
    <dgm:pt modelId="{45888EAE-F09B-4BA5-B95A-ACA1849A5F39}" type="pres">
      <dgm:prSet presAssocID="{3E3C78CE-0FEE-4B82-9CF0-49F6CF9ABD17}" presName="rootComposite" presStyleCnt="0"/>
      <dgm:spPr/>
    </dgm:pt>
    <dgm:pt modelId="{2B94C5B1-E8C6-4181-9EED-A05D7ADC683D}" type="pres">
      <dgm:prSet presAssocID="{3E3C78CE-0FEE-4B82-9CF0-49F6CF9ABD17}" presName="rootText" presStyleLbl="node4" presStyleIdx="3" presStyleCnt="22">
        <dgm:presLayoutVars>
          <dgm:chPref val="3"/>
        </dgm:presLayoutVars>
      </dgm:prSet>
      <dgm:spPr/>
    </dgm:pt>
    <dgm:pt modelId="{B46FAC71-6DE8-46A1-A56F-00CE2A2D898D}" type="pres">
      <dgm:prSet presAssocID="{3E3C78CE-0FEE-4B82-9CF0-49F6CF9ABD17}" presName="rootConnector" presStyleLbl="node4" presStyleIdx="3" presStyleCnt="22"/>
      <dgm:spPr/>
    </dgm:pt>
    <dgm:pt modelId="{C742300B-AF0B-464E-9A17-D0AB3322518E}" type="pres">
      <dgm:prSet presAssocID="{3E3C78CE-0FEE-4B82-9CF0-49F6CF9ABD17}" presName="hierChild4" presStyleCnt="0"/>
      <dgm:spPr/>
    </dgm:pt>
    <dgm:pt modelId="{859B0B1F-8547-49D3-A729-AEDA1597C9AE}" type="pres">
      <dgm:prSet presAssocID="{F008506A-B6E1-435E-813E-7120B4F3133B}" presName="Name35" presStyleLbl="parChTrans1D4" presStyleIdx="4" presStyleCnt="22"/>
      <dgm:spPr/>
    </dgm:pt>
    <dgm:pt modelId="{528B563B-308B-4BDF-AB84-9AEEAD143DD8}" type="pres">
      <dgm:prSet presAssocID="{2B0BD40D-643C-4C9F-ABD9-D11922F884B1}" presName="hierRoot2" presStyleCnt="0">
        <dgm:presLayoutVars>
          <dgm:hierBranch/>
        </dgm:presLayoutVars>
      </dgm:prSet>
      <dgm:spPr/>
    </dgm:pt>
    <dgm:pt modelId="{39D49D01-B9CB-4985-9121-2A8CF043F471}" type="pres">
      <dgm:prSet presAssocID="{2B0BD40D-643C-4C9F-ABD9-D11922F884B1}" presName="rootComposite" presStyleCnt="0"/>
      <dgm:spPr/>
    </dgm:pt>
    <dgm:pt modelId="{0B71FF52-5B3C-4728-BB97-D22EF8588C75}" type="pres">
      <dgm:prSet presAssocID="{2B0BD40D-643C-4C9F-ABD9-D11922F884B1}" presName="rootText" presStyleLbl="node4" presStyleIdx="4" presStyleCnt="22">
        <dgm:presLayoutVars>
          <dgm:chPref val="3"/>
        </dgm:presLayoutVars>
      </dgm:prSet>
      <dgm:spPr/>
    </dgm:pt>
    <dgm:pt modelId="{54E3C452-1BE0-4F8D-9AB8-86AAB2345182}" type="pres">
      <dgm:prSet presAssocID="{2B0BD40D-643C-4C9F-ABD9-D11922F884B1}" presName="rootConnector" presStyleLbl="node4" presStyleIdx="4" presStyleCnt="22"/>
      <dgm:spPr/>
    </dgm:pt>
    <dgm:pt modelId="{72CEA8DF-453A-42E7-AD74-EA22E8F9A5B1}" type="pres">
      <dgm:prSet presAssocID="{2B0BD40D-643C-4C9F-ABD9-D11922F884B1}" presName="hierChild4" presStyleCnt="0"/>
      <dgm:spPr/>
    </dgm:pt>
    <dgm:pt modelId="{8043C4A2-0F79-4646-9409-F83D538636FB}" type="pres">
      <dgm:prSet presAssocID="{5C27C4D4-71EF-4CE5-992E-352B19F5BEA3}" presName="Name35" presStyleLbl="parChTrans1D4" presStyleIdx="5" presStyleCnt="22"/>
      <dgm:spPr/>
    </dgm:pt>
    <dgm:pt modelId="{99ED26F8-76FE-4F3F-847A-4A481461E566}" type="pres">
      <dgm:prSet presAssocID="{99000099-847A-4551-93F4-DD28FB5848BE}" presName="hierRoot2" presStyleCnt="0">
        <dgm:presLayoutVars>
          <dgm:hierBranch val="r"/>
        </dgm:presLayoutVars>
      </dgm:prSet>
      <dgm:spPr/>
    </dgm:pt>
    <dgm:pt modelId="{A7F9CEF7-D6FE-47A7-9BA5-7ABD2BA114D6}" type="pres">
      <dgm:prSet presAssocID="{99000099-847A-4551-93F4-DD28FB5848BE}" presName="rootComposite" presStyleCnt="0"/>
      <dgm:spPr/>
    </dgm:pt>
    <dgm:pt modelId="{DF5373D8-5213-45DF-BD4F-5B04D0DE4D63}" type="pres">
      <dgm:prSet presAssocID="{99000099-847A-4551-93F4-DD28FB5848BE}" presName="rootText" presStyleLbl="node4" presStyleIdx="5" presStyleCnt="22">
        <dgm:presLayoutVars>
          <dgm:chPref val="3"/>
        </dgm:presLayoutVars>
      </dgm:prSet>
      <dgm:spPr/>
    </dgm:pt>
    <dgm:pt modelId="{7C0DB78F-C289-484F-B7C0-28FAD30CA4DB}" type="pres">
      <dgm:prSet presAssocID="{99000099-847A-4551-93F4-DD28FB5848BE}" presName="rootConnector" presStyleLbl="node4" presStyleIdx="5" presStyleCnt="22"/>
      <dgm:spPr/>
    </dgm:pt>
    <dgm:pt modelId="{EE31DEE8-A9B1-478B-A139-A98592201400}" type="pres">
      <dgm:prSet presAssocID="{99000099-847A-4551-93F4-DD28FB5848BE}" presName="hierChild4" presStyleCnt="0"/>
      <dgm:spPr/>
    </dgm:pt>
    <dgm:pt modelId="{D3A777DB-4BCF-488B-A39E-CF478B57A613}" type="pres">
      <dgm:prSet presAssocID="{99000099-847A-4551-93F4-DD28FB5848BE}" presName="hierChild5" presStyleCnt="0"/>
      <dgm:spPr/>
    </dgm:pt>
    <dgm:pt modelId="{66390FA3-58D0-4340-A4D6-836CD28C5408}" type="pres">
      <dgm:prSet presAssocID="{2B0BD40D-643C-4C9F-ABD9-D11922F884B1}" presName="hierChild5" presStyleCnt="0"/>
      <dgm:spPr/>
    </dgm:pt>
    <dgm:pt modelId="{C9026BB4-B0A0-48D9-AEC5-A18EACF37BBB}" type="pres">
      <dgm:prSet presAssocID="{3E3C78CE-0FEE-4B82-9CF0-49F6CF9ABD17}" presName="hierChild5" presStyleCnt="0"/>
      <dgm:spPr/>
    </dgm:pt>
    <dgm:pt modelId="{89CFFD6E-6E9E-43C4-AF73-800664C1B64D}" type="pres">
      <dgm:prSet presAssocID="{C626F991-290C-4E22-9F3D-F986A8A447F0}" presName="hierChild5" presStyleCnt="0"/>
      <dgm:spPr/>
    </dgm:pt>
    <dgm:pt modelId="{31E08624-3374-4111-8A64-81893EDBDB2E}" type="pres">
      <dgm:prSet presAssocID="{63C02CAC-680B-4632-B363-04B115C36471}" presName="Name35" presStyleLbl="parChTrans1D3" presStyleIdx="2" presStyleCnt="8"/>
      <dgm:spPr/>
    </dgm:pt>
    <dgm:pt modelId="{12DD2421-B5AC-4F66-9A12-CD4BCAC2E05A}" type="pres">
      <dgm:prSet presAssocID="{4E49F506-B031-4001-83FC-8BFB13B4E784}" presName="hierRoot2" presStyleCnt="0">
        <dgm:presLayoutVars>
          <dgm:hierBranch/>
        </dgm:presLayoutVars>
      </dgm:prSet>
      <dgm:spPr/>
    </dgm:pt>
    <dgm:pt modelId="{DC11A177-3035-4DF2-B11C-D6730C989415}" type="pres">
      <dgm:prSet presAssocID="{4E49F506-B031-4001-83FC-8BFB13B4E784}" presName="rootComposite" presStyleCnt="0"/>
      <dgm:spPr/>
    </dgm:pt>
    <dgm:pt modelId="{A8B33226-098B-4B9E-9691-6ACA946B0D75}" type="pres">
      <dgm:prSet presAssocID="{4E49F506-B031-4001-83FC-8BFB13B4E784}" presName="rootText" presStyleLbl="node3" presStyleIdx="2" presStyleCnt="8">
        <dgm:presLayoutVars>
          <dgm:chPref val="3"/>
        </dgm:presLayoutVars>
      </dgm:prSet>
      <dgm:spPr/>
    </dgm:pt>
    <dgm:pt modelId="{385237E6-A043-4475-9635-86FCEA7116EE}" type="pres">
      <dgm:prSet presAssocID="{4E49F506-B031-4001-83FC-8BFB13B4E784}" presName="rootConnector" presStyleLbl="node3" presStyleIdx="2" presStyleCnt="8"/>
      <dgm:spPr/>
    </dgm:pt>
    <dgm:pt modelId="{BAA9D7C3-F7D7-4B2B-83FA-119284BF86C7}" type="pres">
      <dgm:prSet presAssocID="{4E49F506-B031-4001-83FC-8BFB13B4E784}" presName="hierChild4" presStyleCnt="0"/>
      <dgm:spPr/>
    </dgm:pt>
    <dgm:pt modelId="{A526DB2C-ECE7-46D2-90AA-28BD79B2F3E1}" type="pres">
      <dgm:prSet presAssocID="{84D971B6-41F3-491C-9FB5-1785C9273124}" presName="Name35" presStyleLbl="parChTrans1D4" presStyleIdx="6" presStyleCnt="22"/>
      <dgm:spPr/>
    </dgm:pt>
    <dgm:pt modelId="{A50BA42A-C4C9-4B89-BCD3-CCE81D589186}" type="pres">
      <dgm:prSet presAssocID="{4A355859-5511-4C8F-8302-9FBD1B4D3F4E}" presName="hierRoot2" presStyleCnt="0">
        <dgm:presLayoutVars>
          <dgm:hierBranch/>
        </dgm:presLayoutVars>
      </dgm:prSet>
      <dgm:spPr/>
    </dgm:pt>
    <dgm:pt modelId="{61B61AD1-8AD6-4FA9-A0DC-63A6FA3D59F4}" type="pres">
      <dgm:prSet presAssocID="{4A355859-5511-4C8F-8302-9FBD1B4D3F4E}" presName="rootComposite" presStyleCnt="0"/>
      <dgm:spPr/>
    </dgm:pt>
    <dgm:pt modelId="{AEE03A8E-6BD5-4DCA-9AD0-3BA6D6D19116}" type="pres">
      <dgm:prSet presAssocID="{4A355859-5511-4C8F-8302-9FBD1B4D3F4E}" presName="rootText" presStyleLbl="node4" presStyleIdx="6" presStyleCnt="22">
        <dgm:presLayoutVars>
          <dgm:chPref val="3"/>
        </dgm:presLayoutVars>
      </dgm:prSet>
      <dgm:spPr/>
    </dgm:pt>
    <dgm:pt modelId="{229AB1FD-8201-456F-90C7-317A1B808D2F}" type="pres">
      <dgm:prSet presAssocID="{4A355859-5511-4C8F-8302-9FBD1B4D3F4E}" presName="rootConnector" presStyleLbl="node4" presStyleIdx="6" presStyleCnt="22"/>
      <dgm:spPr/>
    </dgm:pt>
    <dgm:pt modelId="{DA01ADA6-A509-47FB-8851-B829FF75DC5C}" type="pres">
      <dgm:prSet presAssocID="{4A355859-5511-4C8F-8302-9FBD1B4D3F4E}" presName="hierChild4" presStyleCnt="0"/>
      <dgm:spPr/>
    </dgm:pt>
    <dgm:pt modelId="{D8303BF7-02BE-4F0F-AB4A-E6DE81BF0D8A}" type="pres">
      <dgm:prSet presAssocID="{461B1A10-7CB8-40D0-8C84-BEDA26D38B84}" presName="Name35" presStyleLbl="parChTrans1D4" presStyleIdx="7" presStyleCnt="22"/>
      <dgm:spPr/>
    </dgm:pt>
    <dgm:pt modelId="{17C94A3C-2E67-4440-9814-BE51E9AEB8E5}" type="pres">
      <dgm:prSet presAssocID="{F4752A9F-614C-4B11-A71B-B07EDF28606E}" presName="hierRoot2" presStyleCnt="0">
        <dgm:presLayoutVars>
          <dgm:hierBranch/>
        </dgm:presLayoutVars>
      </dgm:prSet>
      <dgm:spPr/>
    </dgm:pt>
    <dgm:pt modelId="{79AA1D51-EF82-4313-BFAD-B22D54E14A34}" type="pres">
      <dgm:prSet presAssocID="{F4752A9F-614C-4B11-A71B-B07EDF28606E}" presName="rootComposite" presStyleCnt="0"/>
      <dgm:spPr/>
    </dgm:pt>
    <dgm:pt modelId="{CF5016D7-A0FB-4514-ACE9-12BAA5D508F8}" type="pres">
      <dgm:prSet presAssocID="{F4752A9F-614C-4B11-A71B-B07EDF28606E}" presName="rootText" presStyleLbl="node4" presStyleIdx="7" presStyleCnt="22">
        <dgm:presLayoutVars>
          <dgm:chPref val="3"/>
        </dgm:presLayoutVars>
      </dgm:prSet>
      <dgm:spPr/>
    </dgm:pt>
    <dgm:pt modelId="{EF81CA15-0D7C-4218-BF22-9E8C1877C38E}" type="pres">
      <dgm:prSet presAssocID="{F4752A9F-614C-4B11-A71B-B07EDF28606E}" presName="rootConnector" presStyleLbl="node4" presStyleIdx="7" presStyleCnt="22"/>
      <dgm:spPr/>
    </dgm:pt>
    <dgm:pt modelId="{CDDFD7BD-2C27-439A-A4EC-30C8FFEA5418}" type="pres">
      <dgm:prSet presAssocID="{F4752A9F-614C-4B11-A71B-B07EDF28606E}" presName="hierChild4" presStyleCnt="0"/>
      <dgm:spPr/>
    </dgm:pt>
    <dgm:pt modelId="{22A209AE-D313-45B2-AB90-FDC5E1DFDF7D}" type="pres">
      <dgm:prSet presAssocID="{2F026A11-51F4-453D-94A0-5CFE7A8B6A0D}" presName="Name35" presStyleLbl="parChTrans1D4" presStyleIdx="8" presStyleCnt="22"/>
      <dgm:spPr/>
    </dgm:pt>
    <dgm:pt modelId="{8F8DC350-A77B-4808-A87B-F057BE311F51}" type="pres">
      <dgm:prSet presAssocID="{E8B3C53A-0BAC-4727-B2AE-C8B7B91D352D}" presName="hierRoot2" presStyleCnt="0">
        <dgm:presLayoutVars>
          <dgm:hierBranch val="r"/>
        </dgm:presLayoutVars>
      </dgm:prSet>
      <dgm:spPr/>
    </dgm:pt>
    <dgm:pt modelId="{539BED72-29DB-4359-815A-B96CA90B3F7D}" type="pres">
      <dgm:prSet presAssocID="{E8B3C53A-0BAC-4727-B2AE-C8B7B91D352D}" presName="rootComposite" presStyleCnt="0"/>
      <dgm:spPr/>
    </dgm:pt>
    <dgm:pt modelId="{8C2A6F4B-59FA-4E8E-86A2-B069A6DACBEC}" type="pres">
      <dgm:prSet presAssocID="{E8B3C53A-0BAC-4727-B2AE-C8B7B91D352D}" presName="rootText" presStyleLbl="node4" presStyleIdx="8" presStyleCnt="22">
        <dgm:presLayoutVars>
          <dgm:chPref val="3"/>
        </dgm:presLayoutVars>
      </dgm:prSet>
      <dgm:spPr/>
    </dgm:pt>
    <dgm:pt modelId="{E01B5902-B05C-497E-B4A0-532018A7051C}" type="pres">
      <dgm:prSet presAssocID="{E8B3C53A-0BAC-4727-B2AE-C8B7B91D352D}" presName="rootConnector" presStyleLbl="node4" presStyleIdx="8" presStyleCnt="22"/>
      <dgm:spPr/>
    </dgm:pt>
    <dgm:pt modelId="{5C72CC5E-2626-4DDE-BB10-41AE69F277E9}" type="pres">
      <dgm:prSet presAssocID="{E8B3C53A-0BAC-4727-B2AE-C8B7B91D352D}" presName="hierChild4" presStyleCnt="0"/>
      <dgm:spPr/>
    </dgm:pt>
    <dgm:pt modelId="{34FFAA54-6A79-412D-ABE5-754CA78FF39D}" type="pres">
      <dgm:prSet presAssocID="{E8B3C53A-0BAC-4727-B2AE-C8B7B91D352D}" presName="hierChild5" presStyleCnt="0"/>
      <dgm:spPr/>
    </dgm:pt>
    <dgm:pt modelId="{23F725C2-A02B-458F-8026-60FA686C40FA}" type="pres">
      <dgm:prSet presAssocID="{F4752A9F-614C-4B11-A71B-B07EDF28606E}" presName="hierChild5" presStyleCnt="0"/>
      <dgm:spPr/>
    </dgm:pt>
    <dgm:pt modelId="{77952558-087C-4A6B-AC0C-2782042CF80A}" type="pres">
      <dgm:prSet presAssocID="{4A355859-5511-4C8F-8302-9FBD1B4D3F4E}" presName="hierChild5" presStyleCnt="0"/>
      <dgm:spPr/>
    </dgm:pt>
    <dgm:pt modelId="{6F62A12D-1108-43DB-BCE5-15D2213D1CEA}" type="pres">
      <dgm:prSet presAssocID="{4E49F506-B031-4001-83FC-8BFB13B4E784}" presName="hierChild5" presStyleCnt="0"/>
      <dgm:spPr/>
    </dgm:pt>
    <dgm:pt modelId="{32EB1BFD-3392-43B0-B975-39DCF1A33896}" type="pres">
      <dgm:prSet presAssocID="{86076D65-141E-4A74-8A95-D6083909F37B}" presName="Name35" presStyleLbl="parChTrans1D3" presStyleIdx="3" presStyleCnt="8"/>
      <dgm:spPr/>
    </dgm:pt>
    <dgm:pt modelId="{F310188A-40EE-430E-87B5-4E31BE759118}" type="pres">
      <dgm:prSet presAssocID="{48CE8A16-3288-4668-AB3D-8478FC5CEA0B}" presName="hierRoot2" presStyleCnt="0">
        <dgm:presLayoutVars>
          <dgm:hierBranch/>
        </dgm:presLayoutVars>
      </dgm:prSet>
      <dgm:spPr/>
    </dgm:pt>
    <dgm:pt modelId="{A566C2CB-FFF7-40B4-BDB5-5A5E37482110}" type="pres">
      <dgm:prSet presAssocID="{48CE8A16-3288-4668-AB3D-8478FC5CEA0B}" presName="rootComposite" presStyleCnt="0"/>
      <dgm:spPr/>
    </dgm:pt>
    <dgm:pt modelId="{41CB584A-9625-4E89-AA92-774165C608F4}" type="pres">
      <dgm:prSet presAssocID="{48CE8A16-3288-4668-AB3D-8478FC5CEA0B}" presName="rootText" presStyleLbl="node3" presStyleIdx="3" presStyleCnt="8">
        <dgm:presLayoutVars>
          <dgm:chPref val="3"/>
        </dgm:presLayoutVars>
      </dgm:prSet>
      <dgm:spPr/>
    </dgm:pt>
    <dgm:pt modelId="{C53C3A83-6907-44E9-8E49-B1866D92D25D}" type="pres">
      <dgm:prSet presAssocID="{48CE8A16-3288-4668-AB3D-8478FC5CEA0B}" presName="rootConnector" presStyleLbl="node3" presStyleIdx="3" presStyleCnt="8"/>
      <dgm:spPr/>
    </dgm:pt>
    <dgm:pt modelId="{D65F0E32-EF81-48C6-825F-637C57B34E41}" type="pres">
      <dgm:prSet presAssocID="{48CE8A16-3288-4668-AB3D-8478FC5CEA0B}" presName="hierChild4" presStyleCnt="0"/>
      <dgm:spPr/>
    </dgm:pt>
    <dgm:pt modelId="{62D0BCBB-85CF-43FD-B46B-1F634EEFD3CA}" type="pres">
      <dgm:prSet presAssocID="{0EABA36A-66E8-44F1-8DB2-7D31948022A9}" presName="Name35" presStyleLbl="parChTrans1D4" presStyleIdx="9" presStyleCnt="22"/>
      <dgm:spPr/>
    </dgm:pt>
    <dgm:pt modelId="{97DDADFA-A53E-4706-8BF6-C7CD6A2343A3}" type="pres">
      <dgm:prSet presAssocID="{30DFFBFA-B3D4-4814-AC6E-293B436F7C23}" presName="hierRoot2" presStyleCnt="0">
        <dgm:presLayoutVars>
          <dgm:hierBranch/>
        </dgm:presLayoutVars>
      </dgm:prSet>
      <dgm:spPr/>
    </dgm:pt>
    <dgm:pt modelId="{B7A0C42E-7844-434E-81E5-8D4EAEB60107}" type="pres">
      <dgm:prSet presAssocID="{30DFFBFA-B3D4-4814-AC6E-293B436F7C23}" presName="rootComposite" presStyleCnt="0"/>
      <dgm:spPr/>
    </dgm:pt>
    <dgm:pt modelId="{20BFA04E-B2BF-473B-A4D1-BD33EE4EA8A3}" type="pres">
      <dgm:prSet presAssocID="{30DFFBFA-B3D4-4814-AC6E-293B436F7C23}" presName="rootText" presStyleLbl="node4" presStyleIdx="9" presStyleCnt="22">
        <dgm:presLayoutVars>
          <dgm:chPref val="3"/>
        </dgm:presLayoutVars>
      </dgm:prSet>
      <dgm:spPr/>
    </dgm:pt>
    <dgm:pt modelId="{A02C697D-572D-4055-BBC3-B71FB9B2C0AA}" type="pres">
      <dgm:prSet presAssocID="{30DFFBFA-B3D4-4814-AC6E-293B436F7C23}" presName="rootConnector" presStyleLbl="node4" presStyleIdx="9" presStyleCnt="22"/>
      <dgm:spPr/>
    </dgm:pt>
    <dgm:pt modelId="{1FC02558-7AED-48E5-A788-1032EF34191A}" type="pres">
      <dgm:prSet presAssocID="{30DFFBFA-B3D4-4814-AC6E-293B436F7C23}" presName="hierChild4" presStyleCnt="0"/>
      <dgm:spPr/>
    </dgm:pt>
    <dgm:pt modelId="{8B84D89D-60C4-4DB0-94E3-E6C9A7EE7AA1}" type="pres">
      <dgm:prSet presAssocID="{55F27E72-2D09-4DB0-A4E2-6B71B59FACFC}" presName="Name35" presStyleLbl="parChTrans1D4" presStyleIdx="10" presStyleCnt="22"/>
      <dgm:spPr/>
    </dgm:pt>
    <dgm:pt modelId="{BFEE2468-329D-4CAF-B47E-5A0A5DCAB52C}" type="pres">
      <dgm:prSet presAssocID="{F2977D21-D2E3-4B06-BE81-354E3ABB2331}" presName="hierRoot2" presStyleCnt="0">
        <dgm:presLayoutVars>
          <dgm:hierBranch/>
        </dgm:presLayoutVars>
      </dgm:prSet>
      <dgm:spPr/>
    </dgm:pt>
    <dgm:pt modelId="{79379F96-E726-4765-AE62-ADDE92E5061E}" type="pres">
      <dgm:prSet presAssocID="{F2977D21-D2E3-4B06-BE81-354E3ABB2331}" presName="rootComposite" presStyleCnt="0"/>
      <dgm:spPr/>
    </dgm:pt>
    <dgm:pt modelId="{E035EFA9-1443-46B7-BE6B-B30C38B82798}" type="pres">
      <dgm:prSet presAssocID="{F2977D21-D2E3-4B06-BE81-354E3ABB2331}" presName="rootText" presStyleLbl="node4" presStyleIdx="10" presStyleCnt="22">
        <dgm:presLayoutVars>
          <dgm:chPref val="3"/>
        </dgm:presLayoutVars>
      </dgm:prSet>
      <dgm:spPr/>
    </dgm:pt>
    <dgm:pt modelId="{B936AC82-2A55-46C3-B56A-43535A71A82F}" type="pres">
      <dgm:prSet presAssocID="{F2977D21-D2E3-4B06-BE81-354E3ABB2331}" presName="rootConnector" presStyleLbl="node4" presStyleIdx="10" presStyleCnt="22"/>
      <dgm:spPr/>
    </dgm:pt>
    <dgm:pt modelId="{0B74E858-F66A-49F7-9261-96458008BCC1}" type="pres">
      <dgm:prSet presAssocID="{F2977D21-D2E3-4B06-BE81-354E3ABB2331}" presName="hierChild4" presStyleCnt="0"/>
      <dgm:spPr/>
    </dgm:pt>
    <dgm:pt modelId="{FE909C62-3968-42FF-94B6-A67049A2AEF2}" type="pres">
      <dgm:prSet presAssocID="{773A8D8A-CC67-4249-824A-C01BDB710396}" presName="Name35" presStyleLbl="parChTrans1D4" presStyleIdx="11" presStyleCnt="22"/>
      <dgm:spPr/>
    </dgm:pt>
    <dgm:pt modelId="{F5624374-A1B0-45D8-A0C5-51F343CF2E6C}" type="pres">
      <dgm:prSet presAssocID="{31E3E2CA-B6F2-46F7-AD33-54412D8ADB28}" presName="hierRoot2" presStyleCnt="0">
        <dgm:presLayoutVars>
          <dgm:hierBranch val="r"/>
        </dgm:presLayoutVars>
      </dgm:prSet>
      <dgm:spPr/>
    </dgm:pt>
    <dgm:pt modelId="{C8785396-843E-4E89-B08C-0823D8F96091}" type="pres">
      <dgm:prSet presAssocID="{31E3E2CA-B6F2-46F7-AD33-54412D8ADB28}" presName="rootComposite" presStyleCnt="0"/>
      <dgm:spPr/>
    </dgm:pt>
    <dgm:pt modelId="{165F2FE1-03D5-4CB3-A56B-F5ADF9AF3F90}" type="pres">
      <dgm:prSet presAssocID="{31E3E2CA-B6F2-46F7-AD33-54412D8ADB28}" presName="rootText" presStyleLbl="node4" presStyleIdx="11" presStyleCnt="22">
        <dgm:presLayoutVars>
          <dgm:chPref val="3"/>
        </dgm:presLayoutVars>
      </dgm:prSet>
      <dgm:spPr/>
    </dgm:pt>
    <dgm:pt modelId="{F60917AA-2AEB-454B-B94E-4557218F0552}" type="pres">
      <dgm:prSet presAssocID="{31E3E2CA-B6F2-46F7-AD33-54412D8ADB28}" presName="rootConnector" presStyleLbl="node4" presStyleIdx="11" presStyleCnt="22"/>
      <dgm:spPr/>
    </dgm:pt>
    <dgm:pt modelId="{6441A3A0-DCD8-453C-AC5A-4A6AE9114856}" type="pres">
      <dgm:prSet presAssocID="{31E3E2CA-B6F2-46F7-AD33-54412D8ADB28}" presName="hierChild4" presStyleCnt="0"/>
      <dgm:spPr/>
    </dgm:pt>
    <dgm:pt modelId="{961ACC2C-5F2C-4BD8-9168-6EE8BF0DA981}" type="pres">
      <dgm:prSet presAssocID="{31E3E2CA-B6F2-46F7-AD33-54412D8ADB28}" presName="hierChild5" presStyleCnt="0"/>
      <dgm:spPr/>
    </dgm:pt>
    <dgm:pt modelId="{E4ABCF3D-376E-451F-8B95-551B4C6A890A}" type="pres">
      <dgm:prSet presAssocID="{F2977D21-D2E3-4B06-BE81-354E3ABB2331}" presName="hierChild5" presStyleCnt="0"/>
      <dgm:spPr/>
    </dgm:pt>
    <dgm:pt modelId="{A7FA7B52-9DFE-44A0-A83C-C84D7BA57B11}" type="pres">
      <dgm:prSet presAssocID="{30DFFBFA-B3D4-4814-AC6E-293B436F7C23}" presName="hierChild5" presStyleCnt="0"/>
      <dgm:spPr/>
    </dgm:pt>
    <dgm:pt modelId="{AB264AE2-F816-4CDF-A4DA-6071720DFE56}" type="pres">
      <dgm:prSet presAssocID="{48CE8A16-3288-4668-AB3D-8478FC5CEA0B}" presName="hierChild5" presStyleCnt="0"/>
      <dgm:spPr/>
    </dgm:pt>
    <dgm:pt modelId="{3A64970B-12FC-4A3F-BE3E-9E0F1D5F0EB4}" type="pres">
      <dgm:prSet presAssocID="{F5ED9C99-51D1-4725-B3D2-BB349495D8D9}" presName="Name35" presStyleLbl="parChTrans1D3" presStyleIdx="4" presStyleCnt="8"/>
      <dgm:spPr/>
    </dgm:pt>
    <dgm:pt modelId="{26B9B924-F8D3-4920-B2DC-A18B59A48E9A}" type="pres">
      <dgm:prSet presAssocID="{4DDBAA08-D810-4872-9B6B-7F4F48D1726E}" presName="hierRoot2" presStyleCnt="0">
        <dgm:presLayoutVars>
          <dgm:hierBranch/>
        </dgm:presLayoutVars>
      </dgm:prSet>
      <dgm:spPr/>
    </dgm:pt>
    <dgm:pt modelId="{E87761CE-94E4-4EDF-A372-99B24EDDB11C}" type="pres">
      <dgm:prSet presAssocID="{4DDBAA08-D810-4872-9B6B-7F4F48D1726E}" presName="rootComposite" presStyleCnt="0"/>
      <dgm:spPr/>
    </dgm:pt>
    <dgm:pt modelId="{FD868A5A-7209-4A01-B9CB-E07ADB10D763}" type="pres">
      <dgm:prSet presAssocID="{4DDBAA08-D810-4872-9B6B-7F4F48D1726E}" presName="rootText" presStyleLbl="node3" presStyleIdx="4" presStyleCnt="8">
        <dgm:presLayoutVars>
          <dgm:chPref val="3"/>
        </dgm:presLayoutVars>
      </dgm:prSet>
      <dgm:spPr/>
    </dgm:pt>
    <dgm:pt modelId="{FB5D1BEE-7D4B-4680-8A38-2A758D5032DB}" type="pres">
      <dgm:prSet presAssocID="{4DDBAA08-D810-4872-9B6B-7F4F48D1726E}" presName="rootConnector" presStyleLbl="node3" presStyleIdx="4" presStyleCnt="8"/>
      <dgm:spPr/>
    </dgm:pt>
    <dgm:pt modelId="{324060C8-7328-468E-A2A0-7A63B670FF1A}" type="pres">
      <dgm:prSet presAssocID="{4DDBAA08-D810-4872-9B6B-7F4F48D1726E}" presName="hierChild4" presStyleCnt="0"/>
      <dgm:spPr/>
    </dgm:pt>
    <dgm:pt modelId="{EFCFA82D-03D0-40CA-B95A-FCA9BA23D7E6}" type="pres">
      <dgm:prSet presAssocID="{6E693CEA-BDD1-4FFA-B368-26D10F260FF9}" presName="Name35" presStyleLbl="parChTrans1D4" presStyleIdx="12" presStyleCnt="22"/>
      <dgm:spPr/>
    </dgm:pt>
    <dgm:pt modelId="{1D6EAD5B-25B3-4BE1-BCD3-79D6C52E673C}" type="pres">
      <dgm:prSet presAssocID="{F4F81B64-BEF1-46C9-B5A6-C8B9007073C5}" presName="hierRoot2" presStyleCnt="0">
        <dgm:presLayoutVars>
          <dgm:hierBranch/>
        </dgm:presLayoutVars>
      </dgm:prSet>
      <dgm:spPr/>
    </dgm:pt>
    <dgm:pt modelId="{E2C3C47C-D3A2-41A0-BDA8-CA2C56384B1C}" type="pres">
      <dgm:prSet presAssocID="{F4F81B64-BEF1-46C9-B5A6-C8B9007073C5}" presName="rootComposite" presStyleCnt="0"/>
      <dgm:spPr/>
    </dgm:pt>
    <dgm:pt modelId="{649D35AC-BCFC-4130-A1B0-73642536125C}" type="pres">
      <dgm:prSet presAssocID="{F4F81B64-BEF1-46C9-B5A6-C8B9007073C5}" presName="rootText" presStyleLbl="node4" presStyleIdx="12" presStyleCnt="22" custLinFactY="100000" custLinFactNeighborX="1080" custLinFactNeighborY="178716">
        <dgm:presLayoutVars>
          <dgm:chPref val="3"/>
        </dgm:presLayoutVars>
      </dgm:prSet>
      <dgm:spPr/>
    </dgm:pt>
    <dgm:pt modelId="{F56CE15F-E247-4284-B193-822040BF239A}" type="pres">
      <dgm:prSet presAssocID="{F4F81B64-BEF1-46C9-B5A6-C8B9007073C5}" presName="rootConnector" presStyleLbl="node4" presStyleIdx="12" presStyleCnt="22"/>
      <dgm:spPr/>
    </dgm:pt>
    <dgm:pt modelId="{F30BF10E-FA3F-4AF5-A507-1AD87FD20B85}" type="pres">
      <dgm:prSet presAssocID="{F4F81B64-BEF1-46C9-B5A6-C8B9007073C5}" presName="hierChild4" presStyleCnt="0"/>
      <dgm:spPr/>
    </dgm:pt>
    <dgm:pt modelId="{03592659-588E-44F5-9729-C2109FFB599C}" type="pres">
      <dgm:prSet presAssocID="{C87F49D2-6561-455F-9215-55CE77614365}" presName="Name35" presStyleLbl="parChTrans1D4" presStyleIdx="13" presStyleCnt="22"/>
      <dgm:spPr/>
    </dgm:pt>
    <dgm:pt modelId="{E84471AA-3CC7-44FC-85AC-92CE844E17C2}" type="pres">
      <dgm:prSet presAssocID="{82B103BC-CEC2-459E-9EB0-C5D4B323D304}" presName="hierRoot2" presStyleCnt="0">
        <dgm:presLayoutVars>
          <dgm:hierBranch val="r"/>
        </dgm:presLayoutVars>
      </dgm:prSet>
      <dgm:spPr/>
    </dgm:pt>
    <dgm:pt modelId="{BFC05AEF-0DBC-4529-AB41-EEFF4D285680}" type="pres">
      <dgm:prSet presAssocID="{82B103BC-CEC2-459E-9EB0-C5D4B323D304}" presName="rootComposite" presStyleCnt="0"/>
      <dgm:spPr/>
    </dgm:pt>
    <dgm:pt modelId="{192A844A-3D8E-4E08-B407-D593E4784526}" type="pres">
      <dgm:prSet presAssocID="{82B103BC-CEC2-459E-9EB0-C5D4B323D304}" presName="rootText" presStyleLbl="node4" presStyleIdx="13" presStyleCnt="22">
        <dgm:presLayoutVars>
          <dgm:chPref val="3"/>
        </dgm:presLayoutVars>
      </dgm:prSet>
      <dgm:spPr/>
    </dgm:pt>
    <dgm:pt modelId="{BABA6180-A22D-471A-B306-E3319DF910CE}" type="pres">
      <dgm:prSet presAssocID="{82B103BC-CEC2-459E-9EB0-C5D4B323D304}" presName="rootConnector" presStyleLbl="node4" presStyleIdx="13" presStyleCnt="22"/>
      <dgm:spPr/>
    </dgm:pt>
    <dgm:pt modelId="{732781AD-600A-48A2-A55C-32511933187A}" type="pres">
      <dgm:prSet presAssocID="{82B103BC-CEC2-459E-9EB0-C5D4B323D304}" presName="hierChild4" presStyleCnt="0"/>
      <dgm:spPr/>
    </dgm:pt>
    <dgm:pt modelId="{3F59A1E7-7B7C-42FD-950E-6F625CCC5BCF}" type="pres">
      <dgm:prSet presAssocID="{82B103BC-CEC2-459E-9EB0-C5D4B323D304}" presName="hierChild5" presStyleCnt="0"/>
      <dgm:spPr/>
    </dgm:pt>
    <dgm:pt modelId="{B9AB245C-1A74-4370-8E86-CCE3970922AF}" type="pres">
      <dgm:prSet presAssocID="{F4F81B64-BEF1-46C9-B5A6-C8B9007073C5}" presName="hierChild5" presStyleCnt="0"/>
      <dgm:spPr/>
    </dgm:pt>
    <dgm:pt modelId="{B5CE0F04-5376-4A0F-BA0F-868BDAC07E74}" type="pres">
      <dgm:prSet presAssocID="{4DDBAA08-D810-4872-9B6B-7F4F48D1726E}" presName="hierChild5" presStyleCnt="0"/>
      <dgm:spPr/>
    </dgm:pt>
    <dgm:pt modelId="{C7752715-B416-4492-8FC7-300DF65E8A8B}" type="pres">
      <dgm:prSet presAssocID="{0C1D30D8-F908-4C8A-A3F6-159F3EEBDE6E}" presName="hierChild5" presStyleCnt="0"/>
      <dgm:spPr/>
    </dgm:pt>
    <dgm:pt modelId="{629539F5-DCC7-4D02-9C75-D104AF60B796}" type="pres">
      <dgm:prSet presAssocID="{8349EBE0-16F3-4030-8DFA-3A5BDB530CE0}" presName="Name35" presStyleLbl="parChTrans1D2" presStyleIdx="2" presStyleCnt="5"/>
      <dgm:spPr/>
    </dgm:pt>
    <dgm:pt modelId="{D325752D-21D7-4B10-8D53-21DAFED8AEA9}" type="pres">
      <dgm:prSet presAssocID="{BE6F211F-E543-4334-A8D9-423EDD0ED059}" presName="hierRoot2" presStyleCnt="0">
        <dgm:presLayoutVars>
          <dgm:hierBranch/>
        </dgm:presLayoutVars>
      </dgm:prSet>
      <dgm:spPr/>
    </dgm:pt>
    <dgm:pt modelId="{D8619DB6-FB08-43D2-B039-AA198D566B66}" type="pres">
      <dgm:prSet presAssocID="{BE6F211F-E543-4334-A8D9-423EDD0ED059}" presName="rootComposite" presStyleCnt="0"/>
      <dgm:spPr/>
    </dgm:pt>
    <dgm:pt modelId="{468D449F-2333-4945-A1BF-B5C23AE656CD}" type="pres">
      <dgm:prSet presAssocID="{BE6F211F-E543-4334-A8D9-423EDD0ED059}" presName="rootText" presStyleLbl="node2" presStyleIdx="2" presStyleCnt="5">
        <dgm:presLayoutVars>
          <dgm:chPref val="3"/>
        </dgm:presLayoutVars>
      </dgm:prSet>
      <dgm:spPr/>
    </dgm:pt>
    <dgm:pt modelId="{4C1C6F6A-479A-430C-ADBD-17D92EF69751}" type="pres">
      <dgm:prSet presAssocID="{BE6F211F-E543-4334-A8D9-423EDD0ED059}" presName="rootConnector" presStyleLbl="node2" presStyleIdx="2" presStyleCnt="5"/>
      <dgm:spPr/>
    </dgm:pt>
    <dgm:pt modelId="{36254FA1-6497-48ED-BBAC-DD22F855E7C5}" type="pres">
      <dgm:prSet presAssocID="{BE6F211F-E543-4334-A8D9-423EDD0ED059}" presName="hierChild4" presStyleCnt="0"/>
      <dgm:spPr/>
    </dgm:pt>
    <dgm:pt modelId="{0C2270C4-7DFC-468D-9023-DF62C00093C4}" type="pres">
      <dgm:prSet presAssocID="{40F5806A-C561-41AC-AEE4-85E17AD2B018}" presName="Name35" presStyleLbl="parChTrans1D3" presStyleIdx="5" presStyleCnt="8"/>
      <dgm:spPr/>
    </dgm:pt>
    <dgm:pt modelId="{BB5237F6-6248-44F4-8655-526A254F1911}" type="pres">
      <dgm:prSet presAssocID="{B2B0779F-C991-4A30-B2A5-26EB819E8588}" presName="hierRoot2" presStyleCnt="0">
        <dgm:presLayoutVars>
          <dgm:hierBranch/>
        </dgm:presLayoutVars>
      </dgm:prSet>
      <dgm:spPr/>
    </dgm:pt>
    <dgm:pt modelId="{2DFFFD5F-BE71-46A0-BF44-EEE0603D9652}" type="pres">
      <dgm:prSet presAssocID="{B2B0779F-C991-4A30-B2A5-26EB819E8588}" presName="rootComposite" presStyleCnt="0"/>
      <dgm:spPr/>
    </dgm:pt>
    <dgm:pt modelId="{781601A7-0664-42A2-933E-31A862176532}" type="pres">
      <dgm:prSet presAssocID="{B2B0779F-C991-4A30-B2A5-26EB819E8588}" presName="rootText" presStyleLbl="node3" presStyleIdx="5" presStyleCnt="8">
        <dgm:presLayoutVars>
          <dgm:chPref val="3"/>
        </dgm:presLayoutVars>
      </dgm:prSet>
      <dgm:spPr/>
    </dgm:pt>
    <dgm:pt modelId="{082BB46C-076C-417E-BCE2-577BA44B478E}" type="pres">
      <dgm:prSet presAssocID="{B2B0779F-C991-4A30-B2A5-26EB819E8588}" presName="rootConnector" presStyleLbl="node3" presStyleIdx="5" presStyleCnt="8"/>
      <dgm:spPr/>
    </dgm:pt>
    <dgm:pt modelId="{2AA013FD-3242-4282-AC8A-3D0C4CFE2233}" type="pres">
      <dgm:prSet presAssocID="{B2B0779F-C991-4A30-B2A5-26EB819E8588}" presName="hierChild4" presStyleCnt="0"/>
      <dgm:spPr/>
    </dgm:pt>
    <dgm:pt modelId="{BA0B7311-BB46-497F-A395-694519328287}" type="pres">
      <dgm:prSet presAssocID="{5940C9E4-DF53-4C9D-8516-FA079ECC3EDD}" presName="Name35" presStyleLbl="parChTrans1D4" presStyleIdx="14" presStyleCnt="22"/>
      <dgm:spPr/>
    </dgm:pt>
    <dgm:pt modelId="{6BC79E91-C69A-4007-8CE0-8B16D6812C5A}" type="pres">
      <dgm:prSet presAssocID="{AFFEFE26-1A48-4BCF-B882-6A399498FF40}" presName="hierRoot2" presStyleCnt="0">
        <dgm:presLayoutVars>
          <dgm:hierBranch/>
        </dgm:presLayoutVars>
      </dgm:prSet>
      <dgm:spPr/>
    </dgm:pt>
    <dgm:pt modelId="{6129AC5A-4F60-47D3-8CF8-272A78C3F6B8}" type="pres">
      <dgm:prSet presAssocID="{AFFEFE26-1A48-4BCF-B882-6A399498FF40}" presName="rootComposite" presStyleCnt="0"/>
      <dgm:spPr/>
    </dgm:pt>
    <dgm:pt modelId="{0E8CEE67-258A-4557-BBD7-5CB0D95EBAD1}" type="pres">
      <dgm:prSet presAssocID="{AFFEFE26-1A48-4BCF-B882-6A399498FF40}" presName="rootText" presStyleLbl="node4" presStyleIdx="14" presStyleCnt="22">
        <dgm:presLayoutVars>
          <dgm:chPref val="3"/>
        </dgm:presLayoutVars>
      </dgm:prSet>
      <dgm:spPr/>
    </dgm:pt>
    <dgm:pt modelId="{AD1AEE40-3AA7-4837-97D3-1D53ABAD81F7}" type="pres">
      <dgm:prSet presAssocID="{AFFEFE26-1A48-4BCF-B882-6A399498FF40}" presName="rootConnector" presStyleLbl="node4" presStyleIdx="14" presStyleCnt="22"/>
      <dgm:spPr/>
    </dgm:pt>
    <dgm:pt modelId="{BE2EBDE3-1C81-4E58-9F29-A40E5C810C5A}" type="pres">
      <dgm:prSet presAssocID="{AFFEFE26-1A48-4BCF-B882-6A399498FF40}" presName="hierChild4" presStyleCnt="0"/>
      <dgm:spPr/>
    </dgm:pt>
    <dgm:pt modelId="{AD14F12E-81D5-4157-8C29-5505BC289321}" type="pres">
      <dgm:prSet presAssocID="{5105D07C-7430-4B88-93BC-EB02CA2C72D5}" presName="Name35" presStyleLbl="parChTrans1D4" presStyleIdx="15" presStyleCnt="22"/>
      <dgm:spPr/>
    </dgm:pt>
    <dgm:pt modelId="{94270CC9-64B3-4975-B4E4-F5BAD13370E9}" type="pres">
      <dgm:prSet presAssocID="{DFBBB51D-CC6C-4CA3-96D0-7D1E5BDF03C8}" presName="hierRoot2" presStyleCnt="0">
        <dgm:presLayoutVars>
          <dgm:hierBranch val="r"/>
        </dgm:presLayoutVars>
      </dgm:prSet>
      <dgm:spPr/>
    </dgm:pt>
    <dgm:pt modelId="{BDAE9DD3-D10A-4AD7-9566-335E058E8AED}" type="pres">
      <dgm:prSet presAssocID="{DFBBB51D-CC6C-4CA3-96D0-7D1E5BDF03C8}" presName="rootComposite" presStyleCnt="0"/>
      <dgm:spPr/>
    </dgm:pt>
    <dgm:pt modelId="{76BDB879-18DB-4FB4-9B13-133FCD4FE121}" type="pres">
      <dgm:prSet presAssocID="{DFBBB51D-CC6C-4CA3-96D0-7D1E5BDF03C8}" presName="rootText" presStyleLbl="node4" presStyleIdx="15" presStyleCnt="22">
        <dgm:presLayoutVars>
          <dgm:chPref val="3"/>
        </dgm:presLayoutVars>
      </dgm:prSet>
      <dgm:spPr/>
    </dgm:pt>
    <dgm:pt modelId="{7DC469BE-23CE-4278-9FA8-1B92232A6E6F}" type="pres">
      <dgm:prSet presAssocID="{DFBBB51D-CC6C-4CA3-96D0-7D1E5BDF03C8}" presName="rootConnector" presStyleLbl="node4" presStyleIdx="15" presStyleCnt="22"/>
      <dgm:spPr/>
    </dgm:pt>
    <dgm:pt modelId="{14BA3B13-2B9A-4BF4-B8E5-69B5DA3DEF2A}" type="pres">
      <dgm:prSet presAssocID="{DFBBB51D-CC6C-4CA3-96D0-7D1E5BDF03C8}" presName="hierChild4" presStyleCnt="0"/>
      <dgm:spPr/>
    </dgm:pt>
    <dgm:pt modelId="{B6ABC851-717A-49EC-B4AD-4EB9EEA1436A}" type="pres">
      <dgm:prSet presAssocID="{DFBBB51D-CC6C-4CA3-96D0-7D1E5BDF03C8}" presName="hierChild5" presStyleCnt="0"/>
      <dgm:spPr/>
    </dgm:pt>
    <dgm:pt modelId="{5FCFD7D2-9F87-4445-A416-85BE292A8049}" type="pres">
      <dgm:prSet presAssocID="{AFFEFE26-1A48-4BCF-B882-6A399498FF40}" presName="hierChild5" presStyleCnt="0"/>
      <dgm:spPr/>
    </dgm:pt>
    <dgm:pt modelId="{FF44D35C-883E-4D32-9FC0-8B923B2A3B12}" type="pres">
      <dgm:prSet presAssocID="{B2B0779F-C991-4A30-B2A5-26EB819E8588}" presName="hierChild5" presStyleCnt="0"/>
      <dgm:spPr/>
    </dgm:pt>
    <dgm:pt modelId="{D90D31C7-0F79-4DEB-AA45-48165EDB128F}" type="pres">
      <dgm:prSet presAssocID="{BE6F211F-E543-4334-A8D9-423EDD0ED059}" presName="hierChild5" presStyleCnt="0"/>
      <dgm:spPr/>
    </dgm:pt>
    <dgm:pt modelId="{B8C77AE1-BF5E-49D2-AEFB-9907BD0D55E7}" type="pres">
      <dgm:prSet presAssocID="{320811AA-4DDC-4BB8-B059-D00621098F2E}" presName="Name35" presStyleLbl="parChTrans1D2" presStyleIdx="3" presStyleCnt="5"/>
      <dgm:spPr/>
    </dgm:pt>
    <dgm:pt modelId="{A2F0D133-520B-4212-AF27-5C2516EF7873}" type="pres">
      <dgm:prSet presAssocID="{644EB1CB-7170-4A61-B37D-1245278C8C25}" presName="hierRoot2" presStyleCnt="0">
        <dgm:presLayoutVars>
          <dgm:hierBranch/>
        </dgm:presLayoutVars>
      </dgm:prSet>
      <dgm:spPr/>
    </dgm:pt>
    <dgm:pt modelId="{38BC3CDE-D865-4B52-8BAC-74FC48698B78}" type="pres">
      <dgm:prSet presAssocID="{644EB1CB-7170-4A61-B37D-1245278C8C25}" presName="rootComposite" presStyleCnt="0"/>
      <dgm:spPr/>
    </dgm:pt>
    <dgm:pt modelId="{DC9E738C-705E-4B06-8419-41D47EF9899B}" type="pres">
      <dgm:prSet presAssocID="{644EB1CB-7170-4A61-B37D-1245278C8C25}" presName="rootText" presStyleLbl="node2" presStyleIdx="3" presStyleCnt="5">
        <dgm:presLayoutVars>
          <dgm:chPref val="3"/>
        </dgm:presLayoutVars>
      </dgm:prSet>
      <dgm:spPr/>
    </dgm:pt>
    <dgm:pt modelId="{DB07E8DB-6A7A-4B15-B9A2-0759DBE0B657}" type="pres">
      <dgm:prSet presAssocID="{644EB1CB-7170-4A61-B37D-1245278C8C25}" presName="rootConnector" presStyleLbl="node2" presStyleIdx="3" presStyleCnt="5"/>
      <dgm:spPr/>
    </dgm:pt>
    <dgm:pt modelId="{72E242FC-4420-4AF3-B431-C45CCEE7E7E6}" type="pres">
      <dgm:prSet presAssocID="{644EB1CB-7170-4A61-B37D-1245278C8C25}" presName="hierChild4" presStyleCnt="0"/>
      <dgm:spPr/>
    </dgm:pt>
    <dgm:pt modelId="{0EE42E55-7CF4-4649-829A-EB4DC1CC38F5}" type="pres">
      <dgm:prSet presAssocID="{E8F06203-5848-4243-A397-F23B49F5B3FB}" presName="Name35" presStyleLbl="parChTrans1D3" presStyleIdx="6" presStyleCnt="8"/>
      <dgm:spPr/>
    </dgm:pt>
    <dgm:pt modelId="{9F3F85F2-4ABD-415A-AB54-F54899B21998}" type="pres">
      <dgm:prSet presAssocID="{F10B7110-AEF5-411B-B3AF-1220311D5737}" presName="hierRoot2" presStyleCnt="0">
        <dgm:presLayoutVars>
          <dgm:hierBranch/>
        </dgm:presLayoutVars>
      </dgm:prSet>
      <dgm:spPr/>
    </dgm:pt>
    <dgm:pt modelId="{7DD139D1-32E7-4F1C-A547-28D9D49A2AF2}" type="pres">
      <dgm:prSet presAssocID="{F10B7110-AEF5-411B-B3AF-1220311D5737}" presName="rootComposite" presStyleCnt="0"/>
      <dgm:spPr/>
    </dgm:pt>
    <dgm:pt modelId="{A968138B-6C3D-4FE3-A8AE-EA1BFFE2335A}" type="pres">
      <dgm:prSet presAssocID="{F10B7110-AEF5-411B-B3AF-1220311D5737}" presName="rootText" presStyleLbl="node3" presStyleIdx="6" presStyleCnt="8">
        <dgm:presLayoutVars>
          <dgm:chPref val="3"/>
        </dgm:presLayoutVars>
      </dgm:prSet>
      <dgm:spPr/>
    </dgm:pt>
    <dgm:pt modelId="{CCAB8C7E-AB50-461F-9C06-F25DF5BE304E}" type="pres">
      <dgm:prSet presAssocID="{F10B7110-AEF5-411B-B3AF-1220311D5737}" presName="rootConnector" presStyleLbl="node3" presStyleIdx="6" presStyleCnt="8"/>
      <dgm:spPr/>
    </dgm:pt>
    <dgm:pt modelId="{8504FC37-B83D-41E8-BBD6-C0627A184B12}" type="pres">
      <dgm:prSet presAssocID="{F10B7110-AEF5-411B-B3AF-1220311D5737}" presName="hierChild4" presStyleCnt="0"/>
      <dgm:spPr/>
    </dgm:pt>
    <dgm:pt modelId="{312DF98E-E123-4876-A8A9-0439B6A12101}" type="pres">
      <dgm:prSet presAssocID="{3A5D3859-1634-4D06-9EC1-82AEC740AE25}" presName="Name35" presStyleLbl="parChTrans1D4" presStyleIdx="16" presStyleCnt="22"/>
      <dgm:spPr/>
    </dgm:pt>
    <dgm:pt modelId="{AE4B810F-220C-4553-9194-9B2B51BEEC33}" type="pres">
      <dgm:prSet presAssocID="{20279A92-D93A-4A35-88C6-3BC5627A257D}" presName="hierRoot2" presStyleCnt="0">
        <dgm:presLayoutVars>
          <dgm:hierBranch/>
        </dgm:presLayoutVars>
      </dgm:prSet>
      <dgm:spPr/>
    </dgm:pt>
    <dgm:pt modelId="{FD046C62-C8E7-467C-877D-20CC2D0136D2}" type="pres">
      <dgm:prSet presAssocID="{20279A92-D93A-4A35-88C6-3BC5627A257D}" presName="rootComposite" presStyleCnt="0"/>
      <dgm:spPr/>
    </dgm:pt>
    <dgm:pt modelId="{49790478-BFA8-4286-9A8D-9A84A466CECC}" type="pres">
      <dgm:prSet presAssocID="{20279A92-D93A-4A35-88C6-3BC5627A257D}" presName="rootText" presStyleLbl="node4" presStyleIdx="16" presStyleCnt="22">
        <dgm:presLayoutVars>
          <dgm:chPref val="3"/>
        </dgm:presLayoutVars>
      </dgm:prSet>
      <dgm:spPr/>
    </dgm:pt>
    <dgm:pt modelId="{F2997D5F-4092-4F1D-B540-9DF1E3EC604C}" type="pres">
      <dgm:prSet presAssocID="{20279A92-D93A-4A35-88C6-3BC5627A257D}" presName="rootConnector" presStyleLbl="node4" presStyleIdx="16" presStyleCnt="22"/>
      <dgm:spPr/>
    </dgm:pt>
    <dgm:pt modelId="{CB92EBC5-B52F-43BC-BFC2-FE20EABC2F71}" type="pres">
      <dgm:prSet presAssocID="{20279A92-D93A-4A35-88C6-3BC5627A257D}" presName="hierChild4" presStyleCnt="0"/>
      <dgm:spPr/>
    </dgm:pt>
    <dgm:pt modelId="{6A64A1A4-A609-4DB3-9393-C928C8974795}" type="pres">
      <dgm:prSet presAssocID="{39471ABC-C37C-45B4-9531-F7FDD2B3E842}" presName="Name35" presStyleLbl="parChTrans1D4" presStyleIdx="17" presStyleCnt="22"/>
      <dgm:spPr/>
    </dgm:pt>
    <dgm:pt modelId="{C3F02582-7CDC-4527-B346-A7582F085EC3}" type="pres">
      <dgm:prSet presAssocID="{FAE37953-03FD-4093-9EE9-DE078E21D8C5}" presName="hierRoot2" presStyleCnt="0">
        <dgm:presLayoutVars>
          <dgm:hierBranch val="r"/>
        </dgm:presLayoutVars>
      </dgm:prSet>
      <dgm:spPr/>
    </dgm:pt>
    <dgm:pt modelId="{5B2201E7-4DCA-41EE-8609-2BD8922DFBAF}" type="pres">
      <dgm:prSet presAssocID="{FAE37953-03FD-4093-9EE9-DE078E21D8C5}" presName="rootComposite" presStyleCnt="0"/>
      <dgm:spPr/>
    </dgm:pt>
    <dgm:pt modelId="{1FE756C3-76AF-487F-926F-2DDC8B27C39C}" type="pres">
      <dgm:prSet presAssocID="{FAE37953-03FD-4093-9EE9-DE078E21D8C5}" presName="rootText" presStyleLbl="node4" presStyleIdx="17" presStyleCnt="22">
        <dgm:presLayoutVars>
          <dgm:chPref val="3"/>
        </dgm:presLayoutVars>
      </dgm:prSet>
      <dgm:spPr/>
    </dgm:pt>
    <dgm:pt modelId="{725EC0A9-4123-4789-949C-687E592E51AD}" type="pres">
      <dgm:prSet presAssocID="{FAE37953-03FD-4093-9EE9-DE078E21D8C5}" presName="rootConnector" presStyleLbl="node4" presStyleIdx="17" presStyleCnt="22"/>
      <dgm:spPr/>
    </dgm:pt>
    <dgm:pt modelId="{EEC7C750-B6C8-4E46-8347-CB71A9DD4278}" type="pres">
      <dgm:prSet presAssocID="{FAE37953-03FD-4093-9EE9-DE078E21D8C5}" presName="hierChild4" presStyleCnt="0"/>
      <dgm:spPr/>
    </dgm:pt>
    <dgm:pt modelId="{3AFA81F1-F45B-44F5-B57E-527902951AC9}" type="pres">
      <dgm:prSet presAssocID="{FAE37953-03FD-4093-9EE9-DE078E21D8C5}" presName="hierChild5" presStyleCnt="0"/>
      <dgm:spPr/>
    </dgm:pt>
    <dgm:pt modelId="{005B85D6-8348-49BC-8C34-A8AA578539E1}" type="pres">
      <dgm:prSet presAssocID="{20279A92-D93A-4A35-88C6-3BC5627A257D}" presName="hierChild5" presStyleCnt="0"/>
      <dgm:spPr/>
    </dgm:pt>
    <dgm:pt modelId="{AAF8F20B-A04A-4346-9B4A-85282635025B}" type="pres">
      <dgm:prSet presAssocID="{F10B7110-AEF5-411B-B3AF-1220311D5737}" presName="hierChild5" presStyleCnt="0"/>
      <dgm:spPr/>
    </dgm:pt>
    <dgm:pt modelId="{032E38DB-80D0-4911-93F9-397E9849DE71}" type="pres">
      <dgm:prSet presAssocID="{644EB1CB-7170-4A61-B37D-1245278C8C25}" presName="hierChild5" presStyleCnt="0"/>
      <dgm:spPr/>
    </dgm:pt>
    <dgm:pt modelId="{6A0B0EBE-C5BE-4831-8CD3-EDC31006F797}" type="pres">
      <dgm:prSet presAssocID="{E9830846-E5B1-49B6-80AE-54531E9D308D}" presName="Name35" presStyleLbl="parChTrans1D2" presStyleIdx="4" presStyleCnt="5"/>
      <dgm:spPr/>
    </dgm:pt>
    <dgm:pt modelId="{FB90E061-5283-4A30-AF18-636D1A878B9A}" type="pres">
      <dgm:prSet presAssocID="{F80633C3-2B6B-4625-9A16-94BF7CC09CB8}" presName="hierRoot2" presStyleCnt="0">
        <dgm:presLayoutVars>
          <dgm:hierBranch/>
        </dgm:presLayoutVars>
      </dgm:prSet>
      <dgm:spPr/>
    </dgm:pt>
    <dgm:pt modelId="{544E5298-9FEC-4C21-A760-299E92DEC559}" type="pres">
      <dgm:prSet presAssocID="{F80633C3-2B6B-4625-9A16-94BF7CC09CB8}" presName="rootComposite" presStyleCnt="0"/>
      <dgm:spPr/>
    </dgm:pt>
    <dgm:pt modelId="{F7729A8F-DAA3-4FBC-B6CF-D7D027DFF119}" type="pres">
      <dgm:prSet presAssocID="{F80633C3-2B6B-4625-9A16-94BF7CC09CB8}" presName="rootText" presStyleLbl="node2" presStyleIdx="4" presStyleCnt="5">
        <dgm:presLayoutVars>
          <dgm:chPref val="3"/>
        </dgm:presLayoutVars>
      </dgm:prSet>
      <dgm:spPr/>
    </dgm:pt>
    <dgm:pt modelId="{64317277-D5C0-42AB-9459-6A742A75D755}" type="pres">
      <dgm:prSet presAssocID="{F80633C3-2B6B-4625-9A16-94BF7CC09CB8}" presName="rootConnector" presStyleLbl="node2" presStyleIdx="4" presStyleCnt="5"/>
      <dgm:spPr/>
    </dgm:pt>
    <dgm:pt modelId="{87F32BFC-6603-43F5-BC0A-34591A5F984A}" type="pres">
      <dgm:prSet presAssocID="{F80633C3-2B6B-4625-9A16-94BF7CC09CB8}" presName="hierChild4" presStyleCnt="0"/>
      <dgm:spPr/>
    </dgm:pt>
    <dgm:pt modelId="{4866E1E0-974C-4E7D-841D-036DA4571409}" type="pres">
      <dgm:prSet presAssocID="{04B02231-8A50-4950-94AA-F9D624BF4899}" presName="Name35" presStyleLbl="parChTrans1D3" presStyleIdx="7" presStyleCnt="8"/>
      <dgm:spPr/>
    </dgm:pt>
    <dgm:pt modelId="{178D641D-E0FE-4967-85A7-151E11ABB215}" type="pres">
      <dgm:prSet presAssocID="{50A3250A-73B0-40EC-8632-F8BBA3B64196}" presName="hierRoot2" presStyleCnt="0">
        <dgm:presLayoutVars>
          <dgm:hierBranch/>
        </dgm:presLayoutVars>
      </dgm:prSet>
      <dgm:spPr/>
    </dgm:pt>
    <dgm:pt modelId="{09DFA5DE-BC20-4996-BCB3-8A9844B649DE}" type="pres">
      <dgm:prSet presAssocID="{50A3250A-73B0-40EC-8632-F8BBA3B64196}" presName="rootComposite" presStyleCnt="0"/>
      <dgm:spPr/>
    </dgm:pt>
    <dgm:pt modelId="{527E211A-D0E3-4367-9AE2-39BCC76D4830}" type="pres">
      <dgm:prSet presAssocID="{50A3250A-73B0-40EC-8632-F8BBA3B64196}" presName="rootText" presStyleLbl="node3" presStyleIdx="7" presStyleCnt="8">
        <dgm:presLayoutVars>
          <dgm:chPref val="3"/>
        </dgm:presLayoutVars>
      </dgm:prSet>
      <dgm:spPr/>
    </dgm:pt>
    <dgm:pt modelId="{7620C6DE-AD2E-434A-B185-57C790DFC2EE}" type="pres">
      <dgm:prSet presAssocID="{50A3250A-73B0-40EC-8632-F8BBA3B64196}" presName="rootConnector" presStyleLbl="node3" presStyleIdx="7" presStyleCnt="8"/>
      <dgm:spPr/>
    </dgm:pt>
    <dgm:pt modelId="{EBF848F6-C03D-4B3E-9752-607C73BAFCB4}" type="pres">
      <dgm:prSet presAssocID="{50A3250A-73B0-40EC-8632-F8BBA3B64196}" presName="hierChild4" presStyleCnt="0"/>
      <dgm:spPr/>
    </dgm:pt>
    <dgm:pt modelId="{92A9779B-728F-4545-911E-99B389D6D6A8}" type="pres">
      <dgm:prSet presAssocID="{9EBB46D3-B154-4CEF-9782-BCADED663C5C}" presName="Name35" presStyleLbl="parChTrans1D4" presStyleIdx="18" presStyleCnt="22"/>
      <dgm:spPr/>
    </dgm:pt>
    <dgm:pt modelId="{8B239891-C664-449D-8465-FF1B27E8BE77}" type="pres">
      <dgm:prSet presAssocID="{C6BE5941-FBDE-4E25-8395-8EBB472FCA47}" presName="hierRoot2" presStyleCnt="0">
        <dgm:presLayoutVars>
          <dgm:hierBranch/>
        </dgm:presLayoutVars>
      </dgm:prSet>
      <dgm:spPr/>
    </dgm:pt>
    <dgm:pt modelId="{1242690A-FADE-4ECF-B3AC-10BCC1A22CDC}" type="pres">
      <dgm:prSet presAssocID="{C6BE5941-FBDE-4E25-8395-8EBB472FCA47}" presName="rootComposite" presStyleCnt="0"/>
      <dgm:spPr/>
    </dgm:pt>
    <dgm:pt modelId="{0BFB558D-3DD5-4A95-9ED3-8784BA1B890E}" type="pres">
      <dgm:prSet presAssocID="{C6BE5941-FBDE-4E25-8395-8EBB472FCA47}" presName="rootText" presStyleLbl="node4" presStyleIdx="18" presStyleCnt="22">
        <dgm:presLayoutVars>
          <dgm:chPref val="3"/>
        </dgm:presLayoutVars>
      </dgm:prSet>
      <dgm:spPr/>
    </dgm:pt>
    <dgm:pt modelId="{E87F2300-DCEB-46F1-A23A-23AA72D3D7B7}" type="pres">
      <dgm:prSet presAssocID="{C6BE5941-FBDE-4E25-8395-8EBB472FCA47}" presName="rootConnector" presStyleLbl="node4" presStyleIdx="18" presStyleCnt="22"/>
      <dgm:spPr/>
    </dgm:pt>
    <dgm:pt modelId="{BD3EAF1E-7A5D-428E-AC8B-F9E2D66F58C1}" type="pres">
      <dgm:prSet presAssocID="{C6BE5941-FBDE-4E25-8395-8EBB472FCA47}" presName="hierChild4" presStyleCnt="0"/>
      <dgm:spPr/>
    </dgm:pt>
    <dgm:pt modelId="{26C3A1ED-F45E-401E-AF98-1A0F38ACFFBB}" type="pres">
      <dgm:prSet presAssocID="{DD8A694A-6814-4458-A62E-2A456B437288}" presName="Name35" presStyleLbl="parChTrans1D4" presStyleIdx="19" presStyleCnt="22"/>
      <dgm:spPr/>
    </dgm:pt>
    <dgm:pt modelId="{E498C2D5-5835-4BD6-BF44-0822AFA90FCA}" type="pres">
      <dgm:prSet presAssocID="{AE53C0C0-9D85-4495-BF67-9089C1FAECB0}" presName="hierRoot2" presStyleCnt="0">
        <dgm:presLayoutVars>
          <dgm:hierBranch/>
        </dgm:presLayoutVars>
      </dgm:prSet>
      <dgm:spPr/>
    </dgm:pt>
    <dgm:pt modelId="{2D9B4CF3-DE21-4DCD-BD77-C64601339447}" type="pres">
      <dgm:prSet presAssocID="{AE53C0C0-9D85-4495-BF67-9089C1FAECB0}" presName="rootComposite" presStyleCnt="0"/>
      <dgm:spPr/>
    </dgm:pt>
    <dgm:pt modelId="{17B05A30-944F-44AE-8D36-514815E62228}" type="pres">
      <dgm:prSet presAssocID="{AE53C0C0-9D85-4495-BF67-9089C1FAECB0}" presName="rootText" presStyleLbl="node4" presStyleIdx="19" presStyleCnt="22">
        <dgm:presLayoutVars>
          <dgm:chPref val="3"/>
        </dgm:presLayoutVars>
      </dgm:prSet>
      <dgm:spPr/>
    </dgm:pt>
    <dgm:pt modelId="{51102618-9493-4C52-A9D7-47C6FF9DB405}" type="pres">
      <dgm:prSet presAssocID="{AE53C0C0-9D85-4495-BF67-9089C1FAECB0}" presName="rootConnector" presStyleLbl="node4" presStyleIdx="19" presStyleCnt="22"/>
      <dgm:spPr/>
    </dgm:pt>
    <dgm:pt modelId="{1EE47110-0D61-4A0F-8F76-061D61A68A35}" type="pres">
      <dgm:prSet presAssocID="{AE53C0C0-9D85-4495-BF67-9089C1FAECB0}" presName="hierChild4" presStyleCnt="0"/>
      <dgm:spPr/>
    </dgm:pt>
    <dgm:pt modelId="{42744CF3-B333-4AC9-8CAE-9B815E357D8D}" type="pres">
      <dgm:prSet presAssocID="{69171E61-FB73-4464-AD67-B3829AC7B627}" presName="Name35" presStyleLbl="parChTrans1D4" presStyleIdx="20" presStyleCnt="22"/>
      <dgm:spPr/>
    </dgm:pt>
    <dgm:pt modelId="{52682E9A-07AB-4ED9-A072-2ED73BBD9085}" type="pres">
      <dgm:prSet presAssocID="{6FD07233-2FB4-4ABE-BB34-FBB55A12329E}" presName="hierRoot2" presStyleCnt="0">
        <dgm:presLayoutVars>
          <dgm:hierBranch/>
        </dgm:presLayoutVars>
      </dgm:prSet>
      <dgm:spPr/>
    </dgm:pt>
    <dgm:pt modelId="{21B86835-9AD0-4FEF-A83C-4E990DA49BB1}" type="pres">
      <dgm:prSet presAssocID="{6FD07233-2FB4-4ABE-BB34-FBB55A12329E}" presName="rootComposite" presStyleCnt="0"/>
      <dgm:spPr/>
    </dgm:pt>
    <dgm:pt modelId="{A38165C0-F7F0-4DFF-BA19-31B0C5F44A62}" type="pres">
      <dgm:prSet presAssocID="{6FD07233-2FB4-4ABE-BB34-FBB55A12329E}" presName="rootText" presStyleLbl="node4" presStyleIdx="20" presStyleCnt="22">
        <dgm:presLayoutVars>
          <dgm:chPref val="3"/>
        </dgm:presLayoutVars>
      </dgm:prSet>
      <dgm:spPr/>
    </dgm:pt>
    <dgm:pt modelId="{D9252FC0-62E7-49A7-A8CA-C6B6083FF989}" type="pres">
      <dgm:prSet presAssocID="{6FD07233-2FB4-4ABE-BB34-FBB55A12329E}" presName="rootConnector" presStyleLbl="node4" presStyleIdx="20" presStyleCnt="22"/>
      <dgm:spPr/>
    </dgm:pt>
    <dgm:pt modelId="{58B7858E-098A-424E-8408-A4E53F285C12}" type="pres">
      <dgm:prSet presAssocID="{6FD07233-2FB4-4ABE-BB34-FBB55A12329E}" presName="hierChild4" presStyleCnt="0"/>
      <dgm:spPr/>
    </dgm:pt>
    <dgm:pt modelId="{5A70E395-4D53-4224-83F6-2C7527AFE056}" type="pres">
      <dgm:prSet presAssocID="{42D23BBD-6015-410D-819F-EC45370CDF71}" presName="Name35" presStyleLbl="parChTrans1D4" presStyleIdx="21" presStyleCnt="22"/>
      <dgm:spPr/>
    </dgm:pt>
    <dgm:pt modelId="{241727A4-27EF-47ED-BC57-88897EF7C55A}" type="pres">
      <dgm:prSet presAssocID="{C581AB88-FAD5-4410-A526-984F14BACB23}" presName="hierRoot2" presStyleCnt="0">
        <dgm:presLayoutVars>
          <dgm:hierBranch val="r"/>
        </dgm:presLayoutVars>
      </dgm:prSet>
      <dgm:spPr/>
    </dgm:pt>
    <dgm:pt modelId="{E8FB6459-0344-4418-B3C7-BF3591C3DACE}" type="pres">
      <dgm:prSet presAssocID="{C581AB88-FAD5-4410-A526-984F14BACB23}" presName="rootComposite" presStyleCnt="0"/>
      <dgm:spPr/>
    </dgm:pt>
    <dgm:pt modelId="{D6F51E61-5957-4098-84F8-1B04029143EC}" type="pres">
      <dgm:prSet presAssocID="{C581AB88-FAD5-4410-A526-984F14BACB23}" presName="rootText" presStyleLbl="node4" presStyleIdx="21" presStyleCnt="22">
        <dgm:presLayoutVars>
          <dgm:chPref val="3"/>
        </dgm:presLayoutVars>
      </dgm:prSet>
      <dgm:spPr/>
    </dgm:pt>
    <dgm:pt modelId="{3424B34E-4D31-4E05-9B30-DA7C63C9865F}" type="pres">
      <dgm:prSet presAssocID="{C581AB88-FAD5-4410-A526-984F14BACB23}" presName="rootConnector" presStyleLbl="node4" presStyleIdx="21" presStyleCnt="22"/>
      <dgm:spPr/>
    </dgm:pt>
    <dgm:pt modelId="{108059CB-0F49-4639-8491-F517344C61EC}" type="pres">
      <dgm:prSet presAssocID="{C581AB88-FAD5-4410-A526-984F14BACB23}" presName="hierChild4" presStyleCnt="0"/>
      <dgm:spPr/>
    </dgm:pt>
    <dgm:pt modelId="{D794A431-4DAB-4A11-9A47-B695332F86AF}" type="pres">
      <dgm:prSet presAssocID="{C581AB88-FAD5-4410-A526-984F14BACB23}" presName="hierChild5" presStyleCnt="0"/>
      <dgm:spPr/>
    </dgm:pt>
    <dgm:pt modelId="{9F530077-CC4A-43E4-81EC-757648EF228F}" type="pres">
      <dgm:prSet presAssocID="{6FD07233-2FB4-4ABE-BB34-FBB55A12329E}" presName="hierChild5" presStyleCnt="0"/>
      <dgm:spPr/>
    </dgm:pt>
    <dgm:pt modelId="{A10AF1DB-EE2C-4876-BAC5-65749010506C}" type="pres">
      <dgm:prSet presAssocID="{AE53C0C0-9D85-4495-BF67-9089C1FAECB0}" presName="hierChild5" presStyleCnt="0"/>
      <dgm:spPr/>
    </dgm:pt>
    <dgm:pt modelId="{6B1A5A05-3341-40FA-92E6-3ABA9F4EEB45}" type="pres">
      <dgm:prSet presAssocID="{C6BE5941-FBDE-4E25-8395-8EBB472FCA47}" presName="hierChild5" presStyleCnt="0"/>
      <dgm:spPr/>
    </dgm:pt>
    <dgm:pt modelId="{07B61927-4B80-49EF-A7C8-EEC34217F12A}" type="pres">
      <dgm:prSet presAssocID="{50A3250A-73B0-40EC-8632-F8BBA3B64196}" presName="hierChild5" presStyleCnt="0"/>
      <dgm:spPr/>
    </dgm:pt>
    <dgm:pt modelId="{F220FCD5-DD27-4BCE-A529-DDE12F6357D6}" type="pres">
      <dgm:prSet presAssocID="{F80633C3-2B6B-4625-9A16-94BF7CC09CB8}" presName="hierChild5" presStyleCnt="0"/>
      <dgm:spPr/>
    </dgm:pt>
    <dgm:pt modelId="{EBC8B513-F4F6-429D-8FBA-7F42F2FE562A}" type="pres">
      <dgm:prSet presAssocID="{899A8165-331C-46C2-AE90-FA97438A7601}" presName="hierChild3" presStyleCnt="0"/>
      <dgm:spPr/>
    </dgm:pt>
  </dgm:ptLst>
  <dgm:cxnLst>
    <dgm:cxn modelId="{93064601-E4B3-4CDC-B84C-6ECA3F68E4EC}" type="presOf" srcId="{899A8165-331C-46C2-AE90-FA97438A7601}" destId="{D1FCD292-8609-40FE-8E30-E12CD78E6C6A}" srcOrd="1" destOrd="0" presId="urn:microsoft.com/office/officeart/2005/8/layout/orgChart1"/>
    <dgm:cxn modelId="{8A9CDB01-69AF-42E4-8792-6BDEAE4CC6B2}" srcId="{899A8165-331C-46C2-AE90-FA97438A7601}" destId="{644EB1CB-7170-4A61-B37D-1245278C8C25}" srcOrd="3" destOrd="0" parTransId="{320811AA-4DDC-4BB8-B059-D00621098F2E}" sibTransId="{CCDA881C-2C5D-4D21-895F-ECB0B7D245DC}"/>
    <dgm:cxn modelId="{411E3402-5391-46F9-8863-8BC691CFF429}" type="presOf" srcId="{5105D07C-7430-4B88-93BC-EB02CA2C72D5}" destId="{AD14F12E-81D5-4157-8C29-5505BC289321}" srcOrd="0" destOrd="0" presId="urn:microsoft.com/office/officeart/2005/8/layout/orgChart1"/>
    <dgm:cxn modelId="{F062CD02-9FF4-4C9B-B177-E38283B48403}" type="presOf" srcId="{FAE37953-03FD-4093-9EE9-DE078E21D8C5}" destId="{725EC0A9-4123-4789-949C-687E592E51AD}" srcOrd="1" destOrd="0" presId="urn:microsoft.com/office/officeart/2005/8/layout/orgChart1"/>
    <dgm:cxn modelId="{6440B805-E8EA-4C7A-B38E-F69D963CD22C}" type="presOf" srcId="{BE6F211F-E543-4334-A8D9-423EDD0ED059}" destId="{468D449F-2333-4945-A1BF-B5C23AE656CD}" srcOrd="0" destOrd="0" presId="urn:microsoft.com/office/officeart/2005/8/layout/orgChart1"/>
    <dgm:cxn modelId="{65AA2207-B651-4823-997C-53CC39B09452}" type="presOf" srcId="{F4F81B64-BEF1-46C9-B5A6-C8B9007073C5}" destId="{649D35AC-BCFC-4130-A1B0-73642536125C}" srcOrd="0" destOrd="0" presId="urn:microsoft.com/office/officeart/2005/8/layout/orgChart1"/>
    <dgm:cxn modelId="{EF36100A-90FF-4AC7-AA65-11407A4246CA}" type="presOf" srcId="{AE53C0C0-9D85-4495-BF67-9089C1FAECB0}" destId="{17B05A30-944F-44AE-8D36-514815E62228}" srcOrd="0" destOrd="0" presId="urn:microsoft.com/office/officeart/2005/8/layout/orgChart1"/>
    <dgm:cxn modelId="{99D8160B-281D-4A45-A6C7-F12A0241E489}" type="presOf" srcId="{F5ED9C99-51D1-4725-B3D2-BB349495D8D9}" destId="{3A64970B-12FC-4A3F-BE3E-9E0F1D5F0EB4}" srcOrd="0" destOrd="0" presId="urn:microsoft.com/office/officeart/2005/8/layout/orgChart1"/>
    <dgm:cxn modelId="{0718BF0D-80F9-47D2-BA3B-1BF15D24E6FF}" srcId="{2B0BD40D-643C-4C9F-ABD9-D11922F884B1}" destId="{99000099-847A-4551-93F4-DD28FB5848BE}" srcOrd="0" destOrd="0" parTransId="{5C27C4D4-71EF-4CE5-992E-352B19F5BEA3}" sibTransId="{0ACE132F-E86E-42D2-BD93-3A5CAB03B8AA}"/>
    <dgm:cxn modelId="{3A69FC0D-F4C0-447B-A792-5FC974B1B00F}" type="presOf" srcId="{7E82C66B-F7EA-4BD2-B77E-741D59BDFB94}" destId="{A130C031-1AB6-4BFB-9034-7870294C87FC}" srcOrd="0" destOrd="0" presId="urn:microsoft.com/office/officeart/2005/8/layout/orgChart1"/>
    <dgm:cxn modelId="{7F55C313-3AB0-4621-9AC9-C346370F7716}" type="presOf" srcId="{773A8D8A-CC67-4249-824A-C01BDB710396}" destId="{FE909C62-3968-42FF-94B6-A67049A2AEF2}" srcOrd="0" destOrd="0" presId="urn:microsoft.com/office/officeart/2005/8/layout/orgChart1"/>
    <dgm:cxn modelId="{7D225414-0875-4EF3-8635-01F524E4FF97}" srcId="{899A8165-331C-46C2-AE90-FA97438A7601}" destId="{4997EDD2-AEFA-4F32-AF91-98EA253DC1F6}" srcOrd="0" destOrd="0" parTransId="{7E82C66B-F7EA-4BD2-B77E-741D59BDFB94}" sibTransId="{1B224B36-0937-43D3-A92A-AE85B337C3D7}"/>
    <dgm:cxn modelId="{082BCC14-F84D-4210-8FA0-B58DA9667B61}" srcId="{4DDBAA08-D810-4872-9B6B-7F4F48D1726E}" destId="{F4F81B64-BEF1-46C9-B5A6-C8B9007073C5}" srcOrd="0" destOrd="0" parTransId="{6E693CEA-BDD1-4FFA-B368-26D10F260FF9}" sibTransId="{88C692DF-1FAA-4CAA-BA2D-9FB9E17D3ECC}"/>
    <dgm:cxn modelId="{26569716-08A0-4225-B5FA-B2E7FE72C43F}" type="presOf" srcId="{F2977D21-D2E3-4B06-BE81-354E3ABB2331}" destId="{B936AC82-2A55-46C3-B56A-43535A71A82F}" srcOrd="1" destOrd="0" presId="urn:microsoft.com/office/officeart/2005/8/layout/orgChart1"/>
    <dgm:cxn modelId="{7739D316-C615-432E-A7CD-B88CBA3D74BA}" type="presOf" srcId="{30DFFBFA-B3D4-4814-AC6E-293B436F7C23}" destId="{20BFA04E-B2BF-473B-A4D1-BD33EE4EA8A3}" srcOrd="0" destOrd="0" presId="urn:microsoft.com/office/officeart/2005/8/layout/orgChart1"/>
    <dgm:cxn modelId="{FB34A51E-3AF8-4644-B339-09924CFBA741}" type="presOf" srcId="{DFBBB51D-CC6C-4CA3-96D0-7D1E5BDF03C8}" destId="{7DC469BE-23CE-4278-9FA8-1B92232A6E6F}" srcOrd="1" destOrd="0" presId="urn:microsoft.com/office/officeart/2005/8/layout/orgChart1"/>
    <dgm:cxn modelId="{C2D80D1F-063C-411C-BF78-1D78B9EC07D4}" type="presOf" srcId="{39471ABC-C37C-45B4-9531-F7FDD2B3E842}" destId="{6A64A1A4-A609-4DB3-9393-C928C8974795}" srcOrd="0" destOrd="0" presId="urn:microsoft.com/office/officeart/2005/8/layout/orgChart1"/>
    <dgm:cxn modelId="{4F6CFA20-4DBE-4E21-BFEB-D88939D78A86}" type="presOf" srcId="{4DDBAA08-D810-4872-9B6B-7F4F48D1726E}" destId="{FB5D1BEE-7D4B-4680-8A38-2A758D5032DB}" srcOrd="1" destOrd="0" presId="urn:microsoft.com/office/officeart/2005/8/layout/orgChart1"/>
    <dgm:cxn modelId="{1C1FCA22-AB13-43DF-B3CA-BA2692E9822D}" srcId="{65B7E7BB-5D58-4EE5-971E-67344DEB0D98}" destId="{899A8165-331C-46C2-AE90-FA97438A7601}" srcOrd="0" destOrd="0" parTransId="{00CC5BCB-969C-4DC7-BEB0-85A0EBC66136}" sibTransId="{3B817440-8707-44BA-B564-CEC74F1E08FD}"/>
    <dgm:cxn modelId="{803D9423-326D-4B71-98CD-C9CCBDEEBB1B}" type="presOf" srcId="{C626F991-290C-4E22-9F3D-F986A8A447F0}" destId="{DE561203-B568-4B78-A0EF-45113C5981C1}" srcOrd="1" destOrd="0" presId="urn:microsoft.com/office/officeart/2005/8/layout/orgChart1"/>
    <dgm:cxn modelId="{0952A528-ECA1-49FC-88EC-33C70B9570D0}" type="presOf" srcId="{04B02231-8A50-4950-94AA-F9D624BF4899}" destId="{4866E1E0-974C-4E7D-841D-036DA4571409}" srcOrd="0" destOrd="0" presId="urn:microsoft.com/office/officeart/2005/8/layout/orgChart1"/>
    <dgm:cxn modelId="{83FB072D-7148-478B-882C-2D554DCCD5D4}" srcId="{4997EDD2-AEFA-4F32-AF91-98EA253DC1F6}" destId="{B23186E5-BE4A-4741-9371-781F7A850809}" srcOrd="0" destOrd="0" parTransId="{37AFFFD3-B523-4B0C-80A7-221AD67841F7}" sibTransId="{41826373-5239-4552-9438-928EECFE6743}"/>
    <dgm:cxn modelId="{B05C522D-2563-403B-A6AC-7D0B79BFF53E}" type="presOf" srcId="{2B0BD40D-643C-4C9F-ABD9-D11922F884B1}" destId="{54E3C452-1BE0-4F8D-9AB8-86AAB2345182}" srcOrd="1" destOrd="0" presId="urn:microsoft.com/office/officeart/2005/8/layout/orgChart1"/>
    <dgm:cxn modelId="{5BCB5F30-2D99-41D4-874F-73A55FBF6D31}" type="presOf" srcId="{E8F06203-5848-4243-A397-F23B49F5B3FB}" destId="{0EE42E55-7CF4-4649-829A-EB4DC1CC38F5}" srcOrd="0" destOrd="0" presId="urn:microsoft.com/office/officeart/2005/8/layout/orgChart1"/>
    <dgm:cxn modelId="{443A7D30-D32A-4704-B6C4-6BF1B2FB4D83}" type="presOf" srcId="{644EB1CB-7170-4A61-B37D-1245278C8C25}" destId="{DB07E8DB-6A7A-4B15-B9A2-0759DBE0B657}" srcOrd="1" destOrd="0" presId="urn:microsoft.com/office/officeart/2005/8/layout/orgChart1"/>
    <dgm:cxn modelId="{8415DB31-21D4-4572-B757-0F9948079327}" type="presOf" srcId="{E8B3C53A-0BAC-4727-B2AE-C8B7B91D352D}" destId="{E01B5902-B05C-497E-B4A0-532018A7051C}" srcOrd="1" destOrd="0" presId="urn:microsoft.com/office/officeart/2005/8/layout/orgChart1"/>
    <dgm:cxn modelId="{D4A03C33-FFC3-40FD-8AAF-233033C060E8}" type="presOf" srcId="{99000099-847A-4551-93F4-DD28FB5848BE}" destId="{DF5373D8-5213-45DF-BD4F-5B04D0DE4D63}" srcOrd="0" destOrd="0" presId="urn:microsoft.com/office/officeart/2005/8/layout/orgChart1"/>
    <dgm:cxn modelId="{45129333-DC34-4805-B9FB-BAB188838437}" srcId="{0C1D30D8-F908-4C8A-A3F6-159F3EEBDE6E}" destId="{4E49F506-B031-4001-83FC-8BFB13B4E784}" srcOrd="1" destOrd="0" parTransId="{63C02CAC-680B-4632-B363-04B115C36471}" sibTransId="{71FFD1F9-E6E1-496E-8CEF-F28AA47AB417}"/>
    <dgm:cxn modelId="{96E06435-3392-459C-AF9B-0BB51131D504}" type="presOf" srcId="{C87F49D2-6561-455F-9215-55CE77614365}" destId="{03592659-588E-44F5-9729-C2109FFB599C}" srcOrd="0" destOrd="0" presId="urn:microsoft.com/office/officeart/2005/8/layout/orgChart1"/>
    <dgm:cxn modelId="{5D7CF635-3B40-4CD3-9664-24E90333237E}" type="presOf" srcId="{B23716CF-3D94-4B47-A6E1-E19AD49E62BC}" destId="{C34B57E7-7433-46BD-87DA-1BB9C5186E44}" srcOrd="0" destOrd="0" presId="urn:microsoft.com/office/officeart/2005/8/layout/orgChart1"/>
    <dgm:cxn modelId="{088DF939-66DA-496A-94FD-01BAB8A18669}" type="presOf" srcId="{82B103BC-CEC2-459E-9EB0-C5D4B323D304}" destId="{BABA6180-A22D-471A-B306-E3319DF910CE}" srcOrd="1" destOrd="0" presId="urn:microsoft.com/office/officeart/2005/8/layout/orgChart1"/>
    <dgm:cxn modelId="{D0F4F83A-913C-425C-A6D8-9B608BC5A990}" type="presOf" srcId="{C581AB88-FAD5-4410-A526-984F14BACB23}" destId="{3424B34E-4D31-4E05-9B30-DA7C63C9865F}" srcOrd="1" destOrd="0" presId="urn:microsoft.com/office/officeart/2005/8/layout/orgChart1"/>
    <dgm:cxn modelId="{D6A04D3D-9AF9-4E39-86F0-8F54577C1610}" srcId="{899A8165-331C-46C2-AE90-FA97438A7601}" destId="{F80633C3-2B6B-4625-9A16-94BF7CC09CB8}" srcOrd="4" destOrd="0" parTransId="{E9830846-E5B1-49B6-80AE-54531E9D308D}" sibTransId="{49C938FC-5AFF-4C49-A390-AB6F099559BE}"/>
    <dgm:cxn modelId="{CBEDE13F-9B5F-497A-89C1-F1C75CB9FDB4}" type="presOf" srcId="{C6BE5941-FBDE-4E25-8395-8EBB472FCA47}" destId="{E87F2300-DCEB-46F1-A23A-23AA72D3D7B7}" srcOrd="1" destOrd="0" presId="urn:microsoft.com/office/officeart/2005/8/layout/orgChart1"/>
    <dgm:cxn modelId="{9BB1FA5B-5FA2-4249-B2BA-C1707FBF7F23}" type="presOf" srcId="{AE53C0C0-9D85-4495-BF67-9089C1FAECB0}" destId="{51102618-9493-4C52-A9D7-47C6FF9DB405}" srcOrd="1" destOrd="0" presId="urn:microsoft.com/office/officeart/2005/8/layout/orgChart1"/>
    <dgm:cxn modelId="{135F9D5C-41CA-4080-A4B2-D6E2CA2EAE29}" type="presOf" srcId="{0C1D30D8-F908-4C8A-A3F6-159F3EEBDE6E}" destId="{8B9B29BF-E0EE-4B5D-A02D-58E656BEEB82}" srcOrd="0" destOrd="0" presId="urn:microsoft.com/office/officeart/2005/8/layout/orgChart1"/>
    <dgm:cxn modelId="{E53C055D-678D-49CE-B744-37B529D86CC9}" srcId="{F10B7110-AEF5-411B-B3AF-1220311D5737}" destId="{20279A92-D93A-4A35-88C6-3BC5627A257D}" srcOrd="0" destOrd="0" parTransId="{3A5D3859-1634-4D06-9EC1-82AEC740AE25}" sibTransId="{997E2771-41E1-4871-9DC6-BFF976D6BD8B}"/>
    <dgm:cxn modelId="{E3B72C5D-72A8-4D2E-B107-32FFC4E8342A}" type="presOf" srcId="{76193913-AD0A-441E-8173-FBB57DDAF1B9}" destId="{C6A0DA5E-B1EB-4006-8E61-A17C97522DDD}" srcOrd="0" destOrd="0" presId="urn:microsoft.com/office/officeart/2005/8/layout/orgChart1"/>
    <dgm:cxn modelId="{E5212E5E-0960-4856-9870-AED7EF50C68E}" type="presOf" srcId="{4997EDD2-AEFA-4F32-AF91-98EA253DC1F6}" destId="{8AE96DF7-8916-47E8-BA7F-A673AC62CC61}" srcOrd="1" destOrd="0" presId="urn:microsoft.com/office/officeart/2005/8/layout/orgChart1"/>
    <dgm:cxn modelId="{81364141-D234-4DA3-903E-EAAAB9F71D2B}" type="presOf" srcId="{5CDE0E0B-68DD-4632-AE6E-93CD0593E7BB}" destId="{1F8B1AF3-AACE-40DD-99F8-8D3CFF81703B}" srcOrd="0" destOrd="0" presId="urn:microsoft.com/office/officeart/2005/8/layout/orgChart1"/>
    <dgm:cxn modelId="{52D97A43-4F80-4623-A836-BA9F04F268B9}" type="presOf" srcId="{3A5D3859-1634-4D06-9EC1-82AEC740AE25}" destId="{312DF98E-E123-4876-A8A9-0439B6A12101}" srcOrd="0" destOrd="0" presId="urn:microsoft.com/office/officeart/2005/8/layout/orgChart1"/>
    <dgm:cxn modelId="{359F8C63-2F37-411A-9D39-1C0414AC910C}" type="presOf" srcId="{97F0357B-8EF7-4B06-8327-6525804761C7}" destId="{B846D12F-2EE0-4362-9A61-4B781E49995B}" srcOrd="0" destOrd="0" presId="urn:microsoft.com/office/officeart/2005/8/layout/orgChart1"/>
    <dgm:cxn modelId="{DD1D0A44-903C-4E24-87CD-35501F1A1FDD}" type="presOf" srcId="{48CE8A16-3288-4668-AB3D-8478FC5CEA0B}" destId="{41CB584A-9625-4E89-AA92-774165C608F4}" srcOrd="0" destOrd="0" presId="urn:microsoft.com/office/officeart/2005/8/layout/orgChart1"/>
    <dgm:cxn modelId="{CF28DE44-4E1D-4AF6-BD39-24DB89548974}" type="presOf" srcId="{63C02CAC-680B-4632-B363-04B115C36471}" destId="{31E08624-3374-4111-8A64-81893EDBDB2E}" srcOrd="0" destOrd="0" presId="urn:microsoft.com/office/officeart/2005/8/layout/orgChart1"/>
    <dgm:cxn modelId="{5B664A46-6746-473D-BD5C-DDED02EC66D4}" type="presOf" srcId="{F80633C3-2B6B-4625-9A16-94BF7CC09CB8}" destId="{F7729A8F-DAA3-4FBC-B6CF-D7D027DFF119}" srcOrd="0" destOrd="0" presId="urn:microsoft.com/office/officeart/2005/8/layout/orgChart1"/>
    <dgm:cxn modelId="{2796DA46-D6D2-4532-A799-4409A031A590}" type="presOf" srcId="{B2B0779F-C991-4A30-B2A5-26EB819E8588}" destId="{781601A7-0664-42A2-933E-31A862176532}" srcOrd="0" destOrd="0" presId="urn:microsoft.com/office/officeart/2005/8/layout/orgChart1"/>
    <dgm:cxn modelId="{A731FE66-A45C-498F-9D43-CCD128B6EC4B}" type="presOf" srcId="{E8B3C53A-0BAC-4727-B2AE-C8B7B91D352D}" destId="{8C2A6F4B-59FA-4E8E-86A2-B069A6DACBEC}" srcOrd="0" destOrd="0" presId="urn:microsoft.com/office/officeart/2005/8/layout/orgChart1"/>
    <dgm:cxn modelId="{2F982867-A17C-41A6-B3E4-E91872A1CDB6}" type="presOf" srcId="{4A355859-5511-4C8F-8302-9FBD1B4D3F4E}" destId="{229AB1FD-8201-456F-90C7-317A1B808D2F}" srcOrd="1" destOrd="0" presId="urn:microsoft.com/office/officeart/2005/8/layout/orgChart1"/>
    <dgm:cxn modelId="{362FBB47-A0DB-4590-99C2-0755833F5B7C}" srcId="{20279A92-D93A-4A35-88C6-3BC5627A257D}" destId="{FAE37953-03FD-4093-9EE9-DE078E21D8C5}" srcOrd="0" destOrd="0" parTransId="{39471ABC-C37C-45B4-9531-F7FDD2B3E842}" sibTransId="{25F06ED4-E681-4CCB-B40B-84DF1A1B526B}"/>
    <dgm:cxn modelId="{BD63EF67-3392-49DE-B1D6-9A8B90BEC741}" type="presOf" srcId="{DA2AB4D4-E4C8-434F-AE88-D75A12227AB1}" destId="{8A698377-6770-43A4-BC35-D9BA099C3FE4}" srcOrd="0" destOrd="0" presId="urn:microsoft.com/office/officeart/2005/8/layout/orgChart1"/>
    <dgm:cxn modelId="{7C46F267-68C8-4521-A99A-F24C83B7D1DD}" type="presOf" srcId="{F4752A9F-614C-4B11-A71B-B07EDF28606E}" destId="{CF5016D7-A0FB-4514-ACE9-12BAA5D508F8}" srcOrd="0" destOrd="0" presId="urn:microsoft.com/office/officeart/2005/8/layout/orgChart1"/>
    <dgm:cxn modelId="{61ABF269-0A3A-4140-8BA6-572A782D3480}" srcId="{F4F81B64-BEF1-46C9-B5A6-C8B9007073C5}" destId="{82B103BC-CEC2-459E-9EB0-C5D4B323D304}" srcOrd="0" destOrd="0" parTransId="{C87F49D2-6561-455F-9215-55CE77614365}" sibTransId="{96FB200B-D870-48E5-96AC-E398CE6D05B2}"/>
    <dgm:cxn modelId="{7682F04A-81AA-40A2-B7B3-6E6A6A7217FE}" srcId="{4E49F506-B031-4001-83FC-8BFB13B4E784}" destId="{4A355859-5511-4C8F-8302-9FBD1B4D3F4E}" srcOrd="0" destOrd="0" parTransId="{84D971B6-41F3-491C-9FB5-1785C9273124}" sibTransId="{A29B36E4-1A76-4266-B698-E8A4870DDFBD}"/>
    <dgm:cxn modelId="{22E1B16B-DBC8-40CB-8E81-7E1356CC19AB}" type="presOf" srcId="{40F5806A-C561-41AC-AEE4-85E17AD2B018}" destId="{0C2270C4-7DFC-468D-9023-DF62C00093C4}" srcOrd="0" destOrd="0" presId="urn:microsoft.com/office/officeart/2005/8/layout/orgChart1"/>
    <dgm:cxn modelId="{36B3354C-13E2-4142-AF67-5B4F40F3A65B}" srcId="{F4752A9F-614C-4B11-A71B-B07EDF28606E}" destId="{E8B3C53A-0BAC-4727-B2AE-C8B7B91D352D}" srcOrd="0" destOrd="0" parTransId="{2F026A11-51F4-453D-94A0-5CFE7A8B6A0D}" sibTransId="{4A6EA3FE-1BF5-4D01-B531-5F34F9C2CFF6}"/>
    <dgm:cxn modelId="{C4A2C44C-F983-401B-A55D-31536E0106E0}" type="presOf" srcId="{5CDE0E0B-68DD-4632-AE6E-93CD0593E7BB}" destId="{2F44B855-7622-409F-803E-D6E65718D557}" srcOrd="1" destOrd="0" presId="urn:microsoft.com/office/officeart/2005/8/layout/orgChart1"/>
    <dgm:cxn modelId="{C5FA684E-C1CC-4241-A127-8987F86E3516}" srcId="{4A355859-5511-4C8F-8302-9FBD1B4D3F4E}" destId="{F4752A9F-614C-4B11-A71B-B07EDF28606E}" srcOrd="0" destOrd="0" parTransId="{461B1A10-7CB8-40D0-8C84-BEDA26D38B84}" sibTransId="{05C3D526-6754-420C-8678-CB6BA613BA40}"/>
    <dgm:cxn modelId="{FBBD6E6E-42E5-4D69-BAF8-6F0B93D14107}" type="presOf" srcId="{2B0BD40D-643C-4C9F-ABD9-D11922F884B1}" destId="{0B71FF52-5B3C-4728-BB97-D22EF8588C75}" srcOrd="0" destOrd="0" presId="urn:microsoft.com/office/officeart/2005/8/layout/orgChart1"/>
    <dgm:cxn modelId="{E18C3A6F-B90A-4B70-829D-0F9254246334}" type="presOf" srcId="{B23186E5-BE4A-4741-9371-781F7A850809}" destId="{75B96AF0-6296-4541-98DE-92CACAF1A021}" srcOrd="1" destOrd="0" presId="urn:microsoft.com/office/officeart/2005/8/layout/orgChart1"/>
    <dgm:cxn modelId="{B691B64F-44F4-4144-AA04-993576132C3E}" type="presOf" srcId="{82B103BC-CEC2-459E-9EB0-C5D4B323D304}" destId="{192A844A-3D8E-4E08-B407-D593E4784526}" srcOrd="0" destOrd="0" presId="urn:microsoft.com/office/officeart/2005/8/layout/orgChart1"/>
    <dgm:cxn modelId="{DA26F26F-C9B6-4F10-9BA6-F269F8C0A317}" type="presOf" srcId="{8349EBE0-16F3-4030-8DFA-3A5BDB530CE0}" destId="{629539F5-DCC7-4D02-9C75-D104AF60B796}" srcOrd="0" destOrd="0" presId="urn:microsoft.com/office/officeart/2005/8/layout/orgChart1"/>
    <dgm:cxn modelId="{2ED53D50-D7BA-42DA-96E7-6D0EF9427B7A}" type="presOf" srcId="{E9830846-E5B1-49B6-80AE-54531E9D308D}" destId="{6A0B0EBE-C5BE-4831-8CD3-EDC31006F797}" srcOrd="0" destOrd="0" presId="urn:microsoft.com/office/officeart/2005/8/layout/orgChart1"/>
    <dgm:cxn modelId="{B18AA551-6763-491A-A7BC-E45E0A397C0D}" type="presOf" srcId="{F4F81B64-BEF1-46C9-B5A6-C8B9007073C5}" destId="{F56CE15F-E247-4284-B193-822040BF239A}" srcOrd="1" destOrd="0" presId="urn:microsoft.com/office/officeart/2005/8/layout/orgChart1"/>
    <dgm:cxn modelId="{B1FD6A73-AE8A-46D5-99DC-9431C1D3446D}" type="presOf" srcId="{37AFFFD3-B523-4B0C-80A7-221AD67841F7}" destId="{06051415-0541-4FF9-AEEA-30A6A11B8B87}" srcOrd="0" destOrd="0" presId="urn:microsoft.com/office/officeart/2005/8/layout/orgChart1"/>
    <dgm:cxn modelId="{78065253-6938-4B6D-BAE1-0BC837473452}" type="presOf" srcId="{4E49F506-B031-4001-83FC-8BFB13B4E784}" destId="{385237E6-A043-4475-9635-86FCEA7116EE}" srcOrd="1" destOrd="0" presId="urn:microsoft.com/office/officeart/2005/8/layout/orgChart1"/>
    <dgm:cxn modelId="{7B2D5354-9BB3-4E39-A23A-2AF7E060A040}" srcId="{AFFEFE26-1A48-4BCF-B882-6A399498FF40}" destId="{DFBBB51D-CC6C-4CA3-96D0-7D1E5BDF03C8}" srcOrd="0" destOrd="0" parTransId="{5105D07C-7430-4B88-93BC-EB02CA2C72D5}" sibTransId="{D26786F5-67B8-4626-AA07-D23DCDF1306C}"/>
    <dgm:cxn modelId="{67E76776-D982-426D-825E-9F66F5DA3922}" srcId="{48CE8A16-3288-4668-AB3D-8478FC5CEA0B}" destId="{30DFFBFA-B3D4-4814-AC6E-293B436F7C23}" srcOrd="0" destOrd="0" parTransId="{0EABA36A-66E8-44F1-8DB2-7D31948022A9}" sibTransId="{387758C9-C7C4-4064-8728-DEC72367255D}"/>
    <dgm:cxn modelId="{E07C157A-9F33-456F-AB32-711A011487F1}" type="presOf" srcId="{F10B7110-AEF5-411B-B3AF-1220311D5737}" destId="{A968138B-6C3D-4FE3-A8AE-EA1BFFE2335A}" srcOrd="0" destOrd="0" presId="urn:microsoft.com/office/officeart/2005/8/layout/orgChart1"/>
    <dgm:cxn modelId="{564B217B-13B2-4DCF-9CF9-020003D99E62}" type="presOf" srcId="{50A3250A-73B0-40EC-8632-F8BBA3B64196}" destId="{7620C6DE-AD2E-434A-B185-57C790DFC2EE}" srcOrd="1" destOrd="0" presId="urn:microsoft.com/office/officeart/2005/8/layout/orgChart1"/>
    <dgm:cxn modelId="{F120E47E-C279-46AA-9746-CC1519EDFB34}" type="presOf" srcId="{4A355859-5511-4C8F-8302-9FBD1B4D3F4E}" destId="{AEE03A8E-6BD5-4DCA-9AD0-3BA6D6D19116}" srcOrd="0" destOrd="0" presId="urn:microsoft.com/office/officeart/2005/8/layout/orgChart1"/>
    <dgm:cxn modelId="{D093F77E-FF75-403F-81F8-4543DA8F82CC}" srcId="{F2977D21-D2E3-4B06-BE81-354E3ABB2331}" destId="{31E3E2CA-B6F2-46F7-AD33-54412D8ADB28}" srcOrd="0" destOrd="0" parTransId="{773A8D8A-CC67-4249-824A-C01BDB710396}" sibTransId="{7A795BC1-679F-4B4C-AA36-9231DE62816B}"/>
    <dgm:cxn modelId="{DE839B82-938A-449F-A699-DBA42264D13C}" type="presOf" srcId="{4997EDD2-AEFA-4F32-AF91-98EA253DC1F6}" destId="{0B9A53D2-3F11-4633-B753-A60F88B0BECF}" srcOrd="0" destOrd="0" presId="urn:microsoft.com/office/officeart/2005/8/layout/orgChart1"/>
    <dgm:cxn modelId="{B8FD7083-94BE-4E61-BC4C-9CFE13DB847F}" type="presOf" srcId="{DD8A694A-6814-4458-A62E-2A456B437288}" destId="{26C3A1ED-F45E-401E-AF98-1A0F38ACFFBB}" srcOrd="0" destOrd="0" presId="urn:microsoft.com/office/officeart/2005/8/layout/orgChart1"/>
    <dgm:cxn modelId="{E3EFA786-2CFC-42FD-9B3A-81CABCFEA0FD}" type="presOf" srcId="{65B7E7BB-5D58-4EE5-971E-67344DEB0D98}" destId="{932FECE8-48A4-4F19-92BC-DA92DA4FED7D}" srcOrd="0" destOrd="0" presId="urn:microsoft.com/office/officeart/2005/8/layout/orgChart1"/>
    <dgm:cxn modelId="{88799689-FE24-4528-90AE-84123C02B054}" type="presOf" srcId="{F2977D21-D2E3-4B06-BE81-354E3ABB2331}" destId="{E035EFA9-1443-46B7-BE6B-B30C38B82798}" srcOrd="0" destOrd="0" presId="urn:microsoft.com/office/officeart/2005/8/layout/orgChart1"/>
    <dgm:cxn modelId="{7191B28A-C40B-44AE-93C6-4CB1CE126D71}" srcId="{B2B0779F-C991-4A30-B2A5-26EB819E8588}" destId="{AFFEFE26-1A48-4BCF-B882-6A399498FF40}" srcOrd="0" destOrd="0" parTransId="{5940C9E4-DF53-4C9D-8516-FA079ECC3EDD}" sibTransId="{09F80746-04BD-4444-96BE-4D7700A7341D}"/>
    <dgm:cxn modelId="{D3A2788B-B0F5-4075-8B53-92402A9E9E35}" type="presOf" srcId="{2F026A11-51F4-453D-94A0-5CFE7A8B6A0D}" destId="{22A209AE-D313-45B2-AB90-FDC5E1DFDF7D}" srcOrd="0" destOrd="0" presId="urn:microsoft.com/office/officeart/2005/8/layout/orgChart1"/>
    <dgm:cxn modelId="{EB3AFB8B-472C-49AE-9E79-3D647FD1D804}" srcId="{48EB14A6-A71D-4680-9FD5-B7F424640AB9}" destId="{5CDE0E0B-68DD-4632-AE6E-93CD0593E7BB}" srcOrd="0" destOrd="0" parTransId="{97F0357B-8EF7-4B06-8327-6525804761C7}" sibTransId="{175A5E47-0916-415C-85E9-737E1F2D3B36}"/>
    <dgm:cxn modelId="{C9BC1B8E-CF44-479E-937C-976983C17702}" type="presOf" srcId="{0C1D30D8-F908-4C8A-A3F6-159F3EEBDE6E}" destId="{2A1C2646-1CF6-4F70-ACF0-7837D08EF7BA}" srcOrd="1" destOrd="0" presId="urn:microsoft.com/office/officeart/2005/8/layout/orgChart1"/>
    <dgm:cxn modelId="{0A92FD8E-B715-4EB0-A397-C8F639EC3D95}" type="presOf" srcId="{FAE37953-03FD-4093-9EE9-DE078E21D8C5}" destId="{1FE756C3-76AF-487F-926F-2DDC8B27C39C}" srcOrd="0" destOrd="0" presId="urn:microsoft.com/office/officeart/2005/8/layout/orgChart1"/>
    <dgm:cxn modelId="{B46C038F-5A4B-4471-A935-D598A079E9C9}" type="presOf" srcId="{55F27E72-2D09-4DB0-A4E2-6B71B59FACFC}" destId="{8B84D89D-60C4-4DB0-94E3-E6C9A7EE7AA1}" srcOrd="0" destOrd="0" presId="urn:microsoft.com/office/officeart/2005/8/layout/orgChart1"/>
    <dgm:cxn modelId="{A2803992-CF93-4101-BEBD-B66270EE06F8}" type="presOf" srcId="{20279A92-D93A-4A35-88C6-3BC5627A257D}" destId="{F2997D5F-4092-4F1D-B540-9DF1E3EC604C}" srcOrd="1" destOrd="0" presId="urn:microsoft.com/office/officeart/2005/8/layout/orgChart1"/>
    <dgm:cxn modelId="{F41E3495-5ACD-4CCA-82D7-1697A0831864}" type="presOf" srcId="{899A8165-331C-46C2-AE90-FA97438A7601}" destId="{50F6BBE1-7063-4B91-A327-A154940F4E15}" srcOrd="0" destOrd="0" presId="urn:microsoft.com/office/officeart/2005/8/layout/orgChart1"/>
    <dgm:cxn modelId="{90EACA95-28D9-4C73-B1ED-5C73489A9A6A}" type="presOf" srcId="{AFFEFE26-1A48-4BCF-B882-6A399498FF40}" destId="{0E8CEE67-258A-4557-BBD7-5CB0D95EBAD1}" srcOrd="0" destOrd="0" presId="urn:microsoft.com/office/officeart/2005/8/layout/orgChart1"/>
    <dgm:cxn modelId="{49F96A96-CCBC-4B65-B0AA-1C91CADFCFEF}" type="presOf" srcId="{DFBBB51D-CC6C-4CA3-96D0-7D1E5BDF03C8}" destId="{76BDB879-18DB-4FB4-9B13-133FCD4FE121}" srcOrd="0" destOrd="0" presId="urn:microsoft.com/office/officeart/2005/8/layout/orgChart1"/>
    <dgm:cxn modelId="{5C8CB496-D741-428D-AF5D-454F3E4A36A2}" type="presOf" srcId="{F008506A-B6E1-435E-813E-7120B4F3133B}" destId="{859B0B1F-8547-49D3-A729-AEDA1597C9AE}" srcOrd="0" destOrd="0" presId="urn:microsoft.com/office/officeart/2005/8/layout/orgChart1"/>
    <dgm:cxn modelId="{8EE5FE96-7A10-40C4-B817-CDF03F0C4C7A}" type="presOf" srcId="{B23186E5-BE4A-4741-9371-781F7A850809}" destId="{94D16B47-2DE7-4945-B502-020DED9E8EC6}" srcOrd="0" destOrd="0" presId="urn:microsoft.com/office/officeart/2005/8/layout/orgChart1"/>
    <dgm:cxn modelId="{81191499-E3B4-40ED-89C2-914684335629}" type="presOf" srcId="{0EABA36A-66E8-44F1-8DB2-7D31948022A9}" destId="{62D0BCBB-85CF-43FD-B46B-1F634EEFD3CA}" srcOrd="0" destOrd="0" presId="urn:microsoft.com/office/officeart/2005/8/layout/orgChart1"/>
    <dgm:cxn modelId="{71648A99-EF19-4AFA-AC1C-775FB9EF454A}" type="presOf" srcId="{48CE8A16-3288-4668-AB3D-8478FC5CEA0B}" destId="{C53C3A83-6907-44E9-8E49-B1866D92D25D}" srcOrd="1" destOrd="0" presId="urn:microsoft.com/office/officeart/2005/8/layout/orgChart1"/>
    <dgm:cxn modelId="{4D3C4C9D-D7DE-4569-8DF4-98A512E4ED45}" type="presOf" srcId="{F80633C3-2B6B-4625-9A16-94BF7CC09CB8}" destId="{64317277-D5C0-42AB-9459-6A742A75D755}" srcOrd="1" destOrd="0" presId="urn:microsoft.com/office/officeart/2005/8/layout/orgChart1"/>
    <dgm:cxn modelId="{B1490F9E-16D1-4F1A-BBF6-0403A9D8932D}" type="presOf" srcId="{D3E585C3-1DCA-4AD8-A328-C1F219C85415}" destId="{9813EE99-C6E9-4A06-B82C-3FCB53E7094D}" srcOrd="0" destOrd="0" presId="urn:microsoft.com/office/officeart/2005/8/layout/orgChart1"/>
    <dgm:cxn modelId="{651E079F-7B7C-4AFE-A3A7-8C4A3CEEFCDF}" srcId="{6FD07233-2FB4-4ABE-BB34-FBB55A12329E}" destId="{C581AB88-FAD5-4410-A526-984F14BACB23}" srcOrd="0" destOrd="0" parTransId="{42D23BBD-6015-410D-819F-EC45370CDF71}" sibTransId="{BAEAD040-7863-42DF-B96E-F9176870B889}"/>
    <dgm:cxn modelId="{F0C9B99F-3E69-4EC7-9CF4-8DD8B7C64404}" type="presOf" srcId="{3E3C78CE-0FEE-4B82-9CF0-49F6CF9ABD17}" destId="{B46FAC71-6DE8-46A1-A56F-00CE2A2D898D}" srcOrd="1" destOrd="0" presId="urn:microsoft.com/office/officeart/2005/8/layout/orgChart1"/>
    <dgm:cxn modelId="{1127CCA1-3B26-4BCB-813B-EED7B5EC88D1}" type="presOf" srcId="{42D23BBD-6015-410D-819F-EC45370CDF71}" destId="{5A70E395-4D53-4224-83F6-2C7527AFE056}" srcOrd="0" destOrd="0" presId="urn:microsoft.com/office/officeart/2005/8/layout/orgChart1"/>
    <dgm:cxn modelId="{2D68ADA4-83F0-4C6B-82EA-4B6297380F6A}" type="presOf" srcId="{99000099-847A-4551-93F4-DD28FB5848BE}" destId="{7C0DB78F-C289-484F-B7C0-28FAD30CA4DB}" srcOrd="1" destOrd="0" presId="urn:microsoft.com/office/officeart/2005/8/layout/orgChart1"/>
    <dgm:cxn modelId="{97A6FDA4-EE0E-4130-A1D6-DE65BF358448}" type="presOf" srcId="{9EBB46D3-B154-4CEF-9782-BCADED663C5C}" destId="{92A9779B-728F-4545-911E-99B389D6D6A8}" srcOrd="0" destOrd="0" presId="urn:microsoft.com/office/officeart/2005/8/layout/orgChart1"/>
    <dgm:cxn modelId="{83890EA6-7C8E-4162-ACFB-63AFEE946F06}" srcId="{C6BE5941-FBDE-4E25-8395-8EBB472FCA47}" destId="{AE53C0C0-9D85-4495-BF67-9089C1FAECB0}" srcOrd="0" destOrd="0" parTransId="{DD8A694A-6814-4458-A62E-2A456B437288}" sibTransId="{1B2FDBBC-4268-485A-ABAC-3A79F731DCFC}"/>
    <dgm:cxn modelId="{92E666A9-EF7C-41FD-9E99-2C8795C12D30}" type="presOf" srcId="{84D971B6-41F3-491C-9FB5-1785C9273124}" destId="{A526DB2C-ECE7-46D2-90AA-28BD79B2F3E1}" srcOrd="0" destOrd="0" presId="urn:microsoft.com/office/officeart/2005/8/layout/orgChart1"/>
    <dgm:cxn modelId="{B46DE4A9-E0AA-4E57-BE4E-01FEDFBD4E3C}" type="presOf" srcId="{C581AB88-FAD5-4410-A526-984F14BACB23}" destId="{D6F51E61-5957-4098-84F8-1B04029143EC}" srcOrd="0" destOrd="0" presId="urn:microsoft.com/office/officeart/2005/8/layout/orgChart1"/>
    <dgm:cxn modelId="{89D81CAC-97CF-4415-B49C-EA7F72BDFF69}" type="presOf" srcId="{E9E41F7F-FDD4-45EA-86C0-D04E6814B1BB}" destId="{02CEF501-6086-4CFF-A544-8E16A0AB2636}" srcOrd="0" destOrd="0" presId="urn:microsoft.com/office/officeart/2005/8/layout/orgChart1"/>
    <dgm:cxn modelId="{91EC87AC-193D-47F4-8B35-81C949FB4D99}" srcId="{30DFFBFA-B3D4-4814-AC6E-293B436F7C23}" destId="{F2977D21-D2E3-4B06-BE81-354E3ABB2331}" srcOrd="0" destOrd="0" parTransId="{55F27E72-2D09-4DB0-A4E2-6B71B59FACFC}" sibTransId="{E3DF4FD6-7FB5-4A07-8628-16D4396655F6}"/>
    <dgm:cxn modelId="{42F34BAF-EE6E-4276-B8B2-F437364BBD18}" type="presOf" srcId="{6FD07233-2FB4-4ABE-BB34-FBB55A12329E}" destId="{D9252FC0-62E7-49A7-A8CA-C6B6083FF989}" srcOrd="1" destOrd="0" presId="urn:microsoft.com/office/officeart/2005/8/layout/orgChart1"/>
    <dgm:cxn modelId="{97343BB0-B6D2-4134-847C-8411C7E0FCC3}" type="presOf" srcId="{320811AA-4DDC-4BB8-B059-D00621098F2E}" destId="{B8C77AE1-BF5E-49D2-AEFB-9907BD0D55E7}" srcOrd="0" destOrd="0" presId="urn:microsoft.com/office/officeart/2005/8/layout/orgChart1"/>
    <dgm:cxn modelId="{46EA94B1-6F16-42DA-AF3F-765670AA340A}" type="presOf" srcId="{AFFEFE26-1A48-4BCF-B882-6A399498FF40}" destId="{AD1AEE40-3AA7-4837-97D3-1D53ABAD81F7}" srcOrd="1" destOrd="0" presId="urn:microsoft.com/office/officeart/2005/8/layout/orgChart1"/>
    <dgm:cxn modelId="{3BB494B3-D87B-413A-8357-83F18CE7FA78}" type="presOf" srcId="{5940C9E4-DF53-4C9D-8516-FA079ECC3EDD}" destId="{BA0B7311-BB46-497F-A395-694519328287}" srcOrd="0" destOrd="0" presId="urn:microsoft.com/office/officeart/2005/8/layout/orgChart1"/>
    <dgm:cxn modelId="{69FA3EB4-6FCA-4C1A-8A61-F4BCC69D008A}" type="presOf" srcId="{B2B0779F-C991-4A30-B2A5-26EB819E8588}" destId="{082BB46C-076C-417E-BCE2-577BA44B478E}" srcOrd="1" destOrd="0" presId="urn:microsoft.com/office/officeart/2005/8/layout/orgChart1"/>
    <dgm:cxn modelId="{005C72B5-569F-43A7-A9DD-C67EA59D6AB0}" type="presOf" srcId="{F10B7110-AEF5-411B-B3AF-1220311D5737}" destId="{CCAB8C7E-AB50-461F-9C06-F25DF5BE304E}" srcOrd="1" destOrd="0" presId="urn:microsoft.com/office/officeart/2005/8/layout/orgChart1"/>
    <dgm:cxn modelId="{90CB90B6-F257-4AB5-8828-2F88303A19D2}" type="presOf" srcId="{BE6F211F-E543-4334-A8D9-423EDD0ED059}" destId="{4C1C6F6A-479A-430C-ADBD-17D92EF69751}" srcOrd="1" destOrd="0" presId="urn:microsoft.com/office/officeart/2005/8/layout/orgChart1"/>
    <dgm:cxn modelId="{5628D2B6-7037-4F0F-A88A-7ACBD5D5EEEE}" srcId="{899A8165-331C-46C2-AE90-FA97438A7601}" destId="{BE6F211F-E543-4334-A8D9-423EDD0ED059}" srcOrd="2" destOrd="0" parTransId="{8349EBE0-16F3-4030-8DFA-3A5BDB530CE0}" sibTransId="{23D42E20-6D19-43E1-82C5-9CF9146DD81A}"/>
    <dgm:cxn modelId="{D3818BB7-878E-4695-B412-A2F4DFA0EACC}" srcId="{0C1D30D8-F908-4C8A-A3F6-159F3EEBDE6E}" destId="{C626F991-290C-4E22-9F3D-F986A8A447F0}" srcOrd="0" destOrd="0" parTransId="{B23716CF-3D94-4B47-A6E1-E19AD49E62BC}" sibTransId="{E86E8843-2973-4ECA-8EC4-0AE2B41B1B63}"/>
    <dgm:cxn modelId="{8CF000B8-F630-4E15-A3B4-6D46DAF8849B}" type="presOf" srcId="{31E3E2CA-B6F2-46F7-AD33-54412D8ADB28}" destId="{F60917AA-2AEB-454B-B94E-4557218F0552}" srcOrd="1" destOrd="0" presId="urn:microsoft.com/office/officeart/2005/8/layout/orgChart1"/>
    <dgm:cxn modelId="{5D40CCB8-D742-44A6-8A93-C7264B302AFB}" srcId="{3E3C78CE-0FEE-4B82-9CF0-49F6CF9ABD17}" destId="{2B0BD40D-643C-4C9F-ABD9-D11922F884B1}" srcOrd="0" destOrd="0" parTransId="{F008506A-B6E1-435E-813E-7120B4F3133B}" sibTransId="{8D2C8C76-5A65-490F-A50B-110492BB01F2}"/>
    <dgm:cxn modelId="{50C1A7B9-BDB7-4255-953A-5E01FA98A5DF}" type="presOf" srcId="{5C27C4D4-71EF-4CE5-992E-352B19F5BEA3}" destId="{8043C4A2-0F79-4646-9409-F83D538636FB}" srcOrd="0" destOrd="0" presId="urn:microsoft.com/office/officeart/2005/8/layout/orgChart1"/>
    <dgm:cxn modelId="{2510DDB9-80B9-42A3-9964-7E165DE5A2E6}" type="presOf" srcId="{6FD07233-2FB4-4ABE-BB34-FBB55A12329E}" destId="{A38165C0-F7F0-4DFF-BA19-31B0C5F44A62}" srcOrd="0" destOrd="0" presId="urn:microsoft.com/office/officeart/2005/8/layout/orgChart1"/>
    <dgm:cxn modelId="{17C80EBA-A4EE-4450-9E1B-0F8B76AB5E96}" type="presOf" srcId="{6E693CEA-BDD1-4FFA-B368-26D10F260FF9}" destId="{EFCFA82D-03D0-40CA-B95A-FCA9BA23D7E6}" srcOrd="0" destOrd="0" presId="urn:microsoft.com/office/officeart/2005/8/layout/orgChart1"/>
    <dgm:cxn modelId="{70C53FBB-E5A9-4B6E-BC97-D1B578155A23}" srcId="{AE53C0C0-9D85-4495-BF67-9089C1FAECB0}" destId="{6FD07233-2FB4-4ABE-BB34-FBB55A12329E}" srcOrd="0" destOrd="0" parTransId="{69171E61-FB73-4464-AD67-B3829AC7B627}" sibTransId="{5D1D6070-54AF-4281-B7B3-34FDC264A78D}"/>
    <dgm:cxn modelId="{4BE154C3-611C-44DD-BD71-AB0C30BE399C}" type="presOf" srcId="{C626F991-290C-4E22-9F3D-F986A8A447F0}" destId="{7D90BA5C-4C50-4B12-A7FA-B16CD689E837}" srcOrd="0" destOrd="0" presId="urn:microsoft.com/office/officeart/2005/8/layout/orgChart1"/>
    <dgm:cxn modelId="{7E9BE2C4-8086-4C19-A445-C8151C40FE2F}" type="presOf" srcId="{C6BE5941-FBDE-4E25-8395-8EBB472FCA47}" destId="{0BFB558D-3DD5-4A95-9ED3-8784BA1B890E}" srcOrd="0" destOrd="0" presId="urn:microsoft.com/office/officeart/2005/8/layout/orgChart1"/>
    <dgm:cxn modelId="{36B133C9-15BF-4B26-B1E2-F8285A9E9BD6}" type="presOf" srcId="{30DFFBFA-B3D4-4814-AC6E-293B436F7C23}" destId="{A02C697D-572D-4055-BBC3-B71FB9B2C0AA}" srcOrd="1" destOrd="0" presId="urn:microsoft.com/office/officeart/2005/8/layout/orgChart1"/>
    <dgm:cxn modelId="{BA2EBDCD-22DB-4727-91CF-EB70EFD18B8E}" type="presOf" srcId="{4DDBAA08-D810-4872-9B6B-7F4F48D1726E}" destId="{FD868A5A-7209-4A01-B9CB-E07ADB10D763}" srcOrd="0" destOrd="0" presId="urn:microsoft.com/office/officeart/2005/8/layout/orgChart1"/>
    <dgm:cxn modelId="{DE4C27CF-AE3C-49E0-BAC6-027A73CF7521}" type="presOf" srcId="{F4752A9F-614C-4B11-A71B-B07EDF28606E}" destId="{EF81CA15-0D7C-4218-BF22-9E8C1877C38E}" srcOrd="1" destOrd="0" presId="urn:microsoft.com/office/officeart/2005/8/layout/orgChart1"/>
    <dgm:cxn modelId="{D42027D0-AAEA-4C9E-8DA1-63848D2EC24B}" type="presOf" srcId="{48EB14A6-A71D-4680-9FD5-B7F424640AB9}" destId="{BDDF3EBA-9DAF-40AB-93F3-B6D7EDB9D964}" srcOrd="0" destOrd="0" presId="urn:microsoft.com/office/officeart/2005/8/layout/orgChart1"/>
    <dgm:cxn modelId="{C452CCD0-A651-43AF-8134-2F57D31E4226}" type="presOf" srcId="{3E3C78CE-0FEE-4B82-9CF0-49F6CF9ABD17}" destId="{2B94C5B1-E8C6-4181-9EED-A05D7ADC683D}" srcOrd="0" destOrd="0" presId="urn:microsoft.com/office/officeart/2005/8/layout/orgChart1"/>
    <dgm:cxn modelId="{C37E5ED2-2348-4F9A-A6D4-B314777364EE}" type="presOf" srcId="{48EB14A6-A71D-4680-9FD5-B7F424640AB9}" destId="{409A2040-86A4-499A-ACA1-D2399C4B65EC}" srcOrd="1" destOrd="0" presId="urn:microsoft.com/office/officeart/2005/8/layout/orgChart1"/>
    <dgm:cxn modelId="{E26842D4-6848-47D3-825A-B92BB3687205}" type="presOf" srcId="{69171E61-FB73-4464-AD67-B3829AC7B627}" destId="{42744CF3-B333-4AC9-8CAE-9B815E357D8D}" srcOrd="0" destOrd="0" presId="urn:microsoft.com/office/officeart/2005/8/layout/orgChart1"/>
    <dgm:cxn modelId="{1196ACD6-4141-4DD3-918C-CC549C93AF0D}" srcId="{C626F991-290C-4E22-9F3D-F986A8A447F0}" destId="{3E3C78CE-0FEE-4B82-9CF0-49F6CF9ABD17}" srcOrd="0" destOrd="0" parTransId="{12767AF4-A81C-4525-885D-30570D5840B0}" sibTransId="{71DD53E7-8720-4CC8-A2E6-D2F42B40CF08}"/>
    <dgm:cxn modelId="{442863D9-F942-456F-A8E8-9D6040ABDBB9}" type="presOf" srcId="{76193913-AD0A-441E-8173-FBB57DDAF1B9}" destId="{D2F29C75-8165-49EE-AC9E-AEC2FFF1F7A3}" srcOrd="1" destOrd="0" presId="urn:microsoft.com/office/officeart/2005/8/layout/orgChart1"/>
    <dgm:cxn modelId="{4825C1DD-9BF5-48BE-B47A-E50D989644A3}" srcId="{50A3250A-73B0-40EC-8632-F8BBA3B64196}" destId="{C6BE5941-FBDE-4E25-8395-8EBB472FCA47}" srcOrd="0" destOrd="0" parTransId="{9EBB46D3-B154-4CEF-9782-BCADED663C5C}" sibTransId="{C41D4A4E-13C2-46AE-B15D-8160CBD54520}"/>
    <dgm:cxn modelId="{7F400ADE-B59F-45BE-A41D-7B1F2213F166}" srcId="{BE6F211F-E543-4334-A8D9-423EDD0ED059}" destId="{B2B0779F-C991-4A30-B2A5-26EB819E8588}" srcOrd="0" destOrd="0" parTransId="{40F5806A-C561-41AC-AEE4-85E17AD2B018}" sibTransId="{1FCAA173-67E1-46DA-9DA6-BE096FFFF74D}"/>
    <dgm:cxn modelId="{771391DE-84B5-42E7-8879-421D2D8B56C7}" srcId="{899A8165-331C-46C2-AE90-FA97438A7601}" destId="{0C1D30D8-F908-4C8A-A3F6-159F3EEBDE6E}" srcOrd="1" destOrd="0" parTransId="{DA2AB4D4-E4C8-434F-AE88-D75A12227AB1}" sibTransId="{E405E336-95BD-459E-8952-6973E33BB96C}"/>
    <dgm:cxn modelId="{C2C9B3DE-2481-4B1C-AEBB-09D6D572C933}" srcId="{F80633C3-2B6B-4625-9A16-94BF7CC09CB8}" destId="{50A3250A-73B0-40EC-8632-F8BBA3B64196}" srcOrd="0" destOrd="0" parTransId="{04B02231-8A50-4950-94AA-F9D624BF4899}" sibTransId="{6FB0B7E7-B1C0-40A0-9A83-CF08797B0141}"/>
    <dgm:cxn modelId="{DAC64EE0-8887-4591-9BA1-11AF94B1164D}" type="presOf" srcId="{86076D65-141E-4A74-8A95-D6083909F37B}" destId="{32EB1BFD-3392-43B0-B975-39DCF1A33896}" srcOrd="0" destOrd="0" presId="urn:microsoft.com/office/officeart/2005/8/layout/orgChart1"/>
    <dgm:cxn modelId="{290B1CE1-EB41-4948-A962-3A4437181968}" type="presOf" srcId="{31E3E2CA-B6F2-46F7-AD33-54412D8ADB28}" destId="{165F2FE1-03D5-4CB3-A56B-F5ADF9AF3F90}" srcOrd="0" destOrd="0" presId="urn:microsoft.com/office/officeart/2005/8/layout/orgChart1"/>
    <dgm:cxn modelId="{20D860E5-4798-4CDE-A006-5E321B4E5C6D}" type="presOf" srcId="{461B1A10-7CB8-40D0-8C84-BEDA26D38B84}" destId="{D8303BF7-02BE-4F0F-AB4A-E6DE81BF0D8A}" srcOrd="0" destOrd="0" presId="urn:microsoft.com/office/officeart/2005/8/layout/orgChart1"/>
    <dgm:cxn modelId="{A710CDE5-24C3-4382-A3C3-0082ECC64B06}" type="presOf" srcId="{50A3250A-73B0-40EC-8632-F8BBA3B64196}" destId="{527E211A-D0E3-4367-9AE2-39BCC76D4830}" srcOrd="0" destOrd="0" presId="urn:microsoft.com/office/officeart/2005/8/layout/orgChart1"/>
    <dgm:cxn modelId="{A62DC7E9-1530-4D3A-9781-87C0E00CAA54}" srcId="{0C1D30D8-F908-4C8A-A3F6-159F3EEBDE6E}" destId="{48CE8A16-3288-4668-AB3D-8478FC5CEA0B}" srcOrd="2" destOrd="0" parTransId="{86076D65-141E-4A74-8A95-D6083909F37B}" sibTransId="{E82C822D-2788-4554-B9FD-B94DC6CEE813}"/>
    <dgm:cxn modelId="{79EBF7EF-1B74-42EE-9F58-BCA7DFDDBB6D}" type="presOf" srcId="{20279A92-D93A-4A35-88C6-3BC5627A257D}" destId="{49790478-BFA8-4286-9A8D-9A84A466CECC}" srcOrd="0" destOrd="0" presId="urn:microsoft.com/office/officeart/2005/8/layout/orgChart1"/>
    <dgm:cxn modelId="{226819F0-7197-4928-B860-B90ABA3D754E}" srcId="{5CDE0E0B-68DD-4632-AE6E-93CD0593E7BB}" destId="{76193913-AD0A-441E-8173-FBB57DDAF1B9}" srcOrd="0" destOrd="0" parTransId="{D3E585C3-1DCA-4AD8-A328-C1F219C85415}" sibTransId="{D18637FF-15B2-4D22-8CF0-FE6893FC8CC9}"/>
    <dgm:cxn modelId="{E72D19F6-212A-4EA6-9D28-73FC721D623B}" type="presOf" srcId="{644EB1CB-7170-4A61-B37D-1245278C8C25}" destId="{DC9E738C-705E-4B06-8419-41D47EF9899B}" srcOrd="0" destOrd="0" presId="urn:microsoft.com/office/officeart/2005/8/layout/orgChart1"/>
    <dgm:cxn modelId="{AD1249F6-0767-4ED2-BE5C-172524154930}" srcId="{0C1D30D8-F908-4C8A-A3F6-159F3EEBDE6E}" destId="{4DDBAA08-D810-4872-9B6B-7F4F48D1726E}" srcOrd="3" destOrd="0" parTransId="{F5ED9C99-51D1-4725-B3D2-BB349495D8D9}" sibTransId="{FC328C8B-8BCF-4B8C-AA0D-9475BE1685B1}"/>
    <dgm:cxn modelId="{799460F9-6B07-46CA-B08D-0F8B6D6E28E7}" type="presOf" srcId="{12767AF4-A81C-4525-885D-30570D5840B0}" destId="{009F878B-1635-4E8C-A16E-993E77040FC7}" srcOrd="0" destOrd="0" presId="urn:microsoft.com/office/officeart/2005/8/layout/orgChart1"/>
    <dgm:cxn modelId="{93C079FC-826D-4C43-9261-07B0D91B38D1}" type="presOf" srcId="{4E49F506-B031-4001-83FC-8BFB13B4E784}" destId="{A8B33226-098B-4B9E-9691-6ACA946B0D75}" srcOrd="0" destOrd="0" presId="urn:microsoft.com/office/officeart/2005/8/layout/orgChart1"/>
    <dgm:cxn modelId="{E1B909FD-2AF7-4DFB-8AD7-AFC45270CA61}" srcId="{B23186E5-BE4A-4741-9371-781F7A850809}" destId="{48EB14A6-A71D-4680-9FD5-B7F424640AB9}" srcOrd="0" destOrd="0" parTransId="{E9E41F7F-FDD4-45EA-86C0-D04E6814B1BB}" sibTransId="{438A778B-2E5F-40C0-8D2C-8CDDA19A0D4A}"/>
    <dgm:cxn modelId="{34B1ADFF-A5B6-4154-97DC-630FC66D979D}" srcId="{644EB1CB-7170-4A61-B37D-1245278C8C25}" destId="{F10B7110-AEF5-411B-B3AF-1220311D5737}" srcOrd="0" destOrd="0" parTransId="{E8F06203-5848-4243-A397-F23B49F5B3FB}" sibTransId="{D1081A7F-1AA2-4847-B90D-5593A46A7CAD}"/>
    <dgm:cxn modelId="{30593688-EBDA-4A05-A45C-234EA7F07836}" type="presParOf" srcId="{932FECE8-48A4-4F19-92BC-DA92DA4FED7D}" destId="{9AF9B59F-DBB3-466E-A461-028DBC13FDF0}" srcOrd="0" destOrd="0" presId="urn:microsoft.com/office/officeart/2005/8/layout/orgChart1"/>
    <dgm:cxn modelId="{6EC806B0-6985-48DE-B6F0-07CC89E8BDA4}" type="presParOf" srcId="{9AF9B59F-DBB3-466E-A461-028DBC13FDF0}" destId="{49A214F7-22C3-49D7-8C08-2D2E7F6E1F96}" srcOrd="0" destOrd="0" presId="urn:microsoft.com/office/officeart/2005/8/layout/orgChart1"/>
    <dgm:cxn modelId="{CE2135B3-CCD8-45C7-8132-303F1F7C88E6}" type="presParOf" srcId="{49A214F7-22C3-49D7-8C08-2D2E7F6E1F96}" destId="{50F6BBE1-7063-4B91-A327-A154940F4E15}" srcOrd="0" destOrd="0" presId="urn:microsoft.com/office/officeart/2005/8/layout/orgChart1"/>
    <dgm:cxn modelId="{B048471A-C8A3-4148-9B87-E1461E6C530F}" type="presParOf" srcId="{49A214F7-22C3-49D7-8C08-2D2E7F6E1F96}" destId="{D1FCD292-8609-40FE-8E30-E12CD78E6C6A}" srcOrd="1" destOrd="0" presId="urn:microsoft.com/office/officeart/2005/8/layout/orgChart1"/>
    <dgm:cxn modelId="{D6B31556-990E-43DC-92D9-A5D9F3AF3952}" type="presParOf" srcId="{9AF9B59F-DBB3-466E-A461-028DBC13FDF0}" destId="{E8D2EBBC-9D49-4A21-A43E-E0A70E0AF1DB}" srcOrd="1" destOrd="0" presId="urn:microsoft.com/office/officeart/2005/8/layout/orgChart1"/>
    <dgm:cxn modelId="{C23F4B42-8747-4002-BCF2-3B51587BD4E8}" type="presParOf" srcId="{E8D2EBBC-9D49-4A21-A43E-E0A70E0AF1DB}" destId="{A130C031-1AB6-4BFB-9034-7870294C87FC}" srcOrd="0" destOrd="0" presId="urn:microsoft.com/office/officeart/2005/8/layout/orgChart1"/>
    <dgm:cxn modelId="{3A42AA24-C7FE-4380-AD45-D110A9C39D2C}" type="presParOf" srcId="{E8D2EBBC-9D49-4A21-A43E-E0A70E0AF1DB}" destId="{F09765F6-C05E-449A-9665-9B14278CF8D5}" srcOrd="1" destOrd="0" presId="urn:microsoft.com/office/officeart/2005/8/layout/orgChart1"/>
    <dgm:cxn modelId="{488B3F1F-68B3-4B64-9CE3-8266540C140E}" type="presParOf" srcId="{F09765F6-C05E-449A-9665-9B14278CF8D5}" destId="{292C7B55-EAF6-40CC-A3C8-860A3EF07FED}" srcOrd="0" destOrd="0" presId="urn:microsoft.com/office/officeart/2005/8/layout/orgChart1"/>
    <dgm:cxn modelId="{1491D6B2-EF93-45F6-A5A9-EED0FB874502}" type="presParOf" srcId="{292C7B55-EAF6-40CC-A3C8-860A3EF07FED}" destId="{0B9A53D2-3F11-4633-B753-A60F88B0BECF}" srcOrd="0" destOrd="0" presId="urn:microsoft.com/office/officeart/2005/8/layout/orgChart1"/>
    <dgm:cxn modelId="{2B2A91AD-A80F-47FD-927F-614FF0082BCE}" type="presParOf" srcId="{292C7B55-EAF6-40CC-A3C8-860A3EF07FED}" destId="{8AE96DF7-8916-47E8-BA7F-A673AC62CC61}" srcOrd="1" destOrd="0" presId="urn:microsoft.com/office/officeart/2005/8/layout/orgChart1"/>
    <dgm:cxn modelId="{42A18511-D950-4D64-9C36-8E4D952ED981}" type="presParOf" srcId="{F09765F6-C05E-449A-9665-9B14278CF8D5}" destId="{872F22E9-5FE4-49F6-ABB2-96C1E9E93F5C}" srcOrd="1" destOrd="0" presId="urn:microsoft.com/office/officeart/2005/8/layout/orgChart1"/>
    <dgm:cxn modelId="{81D6CD3D-9CB2-472A-BEC4-DF6D5B7D84B3}" type="presParOf" srcId="{872F22E9-5FE4-49F6-ABB2-96C1E9E93F5C}" destId="{06051415-0541-4FF9-AEEA-30A6A11B8B87}" srcOrd="0" destOrd="0" presId="urn:microsoft.com/office/officeart/2005/8/layout/orgChart1"/>
    <dgm:cxn modelId="{B87D77CF-C14D-427A-B625-1E30C403232E}" type="presParOf" srcId="{872F22E9-5FE4-49F6-ABB2-96C1E9E93F5C}" destId="{5C1BEF73-83EA-446E-AEFF-C4EE9859F48B}" srcOrd="1" destOrd="0" presId="urn:microsoft.com/office/officeart/2005/8/layout/orgChart1"/>
    <dgm:cxn modelId="{5107F4CD-A825-444F-9EC6-9A78349F8237}" type="presParOf" srcId="{5C1BEF73-83EA-446E-AEFF-C4EE9859F48B}" destId="{A2505E16-E6C0-4A3A-AAF3-1C46BC858A5B}" srcOrd="0" destOrd="0" presId="urn:microsoft.com/office/officeart/2005/8/layout/orgChart1"/>
    <dgm:cxn modelId="{E656FC12-AC11-4495-AE41-05316A5852D8}" type="presParOf" srcId="{A2505E16-E6C0-4A3A-AAF3-1C46BC858A5B}" destId="{94D16B47-2DE7-4945-B502-020DED9E8EC6}" srcOrd="0" destOrd="0" presId="urn:microsoft.com/office/officeart/2005/8/layout/orgChart1"/>
    <dgm:cxn modelId="{390B2773-791D-48EB-A755-9F06DDF73B1C}" type="presParOf" srcId="{A2505E16-E6C0-4A3A-AAF3-1C46BC858A5B}" destId="{75B96AF0-6296-4541-98DE-92CACAF1A021}" srcOrd="1" destOrd="0" presId="urn:microsoft.com/office/officeart/2005/8/layout/orgChart1"/>
    <dgm:cxn modelId="{BF640216-950C-4B82-A83A-771089B1EB42}" type="presParOf" srcId="{5C1BEF73-83EA-446E-AEFF-C4EE9859F48B}" destId="{001F1C6E-2217-4B5A-91BD-71A1A8262D49}" srcOrd="1" destOrd="0" presId="urn:microsoft.com/office/officeart/2005/8/layout/orgChart1"/>
    <dgm:cxn modelId="{C5238433-7F90-433A-B5A4-6D76A39DDA91}" type="presParOf" srcId="{001F1C6E-2217-4B5A-91BD-71A1A8262D49}" destId="{02CEF501-6086-4CFF-A544-8E16A0AB2636}" srcOrd="0" destOrd="0" presId="urn:microsoft.com/office/officeart/2005/8/layout/orgChart1"/>
    <dgm:cxn modelId="{9A4D8036-FC4D-4368-81A8-04E0F53408AD}" type="presParOf" srcId="{001F1C6E-2217-4B5A-91BD-71A1A8262D49}" destId="{87B81490-C5B2-49C4-AA24-2A725BC44281}" srcOrd="1" destOrd="0" presId="urn:microsoft.com/office/officeart/2005/8/layout/orgChart1"/>
    <dgm:cxn modelId="{69456F95-EC09-44B1-A439-2FC0F0F42329}" type="presParOf" srcId="{87B81490-C5B2-49C4-AA24-2A725BC44281}" destId="{32C47F7E-925A-4C9A-ACE7-C595A239F667}" srcOrd="0" destOrd="0" presId="urn:microsoft.com/office/officeart/2005/8/layout/orgChart1"/>
    <dgm:cxn modelId="{E17329FB-0520-4385-99F8-31201061E435}" type="presParOf" srcId="{32C47F7E-925A-4C9A-ACE7-C595A239F667}" destId="{BDDF3EBA-9DAF-40AB-93F3-B6D7EDB9D964}" srcOrd="0" destOrd="0" presId="urn:microsoft.com/office/officeart/2005/8/layout/orgChart1"/>
    <dgm:cxn modelId="{5DFE2153-8A32-455C-BF8F-17A29AE4DB46}" type="presParOf" srcId="{32C47F7E-925A-4C9A-ACE7-C595A239F667}" destId="{409A2040-86A4-499A-ACA1-D2399C4B65EC}" srcOrd="1" destOrd="0" presId="urn:microsoft.com/office/officeart/2005/8/layout/orgChart1"/>
    <dgm:cxn modelId="{F2CEB720-BC36-4360-9054-0633C7195559}" type="presParOf" srcId="{87B81490-C5B2-49C4-AA24-2A725BC44281}" destId="{C6FCDD82-72AA-4135-B776-162235A9AF2F}" srcOrd="1" destOrd="0" presId="urn:microsoft.com/office/officeart/2005/8/layout/orgChart1"/>
    <dgm:cxn modelId="{D6647D12-6352-4305-930A-3E1BA86457B9}" type="presParOf" srcId="{C6FCDD82-72AA-4135-B776-162235A9AF2F}" destId="{B846D12F-2EE0-4362-9A61-4B781E49995B}" srcOrd="0" destOrd="0" presId="urn:microsoft.com/office/officeart/2005/8/layout/orgChart1"/>
    <dgm:cxn modelId="{75A2B837-5160-403F-8AD0-ED6A5A84682A}" type="presParOf" srcId="{C6FCDD82-72AA-4135-B776-162235A9AF2F}" destId="{FB50466E-7F70-471A-BEAF-3633325DB15E}" srcOrd="1" destOrd="0" presId="urn:microsoft.com/office/officeart/2005/8/layout/orgChart1"/>
    <dgm:cxn modelId="{88CBBC82-B334-4C9F-BD46-F8CCA7523CD9}" type="presParOf" srcId="{FB50466E-7F70-471A-BEAF-3633325DB15E}" destId="{A1CDEC8F-B6E1-4F49-B1A1-42D3407AB513}" srcOrd="0" destOrd="0" presId="urn:microsoft.com/office/officeart/2005/8/layout/orgChart1"/>
    <dgm:cxn modelId="{12635415-C5D5-4C38-81AD-8FCFA45F84C2}" type="presParOf" srcId="{A1CDEC8F-B6E1-4F49-B1A1-42D3407AB513}" destId="{1F8B1AF3-AACE-40DD-99F8-8D3CFF81703B}" srcOrd="0" destOrd="0" presId="urn:microsoft.com/office/officeart/2005/8/layout/orgChart1"/>
    <dgm:cxn modelId="{94F43C54-C640-4C25-9590-366C3B797C0D}" type="presParOf" srcId="{A1CDEC8F-B6E1-4F49-B1A1-42D3407AB513}" destId="{2F44B855-7622-409F-803E-D6E65718D557}" srcOrd="1" destOrd="0" presId="urn:microsoft.com/office/officeart/2005/8/layout/orgChart1"/>
    <dgm:cxn modelId="{FC72988F-2E46-480A-9CBE-16448C9AA631}" type="presParOf" srcId="{FB50466E-7F70-471A-BEAF-3633325DB15E}" destId="{CE65362A-5823-4129-AC5C-5984ABC1C60A}" srcOrd="1" destOrd="0" presId="urn:microsoft.com/office/officeart/2005/8/layout/orgChart1"/>
    <dgm:cxn modelId="{8B062B55-E709-44E7-98FC-B353A0F32D77}" type="presParOf" srcId="{CE65362A-5823-4129-AC5C-5984ABC1C60A}" destId="{9813EE99-C6E9-4A06-B82C-3FCB53E7094D}" srcOrd="0" destOrd="0" presId="urn:microsoft.com/office/officeart/2005/8/layout/orgChart1"/>
    <dgm:cxn modelId="{98831152-D076-4014-964F-FE834DA87634}" type="presParOf" srcId="{CE65362A-5823-4129-AC5C-5984ABC1C60A}" destId="{9070E1AE-D737-4BEF-9B56-080038C4360F}" srcOrd="1" destOrd="0" presId="urn:microsoft.com/office/officeart/2005/8/layout/orgChart1"/>
    <dgm:cxn modelId="{50004B39-24E0-4546-9731-3ADF6889DEF6}" type="presParOf" srcId="{9070E1AE-D737-4BEF-9B56-080038C4360F}" destId="{71668019-1480-4109-9626-38322056C51A}" srcOrd="0" destOrd="0" presId="urn:microsoft.com/office/officeart/2005/8/layout/orgChart1"/>
    <dgm:cxn modelId="{B783195B-C2B6-4A78-9F6C-6658F6836153}" type="presParOf" srcId="{71668019-1480-4109-9626-38322056C51A}" destId="{C6A0DA5E-B1EB-4006-8E61-A17C97522DDD}" srcOrd="0" destOrd="0" presId="urn:microsoft.com/office/officeart/2005/8/layout/orgChart1"/>
    <dgm:cxn modelId="{8BEB41DC-8BF9-42AE-8825-F259B83E3EFD}" type="presParOf" srcId="{71668019-1480-4109-9626-38322056C51A}" destId="{D2F29C75-8165-49EE-AC9E-AEC2FFF1F7A3}" srcOrd="1" destOrd="0" presId="urn:microsoft.com/office/officeart/2005/8/layout/orgChart1"/>
    <dgm:cxn modelId="{AE54B291-BECB-4C5E-BB1D-0A63A7BFF8CE}" type="presParOf" srcId="{9070E1AE-D737-4BEF-9B56-080038C4360F}" destId="{519F4A5A-AD02-41D8-AE09-42376822094B}" srcOrd="1" destOrd="0" presId="urn:microsoft.com/office/officeart/2005/8/layout/orgChart1"/>
    <dgm:cxn modelId="{A851310C-39A1-4D47-BADF-47F6DA6913D3}" type="presParOf" srcId="{9070E1AE-D737-4BEF-9B56-080038C4360F}" destId="{1F973A0A-0622-49E9-B771-AE016E99FF84}" srcOrd="2" destOrd="0" presId="urn:microsoft.com/office/officeart/2005/8/layout/orgChart1"/>
    <dgm:cxn modelId="{3B9618CB-B707-4F24-A731-E8FCB3896548}" type="presParOf" srcId="{FB50466E-7F70-471A-BEAF-3633325DB15E}" destId="{124D4941-9756-4824-827B-EDB18678FDB9}" srcOrd="2" destOrd="0" presId="urn:microsoft.com/office/officeart/2005/8/layout/orgChart1"/>
    <dgm:cxn modelId="{F9BE823C-C04D-4CD7-8285-73DEDE170675}" type="presParOf" srcId="{87B81490-C5B2-49C4-AA24-2A725BC44281}" destId="{6F131C4E-F918-45CA-9090-116483FF5723}" srcOrd="2" destOrd="0" presId="urn:microsoft.com/office/officeart/2005/8/layout/orgChart1"/>
    <dgm:cxn modelId="{96D50BF5-A3DC-4C8B-8B76-85BFB490FFC5}" type="presParOf" srcId="{5C1BEF73-83EA-446E-AEFF-C4EE9859F48B}" destId="{E170F1AF-3B83-43C2-8A97-0EAE4583669F}" srcOrd="2" destOrd="0" presId="urn:microsoft.com/office/officeart/2005/8/layout/orgChart1"/>
    <dgm:cxn modelId="{AB96D5AA-A297-4BF1-AC20-078A87FD31E1}" type="presParOf" srcId="{F09765F6-C05E-449A-9665-9B14278CF8D5}" destId="{04E8CAF6-465A-44A4-9D5E-EC62B8EBEF56}" srcOrd="2" destOrd="0" presId="urn:microsoft.com/office/officeart/2005/8/layout/orgChart1"/>
    <dgm:cxn modelId="{3A01F4CD-BEB8-418C-8A3C-9EE21E4B630B}" type="presParOf" srcId="{E8D2EBBC-9D49-4A21-A43E-E0A70E0AF1DB}" destId="{8A698377-6770-43A4-BC35-D9BA099C3FE4}" srcOrd="2" destOrd="0" presId="urn:microsoft.com/office/officeart/2005/8/layout/orgChart1"/>
    <dgm:cxn modelId="{F117E5C8-6563-447A-AE7C-AAE3F9961C64}" type="presParOf" srcId="{E8D2EBBC-9D49-4A21-A43E-E0A70E0AF1DB}" destId="{DEA2811A-95DD-4BB1-BB96-8EBF1A2E3E93}" srcOrd="3" destOrd="0" presId="urn:microsoft.com/office/officeart/2005/8/layout/orgChart1"/>
    <dgm:cxn modelId="{99E93883-04A9-4160-8EBD-4A7C98291514}" type="presParOf" srcId="{DEA2811A-95DD-4BB1-BB96-8EBF1A2E3E93}" destId="{5BEC3F32-211D-42E3-BC15-30437AAECCC7}" srcOrd="0" destOrd="0" presId="urn:microsoft.com/office/officeart/2005/8/layout/orgChart1"/>
    <dgm:cxn modelId="{46ED32FC-FC07-4294-8D81-BC2E79CDA7E6}" type="presParOf" srcId="{5BEC3F32-211D-42E3-BC15-30437AAECCC7}" destId="{8B9B29BF-E0EE-4B5D-A02D-58E656BEEB82}" srcOrd="0" destOrd="0" presId="urn:microsoft.com/office/officeart/2005/8/layout/orgChart1"/>
    <dgm:cxn modelId="{2B375FD5-34C8-4874-8B9D-63716DB4D5AA}" type="presParOf" srcId="{5BEC3F32-211D-42E3-BC15-30437AAECCC7}" destId="{2A1C2646-1CF6-4F70-ACF0-7837D08EF7BA}" srcOrd="1" destOrd="0" presId="urn:microsoft.com/office/officeart/2005/8/layout/orgChart1"/>
    <dgm:cxn modelId="{AA4B4D00-A1A8-4DC0-BAE5-4BAF5772B3BF}" type="presParOf" srcId="{DEA2811A-95DD-4BB1-BB96-8EBF1A2E3E93}" destId="{F388C1C1-8A17-4101-A6EC-21A1C1CB85C3}" srcOrd="1" destOrd="0" presId="urn:microsoft.com/office/officeart/2005/8/layout/orgChart1"/>
    <dgm:cxn modelId="{F256226A-066A-4E9B-90A0-257C5825CC07}" type="presParOf" srcId="{F388C1C1-8A17-4101-A6EC-21A1C1CB85C3}" destId="{C34B57E7-7433-46BD-87DA-1BB9C5186E44}" srcOrd="0" destOrd="0" presId="urn:microsoft.com/office/officeart/2005/8/layout/orgChart1"/>
    <dgm:cxn modelId="{2F86804B-4D5A-4ACC-8DD3-0F141EA162AB}" type="presParOf" srcId="{F388C1C1-8A17-4101-A6EC-21A1C1CB85C3}" destId="{89B7162E-DFF0-4BDE-884F-94D0CEA25249}" srcOrd="1" destOrd="0" presId="urn:microsoft.com/office/officeart/2005/8/layout/orgChart1"/>
    <dgm:cxn modelId="{2FA62CF2-36CA-49F9-AF2E-30EFF419400C}" type="presParOf" srcId="{89B7162E-DFF0-4BDE-884F-94D0CEA25249}" destId="{FD8EDF99-B691-471E-9A14-40F1664BA5B8}" srcOrd="0" destOrd="0" presId="urn:microsoft.com/office/officeart/2005/8/layout/orgChart1"/>
    <dgm:cxn modelId="{BA1A55DB-5AE8-420A-B87C-EF29F171C088}" type="presParOf" srcId="{FD8EDF99-B691-471E-9A14-40F1664BA5B8}" destId="{7D90BA5C-4C50-4B12-A7FA-B16CD689E837}" srcOrd="0" destOrd="0" presId="urn:microsoft.com/office/officeart/2005/8/layout/orgChart1"/>
    <dgm:cxn modelId="{7C71D2D8-AA82-41DC-BDA2-204DF82F1D78}" type="presParOf" srcId="{FD8EDF99-B691-471E-9A14-40F1664BA5B8}" destId="{DE561203-B568-4B78-A0EF-45113C5981C1}" srcOrd="1" destOrd="0" presId="urn:microsoft.com/office/officeart/2005/8/layout/orgChart1"/>
    <dgm:cxn modelId="{1FE7F9E6-3AE3-4F58-85E3-87EB44D55790}" type="presParOf" srcId="{89B7162E-DFF0-4BDE-884F-94D0CEA25249}" destId="{663081EF-FAD7-404D-A8DE-98E4B1C22A3F}" srcOrd="1" destOrd="0" presId="urn:microsoft.com/office/officeart/2005/8/layout/orgChart1"/>
    <dgm:cxn modelId="{C4BBAC1D-37DD-4A54-8FA3-0E4A059A2B9E}" type="presParOf" srcId="{663081EF-FAD7-404D-A8DE-98E4B1C22A3F}" destId="{009F878B-1635-4E8C-A16E-993E77040FC7}" srcOrd="0" destOrd="0" presId="urn:microsoft.com/office/officeart/2005/8/layout/orgChart1"/>
    <dgm:cxn modelId="{6F4804E9-CC8F-42E0-B7EC-41971EDB0618}" type="presParOf" srcId="{663081EF-FAD7-404D-A8DE-98E4B1C22A3F}" destId="{F35DCDAC-FBED-4796-B5B1-7F86BAE620F7}" srcOrd="1" destOrd="0" presId="urn:microsoft.com/office/officeart/2005/8/layout/orgChart1"/>
    <dgm:cxn modelId="{98393AE2-78BE-48C0-9982-A7C990101788}" type="presParOf" srcId="{F35DCDAC-FBED-4796-B5B1-7F86BAE620F7}" destId="{45888EAE-F09B-4BA5-B95A-ACA1849A5F39}" srcOrd="0" destOrd="0" presId="urn:microsoft.com/office/officeart/2005/8/layout/orgChart1"/>
    <dgm:cxn modelId="{D4874699-811E-4592-B76F-4A4EF371B2E3}" type="presParOf" srcId="{45888EAE-F09B-4BA5-B95A-ACA1849A5F39}" destId="{2B94C5B1-E8C6-4181-9EED-A05D7ADC683D}" srcOrd="0" destOrd="0" presId="urn:microsoft.com/office/officeart/2005/8/layout/orgChart1"/>
    <dgm:cxn modelId="{862DE3BF-3CE2-44C6-B15C-62F4A6EEA548}" type="presParOf" srcId="{45888EAE-F09B-4BA5-B95A-ACA1849A5F39}" destId="{B46FAC71-6DE8-46A1-A56F-00CE2A2D898D}" srcOrd="1" destOrd="0" presId="urn:microsoft.com/office/officeart/2005/8/layout/orgChart1"/>
    <dgm:cxn modelId="{CE123628-4A2C-4AA3-BC20-F60FD39AF7FF}" type="presParOf" srcId="{F35DCDAC-FBED-4796-B5B1-7F86BAE620F7}" destId="{C742300B-AF0B-464E-9A17-D0AB3322518E}" srcOrd="1" destOrd="0" presId="urn:microsoft.com/office/officeart/2005/8/layout/orgChart1"/>
    <dgm:cxn modelId="{0C60FFDE-3509-4218-A066-A728CDDB294E}" type="presParOf" srcId="{C742300B-AF0B-464E-9A17-D0AB3322518E}" destId="{859B0B1F-8547-49D3-A729-AEDA1597C9AE}" srcOrd="0" destOrd="0" presId="urn:microsoft.com/office/officeart/2005/8/layout/orgChart1"/>
    <dgm:cxn modelId="{4B50E98C-60AE-437F-888D-22497E08C294}" type="presParOf" srcId="{C742300B-AF0B-464E-9A17-D0AB3322518E}" destId="{528B563B-308B-4BDF-AB84-9AEEAD143DD8}" srcOrd="1" destOrd="0" presId="urn:microsoft.com/office/officeart/2005/8/layout/orgChart1"/>
    <dgm:cxn modelId="{E4AC53EC-CFFE-4E59-ADF3-E833EEEF2ED9}" type="presParOf" srcId="{528B563B-308B-4BDF-AB84-9AEEAD143DD8}" destId="{39D49D01-B9CB-4985-9121-2A8CF043F471}" srcOrd="0" destOrd="0" presId="urn:microsoft.com/office/officeart/2005/8/layout/orgChart1"/>
    <dgm:cxn modelId="{91260EAC-06CD-4576-A63A-B4ADC660447B}" type="presParOf" srcId="{39D49D01-B9CB-4985-9121-2A8CF043F471}" destId="{0B71FF52-5B3C-4728-BB97-D22EF8588C75}" srcOrd="0" destOrd="0" presId="urn:microsoft.com/office/officeart/2005/8/layout/orgChart1"/>
    <dgm:cxn modelId="{4D4C5E7D-BF87-4BBB-9A4C-80EBB2191C25}" type="presParOf" srcId="{39D49D01-B9CB-4985-9121-2A8CF043F471}" destId="{54E3C452-1BE0-4F8D-9AB8-86AAB2345182}" srcOrd="1" destOrd="0" presId="urn:microsoft.com/office/officeart/2005/8/layout/orgChart1"/>
    <dgm:cxn modelId="{185B6DA8-65BA-4C6D-8000-714CB6115CB8}" type="presParOf" srcId="{528B563B-308B-4BDF-AB84-9AEEAD143DD8}" destId="{72CEA8DF-453A-42E7-AD74-EA22E8F9A5B1}" srcOrd="1" destOrd="0" presId="urn:microsoft.com/office/officeart/2005/8/layout/orgChart1"/>
    <dgm:cxn modelId="{8EF730F8-7453-4A8E-AA1D-A0DB13119559}" type="presParOf" srcId="{72CEA8DF-453A-42E7-AD74-EA22E8F9A5B1}" destId="{8043C4A2-0F79-4646-9409-F83D538636FB}" srcOrd="0" destOrd="0" presId="urn:microsoft.com/office/officeart/2005/8/layout/orgChart1"/>
    <dgm:cxn modelId="{315FC700-9598-4DD6-B863-F090FFF07A5F}" type="presParOf" srcId="{72CEA8DF-453A-42E7-AD74-EA22E8F9A5B1}" destId="{99ED26F8-76FE-4F3F-847A-4A481461E566}" srcOrd="1" destOrd="0" presId="urn:microsoft.com/office/officeart/2005/8/layout/orgChart1"/>
    <dgm:cxn modelId="{F3DB4848-AC98-4E86-ACE4-737BA6EFBFCC}" type="presParOf" srcId="{99ED26F8-76FE-4F3F-847A-4A481461E566}" destId="{A7F9CEF7-D6FE-47A7-9BA5-7ABD2BA114D6}" srcOrd="0" destOrd="0" presId="urn:microsoft.com/office/officeart/2005/8/layout/orgChart1"/>
    <dgm:cxn modelId="{246B9FF8-A5F9-4993-9E59-31DA62C0B4FD}" type="presParOf" srcId="{A7F9CEF7-D6FE-47A7-9BA5-7ABD2BA114D6}" destId="{DF5373D8-5213-45DF-BD4F-5B04D0DE4D63}" srcOrd="0" destOrd="0" presId="urn:microsoft.com/office/officeart/2005/8/layout/orgChart1"/>
    <dgm:cxn modelId="{50E8E91E-A92E-4012-AFE7-9BF7E6885D82}" type="presParOf" srcId="{A7F9CEF7-D6FE-47A7-9BA5-7ABD2BA114D6}" destId="{7C0DB78F-C289-484F-B7C0-28FAD30CA4DB}" srcOrd="1" destOrd="0" presId="urn:microsoft.com/office/officeart/2005/8/layout/orgChart1"/>
    <dgm:cxn modelId="{FE0DAD45-3C23-48AA-A6DD-F070E2ED51F3}" type="presParOf" srcId="{99ED26F8-76FE-4F3F-847A-4A481461E566}" destId="{EE31DEE8-A9B1-478B-A139-A98592201400}" srcOrd="1" destOrd="0" presId="urn:microsoft.com/office/officeart/2005/8/layout/orgChart1"/>
    <dgm:cxn modelId="{CB95071D-C4CB-4F1A-AA65-22003B4636E7}" type="presParOf" srcId="{99ED26F8-76FE-4F3F-847A-4A481461E566}" destId="{D3A777DB-4BCF-488B-A39E-CF478B57A613}" srcOrd="2" destOrd="0" presId="urn:microsoft.com/office/officeart/2005/8/layout/orgChart1"/>
    <dgm:cxn modelId="{EC0F9719-3FDA-4B98-BC32-A8C40CA73A6C}" type="presParOf" srcId="{528B563B-308B-4BDF-AB84-9AEEAD143DD8}" destId="{66390FA3-58D0-4340-A4D6-836CD28C5408}" srcOrd="2" destOrd="0" presId="urn:microsoft.com/office/officeart/2005/8/layout/orgChart1"/>
    <dgm:cxn modelId="{396D6532-28EB-4BD7-AFDC-9CFD5330748E}" type="presParOf" srcId="{F35DCDAC-FBED-4796-B5B1-7F86BAE620F7}" destId="{C9026BB4-B0A0-48D9-AEC5-A18EACF37BBB}" srcOrd="2" destOrd="0" presId="urn:microsoft.com/office/officeart/2005/8/layout/orgChart1"/>
    <dgm:cxn modelId="{9465B025-7540-49C0-B036-1EC333855BF6}" type="presParOf" srcId="{89B7162E-DFF0-4BDE-884F-94D0CEA25249}" destId="{89CFFD6E-6E9E-43C4-AF73-800664C1B64D}" srcOrd="2" destOrd="0" presId="urn:microsoft.com/office/officeart/2005/8/layout/orgChart1"/>
    <dgm:cxn modelId="{81ABED79-4DB5-408B-9925-1A6287FA1BD3}" type="presParOf" srcId="{F388C1C1-8A17-4101-A6EC-21A1C1CB85C3}" destId="{31E08624-3374-4111-8A64-81893EDBDB2E}" srcOrd="2" destOrd="0" presId="urn:microsoft.com/office/officeart/2005/8/layout/orgChart1"/>
    <dgm:cxn modelId="{322546C3-35FE-4B5A-8531-ED7034C80713}" type="presParOf" srcId="{F388C1C1-8A17-4101-A6EC-21A1C1CB85C3}" destId="{12DD2421-B5AC-4F66-9A12-CD4BCAC2E05A}" srcOrd="3" destOrd="0" presId="urn:microsoft.com/office/officeart/2005/8/layout/orgChart1"/>
    <dgm:cxn modelId="{1CF694EE-3BC0-4EF6-A494-E722404BB7EC}" type="presParOf" srcId="{12DD2421-B5AC-4F66-9A12-CD4BCAC2E05A}" destId="{DC11A177-3035-4DF2-B11C-D6730C989415}" srcOrd="0" destOrd="0" presId="urn:microsoft.com/office/officeart/2005/8/layout/orgChart1"/>
    <dgm:cxn modelId="{BCC46E4D-9688-40CA-B69B-0588417754A7}" type="presParOf" srcId="{DC11A177-3035-4DF2-B11C-D6730C989415}" destId="{A8B33226-098B-4B9E-9691-6ACA946B0D75}" srcOrd="0" destOrd="0" presId="urn:microsoft.com/office/officeart/2005/8/layout/orgChart1"/>
    <dgm:cxn modelId="{F1BC1849-37F1-4BC3-B529-E716A357EE91}" type="presParOf" srcId="{DC11A177-3035-4DF2-B11C-D6730C989415}" destId="{385237E6-A043-4475-9635-86FCEA7116EE}" srcOrd="1" destOrd="0" presId="urn:microsoft.com/office/officeart/2005/8/layout/orgChart1"/>
    <dgm:cxn modelId="{490EA1BB-D33A-4509-8823-84A245273CD9}" type="presParOf" srcId="{12DD2421-B5AC-4F66-9A12-CD4BCAC2E05A}" destId="{BAA9D7C3-F7D7-4B2B-83FA-119284BF86C7}" srcOrd="1" destOrd="0" presId="urn:microsoft.com/office/officeart/2005/8/layout/orgChart1"/>
    <dgm:cxn modelId="{2BB036A2-3AEE-4B0E-9B34-0812603EE928}" type="presParOf" srcId="{BAA9D7C3-F7D7-4B2B-83FA-119284BF86C7}" destId="{A526DB2C-ECE7-46D2-90AA-28BD79B2F3E1}" srcOrd="0" destOrd="0" presId="urn:microsoft.com/office/officeart/2005/8/layout/orgChart1"/>
    <dgm:cxn modelId="{378D9AAF-0592-444F-9FF7-9199FD48468F}" type="presParOf" srcId="{BAA9D7C3-F7D7-4B2B-83FA-119284BF86C7}" destId="{A50BA42A-C4C9-4B89-BCD3-CCE81D589186}" srcOrd="1" destOrd="0" presId="urn:microsoft.com/office/officeart/2005/8/layout/orgChart1"/>
    <dgm:cxn modelId="{65AB455A-3E95-4807-9044-B39E41A98665}" type="presParOf" srcId="{A50BA42A-C4C9-4B89-BCD3-CCE81D589186}" destId="{61B61AD1-8AD6-4FA9-A0DC-63A6FA3D59F4}" srcOrd="0" destOrd="0" presId="urn:microsoft.com/office/officeart/2005/8/layout/orgChart1"/>
    <dgm:cxn modelId="{5D1802BF-24F0-4969-87F0-84FD443EE643}" type="presParOf" srcId="{61B61AD1-8AD6-4FA9-A0DC-63A6FA3D59F4}" destId="{AEE03A8E-6BD5-4DCA-9AD0-3BA6D6D19116}" srcOrd="0" destOrd="0" presId="urn:microsoft.com/office/officeart/2005/8/layout/orgChart1"/>
    <dgm:cxn modelId="{C4BBA422-DD08-4E23-AB5C-64F07A73B331}" type="presParOf" srcId="{61B61AD1-8AD6-4FA9-A0DC-63A6FA3D59F4}" destId="{229AB1FD-8201-456F-90C7-317A1B808D2F}" srcOrd="1" destOrd="0" presId="urn:microsoft.com/office/officeart/2005/8/layout/orgChart1"/>
    <dgm:cxn modelId="{2D391B81-B6E7-4BC0-A6B5-E75AD700421F}" type="presParOf" srcId="{A50BA42A-C4C9-4B89-BCD3-CCE81D589186}" destId="{DA01ADA6-A509-47FB-8851-B829FF75DC5C}" srcOrd="1" destOrd="0" presId="urn:microsoft.com/office/officeart/2005/8/layout/orgChart1"/>
    <dgm:cxn modelId="{37CDB6D3-DF1A-4680-9047-C7BD3BE68F94}" type="presParOf" srcId="{DA01ADA6-A509-47FB-8851-B829FF75DC5C}" destId="{D8303BF7-02BE-4F0F-AB4A-E6DE81BF0D8A}" srcOrd="0" destOrd="0" presId="urn:microsoft.com/office/officeart/2005/8/layout/orgChart1"/>
    <dgm:cxn modelId="{22D1BFFB-15E5-4A84-97FC-4AF886A6FB1C}" type="presParOf" srcId="{DA01ADA6-A509-47FB-8851-B829FF75DC5C}" destId="{17C94A3C-2E67-4440-9814-BE51E9AEB8E5}" srcOrd="1" destOrd="0" presId="urn:microsoft.com/office/officeart/2005/8/layout/orgChart1"/>
    <dgm:cxn modelId="{E1617BA9-FCBB-476F-83D7-A30CE9A5EC43}" type="presParOf" srcId="{17C94A3C-2E67-4440-9814-BE51E9AEB8E5}" destId="{79AA1D51-EF82-4313-BFAD-B22D54E14A34}" srcOrd="0" destOrd="0" presId="urn:microsoft.com/office/officeart/2005/8/layout/orgChart1"/>
    <dgm:cxn modelId="{AB69BAF3-4F2C-4BCC-B11F-F3D37D0924CF}" type="presParOf" srcId="{79AA1D51-EF82-4313-BFAD-B22D54E14A34}" destId="{CF5016D7-A0FB-4514-ACE9-12BAA5D508F8}" srcOrd="0" destOrd="0" presId="urn:microsoft.com/office/officeart/2005/8/layout/orgChart1"/>
    <dgm:cxn modelId="{C404A892-721A-48BC-A9BF-8A6AA1D44DE0}" type="presParOf" srcId="{79AA1D51-EF82-4313-BFAD-B22D54E14A34}" destId="{EF81CA15-0D7C-4218-BF22-9E8C1877C38E}" srcOrd="1" destOrd="0" presId="urn:microsoft.com/office/officeart/2005/8/layout/orgChart1"/>
    <dgm:cxn modelId="{6F792852-3CA0-4D6D-A56B-797B678B4B3A}" type="presParOf" srcId="{17C94A3C-2E67-4440-9814-BE51E9AEB8E5}" destId="{CDDFD7BD-2C27-439A-A4EC-30C8FFEA5418}" srcOrd="1" destOrd="0" presId="urn:microsoft.com/office/officeart/2005/8/layout/orgChart1"/>
    <dgm:cxn modelId="{EB07699A-B7CA-4743-8B2A-2F2039775B82}" type="presParOf" srcId="{CDDFD7BD-2C27-439A-A4EC-30C8FFEA5418}" destId="{22A209AE-D313-45B2-AB90-FDC5E1DFDF7D}" srcOrd="0" destOrd="0" presId="urn:microsoft.com/office/officeart/2005/8/layout/orgChart1"/>
    <dgm:cxn modelId="{2E27A886-BE50-4D2A-8780-6412CAF2EBDC}" type="presParOf" srcId="{CDDFD7BD-2C27-439A-A4EC-30C8FFEA5418}" destId="{8F8DC350-A77B-4808-A87B-F057BE311F51}" srcOrd="1" destOrd="0" presId="urn:microsoft.com/office/officeart/2005/8/layout/orgChart1"/>
    <dgm:cxn modelId="{B1502D27-D389-465E-9EE9-60B240E965AD}" type="presParOf" srcId="{8F8DC350-A77B-4808-A87B-F057BE311F51}" destId="{539BED72-29DB-4359-815A-B96CA90B3F7D}" srcOrd="0" destOrd="0" presId="urn:microsoft.com/office/officeart/2005/8/layout/orgChart1"/>
    <dgm:cxn modelId="{B1117861-00DC-403F-9561-DC598B7191FA}" type="presParOf" srcId="{539BED72-29DB-4359-815A-B96CA90B3F7D}" destId="{8C2A6F4B-59FA-4E8E-86A2-B069A6DACBEC}" srcOrd="0" destOrd="0" presId="urn:microsoft.com/office/officeart/2005/8/layout/orgChart1"/>
    <dgm:cxn modelId="{170DE874-C352-4413-B5B8-5C5CF3B6DDCB}" type="presParOf" srcId="{539BED72-29DB-4359-815A-B96CA90B3F7D}" destId="{E01B5902-B05C-497E-B4A0-532018A7051C}" srcOrd="1" destOrd="0" presId="urn:microsoft.com/office/officeart/2005/8/layout/orgChart1"/>
    <dgm:cxn modelId="{57699B31-346A-486F-9AA9-8769CE6E6ACC}" type="presParOf" srcId="{8F8DC350-A77B-4808-A87B-F057BE311F51}" destId="{5C72CC5E-2626-4DDE-BB10-41AE69F277E9}" srcOrd="1" destOrd="0" presId="urn:microsoft.com/office/officeart/2005/8/layout/orgChart1"/>
    <dgm:cxn modelId="{D1A46657-0C49-4AD4-BF67-7E41A5B42AF0}" type="presParOf" srcId="{8F8DC350-A77B-4808-A87B-F057BE311F51}" destId="{34FFAA54-6A79-412D-ABE5-754CA78FF39D}" srcOrd="2" destOrd="0" presId="urn:microsoft.com/office/officeart/2005/8/layout/orgChart1"/>
    <dgm:cxn modelId="{68A7DB6D-9835-4443-AA0D-F9B7BDD2F38E}" type="presParOf" srcId="{17C94A3C-2E67-4440-9814-BE51E9AEB8E5}" destId="{23F725C2-A02B-458F-8026-60FA686C40FA}" srcOrd="2" destOrd="0" presId="urn:microsoft.com/office/officeart/2005/8/layout/orgChart1"/>
    <dgm:cxn modelId="{060E031A-D7BE-4A11-9A7B-60AB23243BA5}" type="presParOf" srcId="{A50BA42A-C4C9-4B89-BCD3-CCE81D589186}" destId="{77952558-087C-4A6B-AC0C-2782042CF80A}" srcOrd="2" destOrd="0" presId="urn:microsoft.com/office/officeart/2005/8/layout/orgChart1"/>
    <dgm:cxn modelId="{D874254B-82D2-435E-A32A-390FE6D3FE4A}" type="presParOf" srcId="{12DD2421-B5AC-4F66-9A12-CD4BCAC2E05A}" destId="{6F62A12D-1108-43DB-BCE5-15D2213D1CEA}" srcOrd="2" destOrd="0" presId="urn:microsoft.com/office/officeart/2005/8/layout/orgChart1"/>
    <dgm:cxn modelId="{C0EE66C8-74D9-4D30-B229-652AEE74DC0C}" type="presParOf" srcId="{F388C1C1-8A17-4101-A6EC-21A1C1CB85C3}" destId="{32EB1BFD-3392-43B0-B975-39DCF1A33896}" srcOrd="4" destOrd="0" presId="urn:microsoft.com/office/officeart/2005/8/layout/orgChart1"/>
    <dgm:cxn modelId="{53974A26-EBB1-451C-855A-E38DE55AE11C}" type="presParOf" srcId="{F388C1C1-8A17-4101-A6EC-21A1C1CB85C3}" destId="{F310188A-40EE-430E-87B5-4E31BE759118}" srcOrd="5" destOrd="0" presId="urn:microsoft.com/office/officeart/2005/8/layout/orgChart1"/>
    <dgm:cxn modelId="{EB185B78-9940-4BB0-A3B4-259EEBFEA2F6}" type="presParOf" srcId="{F310188A-40EE-430E-87B5-4E31BE759118}" destId="{A566C2CB-FFF7-40B4-BDB5-5A5E37482110}" srcOrd="0" destOrd="0" presId="urn:microsoft.com/office/officeart/2005/8/layout/orgChart1"/>
    <dgm:cxn modelId="{C3F90790-6950-4758-A016-03FACC992823}" type="presParOf" srcId="{A566C2CB-FFF7-40B4-BDB5-5A5E37482110}" destId="{41CB584A-9625-4E89-AA92-774165C608F4}" srcOrd="0" destOrd="0" presId="urn:microsoft.com/office/officeart/2005/8/layout/orgChart1"/>
    <dgm:cxn modelId="{759E90B0-7D41-4AF2-AE70-2558BE8A1EF2}" type="presParOf" srcId="{A566C2CB-FFF7-40B4-BDB5-5A5E37482110}" destId="{C53C3A83-6907-44E9-8E49-B1866D92D25D}" srcOrd="1" destOrd="0" presId="urn:microsoft.com/office/officeart/2005/8/layout/orgChart1"/>
    <dgm:cxn modelId="{ABE322B0-D7A5-4FCE-BA12-9332E4F13509}" type="presParOf" srcId="{F310188A-40EE-430E-87B5-4E31BE759118}" destId="{D65F0E32-EF81-48C6-825F-637C57B34E41}" srcOrd="1" destOrd="0" presId="urn:microsoft.com/office/officeart/2005/8/layout/orgChart1"/>
    <dgm:cxn modelId="{A7706527-8FE4-4B1A-BE4D-7CECAFB7CCE7}" type="presParOf" srcId="{D65F0E32-EF81-48C6-825F-637C57B34E41}" destId="{62D0BCBB-85CF-43FD-B46B-1F634EEFD3CA}" srcOrd="0" destOrd="0" presId="urn:microsoft.com/office/officeart/2005/8/layout/orgChart1"/>
    <dgm:cxn modelId="{45959DCD-386D-4966-8441-BF37A8DCF854}" type="presParOf" srcId="{D65F0E32-EF81-48C6-825F-637C57B34E41}" destId="{97DDADFA-A53E-4706-8BF6-C7CD6A2343A3}" srcOrd="1" destOrd="0" presId="urn:microsoft.com/office/officeart/2005/8/layout/orgChart1"/>
    <dgm:cxn modelId="{E3BD8632-A6F3-4C5E-B9E1-A6789C1C613D}" type="presParOf" srcId="{97DDADFA-A53E-4706-8BF6-C7CD6A2343A3}" destId="{B7A0C42E-7844-434E-81E5-8D4EAEB60107}" srcOrd="0" destOrd="0" presId="urn:microsoft.com/office/officeart/2005/8/layout/orgChart1"/>
    <dgm:cxn modelId="{2E0CBC2D-5FD1-431F-A9E7-139916867A03}" type="presParOf" srcId="{B7A0C42E-7844-434E-81E5-8D4EAEB60107}" destId="{20BFA04E-B2BF-473B-A4D1-BD33EE4EA8A3}" srcOrd="0" destOrd="0" presId="urn:microsoft.com/office/officeart/2005/8/layout/orgChart1"/>
    <dgm:cxn modelId="{65FDDF04-415E-4F18-8315-632FAC88D7D5}" type="presParOf" srcId="{B7A0C42E-7844-434E-81E5-8D4EAEB60107}" destId="{A02C697D-572D-4055-BBC3-B71FB9B2C0AA}" srcOrd="1" destOrd="0" presId="urn:microsoft.com/office/officeart/2005/8/layout/orgChart1"/>
    <dgm:cxn modelId="{7462E841-4F0B-4292-B42A-5D583C602BAA}" type="presParOf" srcId="{97DDADFA-A53E-4706-8BF6-C7CD6A2343A3}" destId="{1FC02558-7AED-48E5-A788-1032EF34191A}" srcOrd="1" destOrd="0" presId="urn:microsoft.com/office/officeart/2005/8/layout/orgChart1"/>
    <dgm:cxn modelId="{2589D12A-CA64-4F4E-AC47-52000B02C7C2}" type="presParOf" srcId="{1FC02558-7AED-48E5-A788-1032EF34191A}" destId="{8B84D89D-60C4-4DB0-94E3-E6C9A7EE7AA1}" srcOrd="0" destOrd="0" presId="urn:microsoft.com/office/officeart/2005/8/layout/orgChart1"/>
    <dgm:cxn modelId="{771B6750-37A5-4808-846B-8745815F5921}" type="presParOf" srcId="{1FC02558-7AED-48E5-A788-1032EF34191A}" destId="{BFEE2468-329D-4CAF-B47E-5A0A5DCAB52C}" srcOrd="1" destOrd="0" presId="urn:microsoft.com/office/officeart/2005/8/layout/orgChart1"/>
    <dgm:cxn modelId="{488B782D-6096-4DF6-8A13-5661EA6AC387}" type="presParOf" srcId="{BFEE2468-329D-4CAF-B47E-5A0A5DCAB52C}" destId="{79379F96-E726-4765-AE62-ADDE92E5061E}" srcOrd="0" destOrd="0" presId="urn:microsoft.com/office/officeart/2005/8/layout/orgChart1"/>
    <dgm:cxn modelId="{E7D3A090-F382-4F2B-9F4A-94B2F1A87364}" type="presParOf" srcId="{79379F96-E726-4765-AE62-ADDE92E5061E}" destId="{E035EFA9-1443-46B7-BE6B-B30C38B82798}" srcOrd="0" destOrd="0" presId="urn:microsoft.com/office/officeart/2005/8/layout/orgChart1"/>
    <dgm:cxn modelId="{6895A5FF-AB87-49F8-B7EE-C27275C09D42}" type="presParOf" srcId="{79379F96-E726-4765-AE62-ADDE92E5061E}" destId="{B936AC82-2A55-46C3-B56A-43535A71A82F}" srcOrd="1" destOrd="0" presId="urn:microsoft.com/office/officeart/2005/8/layout/orgChart1"/>
    <dgm:cxn modelId="{69CC3884-E117-406A-90C3-743D4B39EC5D}" type="presParOf" srcId="{BFEE2468-329D-4CAF-B47E-5A0A5DCAB52C}" destId="{0B74E858-F66A-49F7-9261-96458008BCC1}" srcOrd="1" destOrd="0" presId="urn:microsoft.com/office/officeart/2005/8/layout/orgChart1"/>
    <dgm:cxn modelId="{F249DC55-E400-490A-9D00-E7C020598AA2}" type="presParOf" srcId="{0B74E858-F66A-49F7-9261-96458008BCC1}" destId="{FE909C62-3968-42FF-94B6-A67049A2AEF2}" srcOrd="0" destOrd="0" presId="urn:microsoft.com/office/officeart/2005/8/layout/orgChart1"/>
    <dgm:cxn modelId="{05F2F52C-BA5C-409B-910F-B37FD98015F5}" type="presParOf" srcId="{0B74E858-F66A-49F7-9261-96458008BCC1}" destId="{F5624374-A1B0-45D8-A0C5-51F343CF2E6C}" srcOrd="1" destOrd="0" presId="urn:microsoft.com/office/officeart/2005/8/layout/orgChart1"/>
    <dgm:cxn modelId="{033A5E11-79A5-4483-B870-5EE100CC207B}" type="presParOf" srcId="{F5624374-A1B0-45D8-A0C5-51F343CF2E6C}" destId="{C8785396-843E-4E89-B08C-0823D8F96091}" srcOrd="0" destOrd="0" presId="urn:microsoft.com/office/officeart/2005/8/layout/orgChart1"/>
    <dgm:cxn modelId="{2C9B0913-3FE0-4BD9-9511-C54D3C393B36}" type="presParOf" srcId="{C8785396-843E-4E89-B08C-0823D8F96091}" destId="{165F2FE1-03D5-4CB3-A56B-F5ADF9AF3F90}" srcOrd="0" destOrd="0" presId="urn:microsoft.com/office/officeart/2005/8/layout/orgChart1"/>
    <dgm:cxn modelId="{150D1A99-08E5-4BD9-886E-C9E63A2A085F}" type="presParOf" srcId="{C8785396-843E-4E89-B08C-0823D8F96091}" destId="{F60917AA-2AEB-454B-B94E-4557218F0552}" srcOrd="1" destOrd="0" presId="urn:microsoft.com/office/officeart/2005/8/layout/orgChart1"/>
    <dgm:cxn modelId="{FB5729BE-C088-4E7F-BBAC-4964B7B9E0AD}" type="presParOf" srcId="{F5624374-A1B0-45D8-A0C5-51F343CF2E6C}" destId="{6441A3A0-DCD8-453C-AC5A-4A6AE9114856}" srcOrd="1" destOrd="0" presId="urn:microsoft.com/office/officeart/2005/8/layout/orgChart1"/>
    <dgm:cxn modelId="{C33A8556-544A-4634-BA66-8CBDC4623F84}" type="presParOf" srcId="{F5624374-A1B0-45D8-A0C5-51F343CF2E6C}" destId="{961ACC2C-5F2C-4BD8-9168-6EE8BF0DA981}" srcOrd="2" destOrd="0" presId="urn:microsoft.com/office/officeart/2005/8/layout/orgChart1"/>
    <dgm:cxn modelId="{2FE369E1-112C-42B5-8C33-2738DFB66E67}" type="presParOf" srcId="{BFEE2468-329D-4CAF-B47E-5A0A5DCAB52C}" destId="{E4ABCF3D-376E-451F-8B95-551B4C6A890A}" srcOrd="2" destOrd="0" presId="urn:microsoft.com/office/officeart/2005/8/layout/orgChart1"/>
    <dgm:cxn modelId="{777B1D77-C4F0-4157-B1CA-8EE7930B2A10}" type="presParOf" srcId="{97DDADFA-A53E-4706-8BF6-C7CD6A2343A3}" destId="{A7FA7B52-9DFE-44A0-A83C-C84D7BA57B11}" srcOrd="2" destOrd="0" presId="urn:microsoft.com/office/officeart/2005/8/layout/orgChart1"/>
    <dgm:cxn modelId="{65C85F6C-3BBD-4EE0-B5E4-F3A697A2F1F7}" type="presParOf" srcId="{F310188A-40EE-430E-87B5-4E31BE759118}" destId="{AB264AE2-F816-4CDF-A4DA-6071720DFE56}" srcOrd="2" destOrd="0" presId="urn:microsoft.com/office/officeart/2005/8/layout/orgChart1"/>
    <dgm:cxn modelId="{812BDA50-BC8F-4D78-8139-72B4C55FAD1D}" type="presParOf" srcId="{F388C1C1-8A17-4101-A6EC-21A1C1CB85C3}" destId="{3A64970B-12FC-4A3F-BE3E-9E0F1D5F0EB4}" srcOrd="6" destOrd="0" presId="urn:microsoft.com/office/officeart/2005/8/layout/orgChart1"/>
    <dgm:cxn modelId="{61A5CC58-749E-4A40-9322-0A5C22A681D5}" type="presParOf" srcId="{F388C1C1-8A17-4101-A6EC-21A1C1CB85C3}" destId="{26B9B924-F8D3-4920-B2DC-A18B59A48E9A}" srcOrd="7" destOrd="0" presId="urn:microsoft.com/office/officeart/2005/8/layout/orgChart1"/>
    <dgm:cxn modelId="{B41C2344-3A55-4BEB-9CEB-2BFB48D4E0A4}" type="presParOf" srcId="{26B9B924-F8D3-4920-B2DC-A18B59A48E9A}" destId="{E87761CE-94E4-4EDF-A372-99B24EDDB11C}" srcOrd="0" destOrd="0" presId="urn:microsoft.com/office/officeart/2005/8/layout/orgChart1"/>
    <dgm:cxn modelId="{0592E979-5590-4F7A-A081-4B3CC48ECF96}" type="presParOf" srcId="{E87761CE-94E4-4EDF-A372-99B24EDDB11C}" destId="{FD868A5A-7209-4A01-B9CB-E07ADB10D763}" srcOrd="0" destOrd="0" presId="urn:microsoft.com/office/officeart/2005/8/layout/orgChart1"/>
    <dgm:cxn modelId="{05AB4AF6-5703-454B-93C1-199C91721CFC}" type="presParOf" srcId="{E87761CE-94E4-4EDF-A372-99B24EDDB11C}" destId="{FB5D1BEE-7D4B-4680-8A38-2A758D5032DB}" srcOrd="1" destOrd="0" presId="urn:microsoft.com/office/officeart/2005/8/layout/orgChart1"/>
    <dgm:cxn modelId="{F1B33CA4-E648-4D72-A09C-0CAB2D6CDDD1}" type="presParOf" srcId="{26B9B924-F8D3-4920-B2DC-A18B59A48E9A}" destId="{324060C8-7328-468E-A2A0-7A63B670FF1A}" srcOrd="1" destOrd="0" presId="urn:microsoft.com/office/officeart/2005/8/layout/orgChart1"/>
    <dgm:cxn modelId="{EC8CF5DF-E5E0-4494-8370-F9C07A8DD2CD}" type="presParOf" srcId="{324060C8-7328-468E-A2A0-7A63B670FF1A}" destId="{EFCFA82D-03D0-40CA-B95A-FCA9BA23D7E6}" srcOrd="0" destOrd="0" presId="urn:microsoft.com/office/officeart/2005/8/layout/orgChart1"/>
    <dgm:cxn modelId="{D223CD45-D656-49AC-87CB-D2C8701D062B}" type="presParOf" srcId="{324060C8-7328-468E-A2A0-7A63B670FF1A}" destId="{1D6EAD5B-25B3-4BE1-BCD3-79D6C52E673C}" srcOrd="1" destOrd="0" presId="urn:microsoft.com/office/officeart/2005/8/layout/orgChart1"/>
    <dgm:cxn modelId="{DFFDBD4D-CF0D-4247-BE85-9893F36A9723}" type="presParOf" srcId="{1D6EAD5B-25B3-4BE1-BCD3-79D6C52E673C}" destId="{E2C3C47C-D3A2-41A0-BDA8-CA2C56384B1C}" srcOrd="0" destOrd="0" presId="urn:microsoft.com/office/officeart/2005/8/layout/orgChart1"/>
    <dgm:cxn modelId="{0669FE10-0D39-40DE-B0DA-3159FFABBB71}" type="presParOf" srcId="{E2C3C47C-D3A2-41A0-BDA8-CA2C56384B1C}" destId="{649D35AC-BCFC-4130-A1B0-73642536125C}" srcOrd="0" destOrd="0" presId="urn:microsoft.com/office/officeart/2005/8/layout/orgChart1"/>
    <dgm:cxn modelId="{5FEF2315-CC16-4BE0-9B51-65DE48E0FAD1}" type="presParOf" srcId="{E2C3C47C-D3A2-41A0-BDA8-CA2C56384B1C}" destId="{F56CE15F-E247-4284-B193-822040BF239A}" srcOrd="1" destOrd="0" presId="urn:microsoft.com/office/officeart/2005/8/layout/orgChart1"/>
    <dgm:cxn modelId="{5BDC986D-0122-4692-9D0E-6737B0364141}" type="presParOf" srcId="{1D6EAD5B-25B3-4BE1-BCD3-79D6C52E673C}" destId="{F30BF10E-FA3F-4AF5-A507-1AD87FD20B85}" srcOrd="1" destOrd="0" presId="urn:microsoft.com/office/officeart/2005/8/layout/orgChart1"/>
    <dgm:cxn modelId="{0B9E68B4-B556-4627-A63E-6FFDA41AFF86}" type="presParOf" srcId="{F30BF10E-FA3F-4AF5-A507-1AD87FD20B85}" destId="{03592659-588E-44F5-9729-C2109FFB599C}" srcOrd="0" destOrd="0" presId="urn:microsoft.com/office/officeart/2005/8/layout/orgChart1"/>
    <dgm:cxn modelId="{9164E05E-44C9-4236-AE06-4B3CBB58F776}" type="presParOf" srcId="{F30BF10E-FA3F-4AF5-A507-1AD87FD20B85}" destId="{E84471AA-3CC7-44FC-85AC-92CE844E17C2}" srcOrd="1" destOrd="0" presId="urn:microsoft.com/office/officeart/2005/8/layout/orgChart1"/>
    <dgm:cxn modelId="{F06608B9-6E90-4D4F-95C9-6AE0413745C7}" type="presParOf" srcId="{E84471AA-3CC7-44FC-85AC-92CE844E17C2}" destId="{BFC05AEF-0DBC-4529-AB41-EEFF4D285680}" srcOrd="0" destOrd="0" presId="urn:microsoft.com/office/officeart/2005/8/layout/orgChart1"/>
    <dgm:cxn modelId="{B79494D2-8007-40A8-BAEF-1D337476B992}" type="presParOf" srcId="{BFC05AEF-0DBC-4529-AB41-EEFF4D285680}" destId="{192A844A-3D8E-4E08-B407-D593E4784526}" srcOrd="0" destOrd="0" presId="urn:microsoft.com/office/officeart/2005/8/layout/orgChart1"/>
    <dgm:cxn modelId="{87A46D30-3813-4CD6-A73F-8114D356CEBC}" type="presParOf" srcId="{BFC05AEF-0DBC-4529-AB41-EEFF4D285680}" destId="{BABA6180-A22D-471A-B306-E3319DF910CE}" srcOrd="1" destOrd="0" presId="urn:microsoft.com/office/officeart/2005/8/layout/orgChart1"/>
    <dgm:cxn modelId="{FB5CA20F-6619-4DA7-B893-F25AD8790B72}" type="presParOf" srcId="{E84471AA-3CC7-44FC-85AC-92CE844E17C2}" destId="{732781AD-600A-48A2-A55C-32511933187A}" srcOrd="1" destOrd="0" presId="urn:microsoft.com/office/officeart/2005/8/layout/orgChart1"/>
    <dgm:cxn modelId="{47BA0187-8E64-475B-BC59-4247C0A4397C}" type="presParOf" srcId="{E84471AA-3CC7-44FC-85AC-92CE844E17C2}" destId="{3F59A1E7-7B7C-42FD-950E-6F625CCC5BCF}" srcOrd="2" destOrd="0" presId="urn:microsoft.com/office/officeart/2005/8/layout/orgChart1"/>
    <dgm:cxn modelId="{C525D748-3466-4D9F-9490-B21043353E90}" type="presParOf" srcId="{1D6EAD5B-25B3-4BE1-BCD3-79D6C52E673C}" destId="{B9AB245C-1A74-4370-8E86-CCE3970922AF}" srcOrd="2" destOrd="0" presId="urn:microsoft.com/office/officeart/2005/8/layout/orgChart1"/>
    <dgm:cxn modelId="{D1202AD0-BCAD-409A-97C9-530D85808153}" type="presParOf" srcId="{26B9B924-F8D3-4920-B2DC-A18B59A48E9A}" destId="{B5CE0F04-5376-4A0F-BA0F-868BDAC07E74}" srcOrd="2" destOrd="0" presId="urn:microsoft.com/office/officeart/2005/8/layout/orgChart1"/>
    <dgm:cxn modelId="{4815205D-0999-408F-8F8F-84461E193B22}" type="presParOf" srcId="{DEA2811A-95DD-4BB1-BB96-8EBF1A2E3E93}" destId="{C7752715-B416-4492-8FC7-300DF65E8A8B}" srcOrd="2" destOrd="0" presId="urn:microsoft.com/office/officeart/2005/8/layout/orgChart1"/>
    <dgm:cxn modelId="{ABEEE5FA-45A8-4FF2-95CD-21AA040ADB66}" type="presParOf" srcId="{E8D2EBBC-9D49-4A21-A43E-E0A70E0AF1DB}" destId="{629539F5-DCC7-4D02-9C75-D104AF60B796}" srcOrd="4" destOrd="0" presId="urn:microsoft.com/office/officeart/2005/8/layout/orgChart1"/>
    <dgm:cxn modelId="{58FBF18D-9E19-4411-BF2B-E505D2E3AC2F}" type="presParOf" srcId="{E8D2EBBC-9D49-4A21-A43E-E0A70E0AF1DB}" destId="{D325752D-21D7-4B10-8D53-21DAFED8AEA9}" srcOrd="5" destOrd="0" presId="urn:microsoft.com/office/officeart/2005/8/layout/orgChart1"/>
    <dgm:cxn modelId="{97CEF7D8-90B8-43EB-8BAA-CFCEEDAAFF00}" type="presParOf" srcId="{D325752D-21D7-4B10-8D53-21DAFED8AEA9}" destId="{D8619DB6-FB08-43D2-B039-AA198D566B66}" srcOrd="0" destOrd="0" presId="urn:microsoft.com/office/officeart/2005/8/layout/orgChart1"/>
    <dgm:cxn modelId="{18B994B1-C44C-4DBA-B264-9A6AA9EB70E9}" type="presParOf" srcId="{D8619DB6-FB08-43D2-B039-AA198D566B66}" destId="{468D449F-2333-4945-A1BF-B5C23AE656CD}" srcOrd="0" destOrd="0" presId="urn:microsoft.com/office/officeart/2005/8/layout/orgChart1"/>
    <dgm:cxn modelId="{BF717C70-C832-401F-8C3D-39463F0CFCC5}" type="presParOf" srcId="{D8619DB6-FB08-43D2-B039-AA198D566B66}" destId="{4C1C6F6A-479A-430C-ADBD-17D92EF69751}" srcOrd="1" destOrd="0" presId="urn:microsoft.com/office/officeart/2005/8/layout/orgChart1"/>
    <dgm:cxn modelId="{9C4F7A2F-A77F-4522-BECC-C1244977601C}" type="presParOf" srcId="{D325752D-21D7-4B10-8D53-21DAFED8AEA9}" destId="{36254FA1-6497-48ED-BBAC-DD22F855E7C5}" srcOrd="1" destOrd="0" presId="urn:microsoft.com/office/officeart/2005/8/layout/orgChart1"/>
    <dgm:cxn modelId="{097C3AFA-7A9C-4BFB-902C-FCE2FD708856}" type="presParOf" srcId="{36254FA1-6497-48ED-BBAC-DD22F855E7C5}" destId="{0C2270C4-7DFC-468D-9023-DF62C00093C4}" srcOrd="0" destOrd="0" presId="urn:microsoft.com/office/officeart/2005/8/layout/orgChart1"/>
    <dgm:cxn modelId="{7B3C2410-8E79-4C4C-9591-7D0D12114719}" type="presParOf" srcId="{36254FA1-6497-48ED-BBAC-DD22F855E7C5}" destId="{BB5237F6-6248-44F4-8655-526A254F1911}" srcOrd="1" destOrd="0" presId="urn:microsoft.com/office/officeart/2005/8/layout/orgChart1"/>
    <dgm:cxn modelId="{C91C33AD-9AE8-4E55-9920-56CED4B59994}" type="presParOf" srcId="{BB5237F6-6248-44F4-8655-526A254F1911}" destId="{2DFFFD5F-BE71-46A0-BF44-EEE0603D9652}" srcOrd="0" destOrd="0" presId="urn:microsoft.com/office/officeart/2005/8/layout/orgChart1"/>
    <dgm:cxn modelId="{A3C15F0D-07AC-4C5A-AD60-F3429FF212A9}" type="presParOf" srcId="{2DFFFD5F-BE71-46A0-BF44-EEE0603D9652}" destId="{781601A7-0664-42A2-933E-31A862176532}" srcOrd="0" destOrd="0" presId="urn:microsoft.com/office/officeart/2005/8/layout/orgChart1"/>
    <dgm:cxn modelId="{92FD0352-B9EF-41F5-8F63-8D33205DEE2F}" type="presParOf" srcId="{2DFFFD5F-BE71-46A0-BF44-EEE0603D9652}" destId="{082BB46C-076C-417E-BCE2-577BA44B478E}" srcOrd="1" destOrd="0" presId="urn:microsoft.com/office/officeart/2005/8/layout/orgChart1"/>
    <dgm:cxn modelId="{60F1C9E2-FAD8-41D0-A769-29B504D91317}" type="presParOf" srcId="{BB5237F6-6248-44F4-8655-526A254F1911}" destId="{2AA013FD-3242-4282-AC8A-3D0C4CFE2233}" srcOrd="1" destOrd="0" presId="urn:microsoft.com/office/officeart/2005/8/layout/orgChart1"/>
    <dgm:cxn modelId="{D37989E4-B516-40C6-B3FC-9DA793C55CE5}" type="presParOf" srcId="{2AA013FD-3242-4282-AC8A-3D0C4CFE2233}" destId="{BA0B7311-BB46-497F-A395-694519328287}" srcOrd="0" destOrd="0" presId="urn:microsoft.com/office/officeart/2005/8/layout/orgChart1"/>
    <dgm:cxn modelId="{1E64041B-8F19-42D2-9152-D98DAD4E6831}" type="presParOf" srcId="{2AA013FD-3242-4282-AC8A-3D0C4CFE2233}" destId="{6BC79E91-C69A-4007-8CE0-8B16D6812C5A}" srcOrd="1" destOrd="0" presId="urn:microsoft.com/office/officeart/2005/8/layout/orgChart1"/>
    <dgm:cxn modelId="{042057B7-59B2-44C0-822E-1C545E192C3E}" type="presParOf" srcId="{6BC79E91-C69A-4007-8CE0-8B16D6812C5A}" destId="{6129AC5A-4F60-47D3-8CF8-272A78C3F6B8}" srcOrd="0" destOrd="0" presId="urn:microsoft.com/office/officeart/2005/8/layout/orgChart1"/>
    <dgm:cxn modelId="{0FE860A1-EAB6-4A59-B96A-6FBA08A97CEE}" type="presParOf" srcId="{6129AC5A-4F60-47D3-8CF8-272A78C3F6B8}" destId="{0E8CEE67-258A-4557-BBD7-5CB0D95EBAD1}" srcOrd="0" destOrd="0" presId="urn:microsoft.com/office/officeart/2005/8/layout/orgChart1"/>
    <dgm:cxn modelId="{68EF80D0-0436-4BD2-9F5C-B85FCB42F64D}" type="presParOf" srcId="{6129AC5A-4F60-47D3-8CF8-272A78C3F6B8}" destId="{AD1AEE40-3AA7-4837-97D3-1D53ABAD81F7}" srcOrd="1" destOrd="0" presId="urn:microsoft.com/office/officeart/2005/8/layout/orgChart1"/>
    <dgm:cxn modelId="{8A52FE26-D3AA-40FF-9BA6-B4BDAA03D0AC}" type="presParOf" srcId="{6BC79E91-C69A-4007-8CE0-8B16D6812C5A}" destId="{BE2EBDE3-1C81-4E58-9F29-A40E5C810C5A}" srcOrd="1" destOrd="0" presId="urn:microsoft.com/office/officeart/2005/8/layout/orgChart1"/>
    <dgm:cxn modelId="{DB2E19AC-3517-49FF-BA91-1F48C3CDB519}" type="presParOf" srcId="{BE2EBDE3-1C81-4E58-9F29-A40E5C810C5A}" destId="{AD14F12E-81D5-4157-8C29-5505BC289321}" srcOrd="0" destOrd="0" presId="urn:microsoft.com/office/officeart/2005/8/layout/orgChart1"/>
    <dgm:cxn modelId="{C50E271A-A150-4679-A939-0952A681ADC4}" type="presParOf" srcId="{BE2EBDE3-1C81-4E58-9F29-A40E5C810C5A}" destId="{94270CC9-64B3-4975-B4E4-F5BAD13370E9}" srcOrd="1" destOrd="0" presId="urn:microsoft.com/office/officeart/2005/8/layout/orgChart1"/>
    <dgm:cxn modelId="{3301C97F-DC97-4271-B90C-7D749E09060B}" type="presParOf" srcId="{94270CC9-64B3-4975-B4E4-F5BAD13370E9}" destId="{BDAE9DD3-D10A-4AD7-9566-335E058E8AED}" srcOrd="0" destOrd="0" presId="urn:microsoft.com/office/officeart/2005/8/layout/orgChart1"/>
    <dgm:cxn modelId="{C8DA6F2C-45A7-404F-8A64-B98744BB8C4B}" type="presParOf" srcId="{BDAE9DD3-D10A-4AD7-9566-335E058E8AED}" destId="{76BDB879-18DB-4FB4-9B13-133FCD4FE121}" srcOrd="0" destOrd="0" presId="urn:microsoft.com/office/officeart/2005/8/layout/orgChart1"/>
    <dgm:cxn modelId="{A406B909-C224-4CB5-B3C2-C03C6D9F902C}" type="presParOf" srcId="{BDAE9DD3-D10A-4AD7-9566-335E058E8AED}" destId="{7DC469BE-23CE-4278-9FA8-1B92232A6E6F}" srcOrd="1" destOrd="0" presId="urn:microsoft.com/office/officeart/2005/8/layout/orgChart1"/>
    <dgm:cxn modelId="{35A6D518-A903-4DF0-8917-5F4B64B064A5}" type="presParOf" srcId="{94270CC9-64B3-4975-B4E4-F5BAD13370E9}" destId="{14BA3B13-2B9A-4BF4-B8E5-69B5DA3DEF2A}" srcOrd="1" destOrd="0" presId="urn:microsoft.com/office/officeart/2005/8/layout/orgChart1"/>
    <dgm:cxn modelId="{ABCDC05A-09D6-43A0-8002-9F41374783BC}" type="presParOf" srcId="{94270CC9-64B3-4975-B4E4-F5BAD13370E9}" destId="{B6ABC851-717A-49EC-B4AD-4EB9EEA1436A}" srcOrd="2" destOrd="0" presId="urn:microsoft.com/office/officeart/2005/8/layout/orgChart1"/>
    <dgm:cxn modelId="{2859BDA4-C93B-4791-A9F5-6469EE6A5124}" type="presParOf" srcId="{6BC79E91-C69A-4007-8CE0-8B16D6812C5A}" destId="{5FCFD7D2-9F87-4445-A416-85BE292A8049}" srcOrd="2" destOrd="0" presId="urn:microsoft.com/office/officeart/2005/8/layout/orgChart1"/>
    <dgm:cxn modelId="{B054B1B9-75A4-44D6-A5C5-1AE50D86DB04}" type="presParOf" srcId="{BB5237F6-6248-44F4-8655-526A254F1911}" destId="{FF44D35C-883E-4D32-9FC0-8B923B2A3B12}" srcOrd="2" destOrd="0" presId="urn:microsoft.com/office/officeart/2005/8/layout/orgChart1"/>
    <dgm:cxn modelId="{69AF3BE2-AA92-438E-B711-1DEBF2FC95E1}" type="presParOf" srcId="{D325752D-21D7-4B10-8D53-21DAFED8AEA9}" destId="{D90D31C7-0F79-4DEB-AA45-48165EDB128F}" srcOrd="2" destOrd="0" presId="urn:microsoft.com/office/officeart/2005/8/layout/orgChart1"/>
    <dgm:cxn modelId="{5166069A-745F-4468-A13F-E1213EE3377A}" type="presParOf" srcId="{E8D2EBBC-9D49-4A21-A43E-E0A70E0AF1DB}" destId="{B8C77AE1-BF5E-49D2-AEFB-9907BD0D55E7}" srcOrd="6" destOrd="0" presId="urn:microsoft.com/office/officeart/2005/8/layout/orgChart1"/>
    <dgm:cxn modelId="{79CF02EA-215E-4151-9A89-01A2B488796C}" type="presParOf" srcId="{E8D2EBBC-9D49-4A21-A43E-E0A70E0AF1DB}" destId="{A2F0D133-520B-4212-AF27-5C2516EF7873}" srcOrd="7" destOrd="0" presId="urn:microsoft.com/office/officeart/2005/8/layout/orgChart1"/>
    <dgm:cxn modelId="{F9E2F192-75A0-4052-8DC5-BF8395A8B820}" type="presParOf" srcId="{A2F0D133-520B-4212-AF27-5C2516EF7873}" destId="{38BC3CDE-D865-4B52-8BAC-74FC48698B78}" srcOrd="0" destOrd="0" presId="urn:microsoft.com/office/officeart/2005/8/layout/orgChart1"/>
    <dgm:cxn modelId="{FC0C1C98-B6A6-429C-9B16-669370647BD0}" type="presParOf" srcId="{38BC3CDE-D865-4B52-8BAC-74FC48698B78}" destId="{DC9E738C-705E-4B06-8419-41D47EF9899B}" srcOrd="0" destOrd="0" presId="urn:microsoft.com/office/officeart/2005/8/layout/orgChart1"/>
    <dgm:cxn modelId="{E6CB9CDA-C58F-4507-83E2-AD43A5F6BC0E}" type="presParOf" srcId="{38BC3CDE-D865-4B52-8BAC-74FC48698B78}" destId="{DB07E8DB-6A7A-4B15-B9A2-0759DBE0B657}" srcOrd="1" destOrd="0" presId="urn:microsoft.com/office/officeart/2005/8/layout/orgChart1"/>
    <dgm:cxn modelId="{B0A55C74-4412-43FE-ACF1-6156253008F5}" type="presParOf" srcId="{A2F0D133-520B-4212-AF27-5C2516EF7873}" destId="{72E242FC-4420-4AF3-B431-C45CCEE7E7E6}" srcOrd="1" destOrd="0" presId="urn:microsoft.com/office/officeart/2005/8/layout/orgChart1"/>
    <dgm:cxn modelId="{103F1F98-63E5-486B-97BF-ABAED932B992}" type="presParOf" srcId="{72E242FC-4420-4AF3-B431-C45CCEE7E7E6}" destId="{0EE42E55-7CF4-4649-829A-EB4DC1CC38F5}" srcOrd="0" destOrd="0" presId="urn:microsoft.com/office/officeart/2005/8/layout/orgChart1"/>
    <dgm:cxn modelId="{26C689A7-3734-4BB6-BBBE-645AB76AADA8}" type="presParOf" srcId="{72E242FC-4420-4AF3-B431-C45CCEE7E7E6}" destId="{9F3F85F2-4ABD-415A-AB54-F54899B21998}" srcOrd="1" destOrd="0" presId="urn:microsoft.com/office/officeart/2005/8/layout/orgChart1"/>
    <dgm:cxn modelId="{D8D0488A-F5AF-41AE-A4B7-7BF9BE524423}" type="presParOf" srcId="{9F3F85F2-4ABD-415A-AB54-F54899B21998}" destId="{7DD139D1-32E7-4F1C-A547-28D9D49A2AF2}" srcOrd="0" destOrd="0" presId="urn:microsoft.com/office/officeart/2005/8/layout/orgChart1"/>
    <dgm:cxn modelId="{D6AD6497-B877-4F79-AEA4-99FE1B0B83DE}" type="presParOf" srcId="{7DD139D1-32E7-4F1C-A547-28D9D49A2AF2}" destId="{A968138B-6C3D-4FE3-A8AE-EA1BFFE2335A}" srcOrd="0" destOrd="0" presId="urn:microsoft.com/office/officeart/2005/8/layout/orgChart1"/>
    <dgm:cxn modelId="{256F578B-6CEB-453D-8371-204918DAD255}" type="presParOf" srcId="{7DD139D1-32E7-4F1C-A547-28D9D49A2AF2}" destId="{CCAB8C7E-AB50-461F-9C06-F25DF5BE304E}" srcOrd="1" destOrd="0" presId="urn:microsoft.com/office/officeart/2005/8/layout/orgChart1"/>
    <dgm:cxn modelId="{4EA8A255-C02A-408E-8FA7-750730760606}" type="presParOf" srcId="{9F3F85F2-4ABD-415A-AB54-F54899B21998}" destId="{8504FC37-B83D-41E8-BBD6-C0627A184B12}" srcOrd="1" destOrd="0" presId="urn:microsoft.com/office/officeart/2005/8/layout/orgChart1"/>
    <dgm:cxn modelId="{8CE81E47-EE23-4182-A3A3-E337DE2F3EA9}" type="presParOf" srcId="{8504FC37-B83D-41E8-BBD6-C0627A184B12}" destId="{312DF98E-E123-4876-A8A9-0439B6A12101}" srcOrd="0" destOrd="0" presId="urn:microsoft.com/office/officeart/2005/8/layout/orgChart1"/>
    <dgm:cxn modelId="{72CAA5C2-3A6B-4773-834D-4C34A4118A8F}" type="presParOf" srcId="{8504FC37-B83D-41E8-BBD6-C0627A184B12}" destId="{AE4B810F-220C-4553-9194-9B2B51BEEC33}" srcOrd="1" destOrd="0" presId="urn:microsoft.com/office/officeart/2005/8/layout/orgChart1"/>
    <dgm:cxn modelId="{FC98A0EB-7349-4777-BD8A-B6D509D6102B}" type="presParOf" srcId="{AE4B810F-220C-4553-9194-9B2B51BEEC33}" destId="{FD046C62-C8E7-467C-877D-20CC2D0136D2}" srcOrd="0" destOrd="0" presId="urn:microsoft.com/office/officeart/2005/8/layout/orgChart1"/>
    <dgm:cxn modelId="{64F85321-D579-4B5D-BF52-140AEB910CD3}" type="presParOf" srcId="{FD046C62-C8E7-467C-877D-20CC2D0136D2}" destId="{49790478-BFA8-4286-9A8D-9A84A466CECC}" srcOrd="0" destOrd="0" presId="urn:microsoft.com/office/officeart/2005/8/layout/orgChart1"/>
    <dgm:cxn modelId="{7EFFBC03-40EE-49FD-B084-34ACDAEBB6DC}" type="presParOf" srcId="{FD046C62-C8E7-467C-877D-20CC2D0136D2}" destId="{F2997D5F-4092-4F1D-B540-9DF1E3EC604C}" srcOrd="1" destOrd="0" presId="urn:microsoft.com/office/officeart/2005/8/layout/orgChart1"/>
    <dgm:cxn modelId="{E12F58EA-2B09-477B-A497-E35D894AC81A}" type="presParOf" srcId="{AE4B810F-220C-4553-9194-9B2B51BEEC33}" destId="{CB92EBC5-B52F-43BC-BFC2-FE20EABC2F71}" srcOrd="1" destOrd="0" presId="urn:microsoft.com/office/officeart/2005/8/layout/orgChart1"/>
    <dgm:cxn modelId="{D93EC0F4-F5C9-485F-A292-C49CD289D975}" type="presParOf" srcId="{CB92EBC5-B52F-43BC-BFC2-FE20EABC2F71}" destId="{6A64A1A4-A609-4DB3-9393-C928C8974795}" srcOrd="0" destOrd="0" presId="urn:microsoft.com/office/officeart/2005/8/layout/orgChart1"/>
    <dgm:cxn modelId="{C2C22FD3-D763-4B51-A8F4-0B7591D2CE7F}" type="presParOf" srcId="{CB92EBC5-B52F-43BC-BFC2-FE20EABC2F71}" destId="{C3F02582-7CDC-4527-B346-A7582F085EC3}" srcOrd="1" destOrd="0" presId="urn:microsoft.com/office/officeart/2005/8/layout/orgChart1"/>
    <dgm:cxn modelId="{E2670CE7-745B-4D3D-A88D-0A8DD2B8440A}" type="presParOf" srcId="{C3F02582-7CDC-4527-B346-A7582F085EC3}" destId="{5B2201E7-4DCA-41EE-8609-2BD8922DFBAF}" srcOrd="0" destOrd="0" presId="urn:microsoft.com/office/officeart/2005/8/layout/orgChart1"/>
    <dgm:cxn modelId="{83BDB635-C6B2-4AA7-BE0B-C3C9BDCD3D89}" type="presParOf" srcId="{5B2201E7-4DCA-41EE-8609-2BD8922DFBAF}" destId="{1FE756C3-76AF-487F-926F-2DDC8B27C39C}" srcOrd="0" destOrd="0" presId="urn:microsoft.com/office/officeart/2005/8/layout/orgChart1"/>
    <dgm:cxn modelId="{DC1E7D6D-6B78-4323-AC60-CE9351D3F59D}" type="presParOf" srcId="{5B2201E7-4DCA-41EE-8609-2BD8922DFBAF}" destId="{725EC0A9-4123-4789-949C-687E592E51AD}" srcOrd="1" destOrd="0" presId="urn:microsoft.com/office/officeart/2005/8/layout/orgChart1"/>
    <dgm:cxn modelId="{D0CD5DBD-4BB7-4AB0-A498-CC813492FC1E}" type="presParOf" srcId="{C3F02582-7CDC-4527-B346-A7582F085EC3}" destId="{EEC7C750-B6C8-4E46-8347-CB71A9DD4278}" srcOrd="1" destOrd="0" presId="urn:microsoft.com/office/officeart/2005/8/layout/orgChart1"/>
    <dgm:cxn modelId="{86F68477-4C65-4CAC-B7D6-665A5426103B}" type="presParOf" srcId="{C3F02582-7CDC-4527-B346-A7582F085EC3}" destId="{3AFA81F1-F45B-44F5-B57E-527902951AC9}" srcOrd="2" destOrd="0" presId="urn:microsoft.com/office/officeart/2005/8/layout/orgChart1"/>
    <dgm:cxn modelId="{BA65D8D7-5DF5-434D-84AF-84314FE13FA9}" type="presParOf" srcId="{AE4B810F-220C-4553-9194-9B2B51BEEC33}" destId="{005B85D6-8348-49BC-8C34-A8AA578539E1}" srcOrd="2" destOrd="0" presId="urn:microsoft.com/office/officeart/2005/8/layout/orgChart1"/>
    <dgm:cxn modelId="{D930DC25-311E-4B7E-97FC-4B77CEA9B488}" type="presParOf" srcId="{9F3F85F2-4ABD-415A-AB54-F54899B21998}" destId="{AAF8F20B-A04A-4346-9B4A-85282635025B}" srcOrd="2" destOrd="0" presId="urn:microsoft.com/office/officeart/2005/8/layout/orgChart1"/>
    <dgm:cxn modelId="{5A3FD55B-F7C7-48C8-82FA-6D5496903433}" type="presParOf" srcId="{A2F0D133-520B-4212-AF27-5C2516EF7873}" destId="{032E38DB-80D0-4911-93F9-397E9849DE71}" srcOrd="2" destOrd="0" presId="urn:microsoft.com/office/officeart/2005/8/layout/orgChart1"/>
    <dgm:cxn modelId="{9A18B0A0-10B0-4808-8D35-AFD33B384F18}" type="presParOf" srcId="{E8D2EBBC-9D49-4A21-A43E-E0A70E0AF1DB}" destId="{6A0B0EBE-C5BE-4831-8CD3-EDC31006F797}" srcOrd="8" destOrd="0" presId="urn:microsoft.com/office/officeart/2005/8/layout/orgChart1"/>
    <dgm:cxn modelId="{23CCEE37-F125-41E3-857D-857B96482C10}" type="presParOf" srcId="{E8D2EBBC-9D49-4A21-A43E-E0A70E0AF1DB}" destId="{FB90E061-5283-4A30-AF18-636D1A878B9A}" srcOrd="9" destOrd="0" presId="urn:microsoft.com/office/officeart/2005/8/layout/orgChart1"/>
    <dgm:cxn modelId="{338C384A-D000-4796-8CA1-D32AF8D31020}" type="presParOf" srcId="{FB90E061-5283-4A30-AF18-636D1A878B9A}" destId="{544E5298-9FEC-4C21-A760-299E92DEC559}" srcOrd="0" destOrd="0" presId="urn:microsoft.com/office/officeart/2005/8/layout/orgChart1"/>
    <dgm:cxn modelId="{EBA4468A-0DC6-42FF-9F5E-A10C2614EF06}" type="presParOf" srcId="{544E5298-9FEC-4C21-A760-299E92DEC559}" destId="{F7729A8F-DAA3-4FBC-B6CF-D7D027DFF119}" srcOrd="0" destOrd="0" presId="urn:microsoft.com/office/officeart/2005/8/layout/orgChart1"/>
    <dgm:cxn modelId="{DAEE4EEF-9106-4FB4-A5B1-D5A8219E74C6}" type="presParOf" srcId="{544E5298-9FEC-4C21-A760-299E92DEC559}" destId="{64317277-D5C0-42AB-9459-6A742A75D755}" srcOrd="1" destOrd="0" presId="urn:microsoft.com/office/officeart/2005/8/layout/orgChart1"/>
    <dgm:cxn modelId="{4715C7CF-2A26-4EF3-9260-BFED3F917D57}" type="presParOf" srcId="{FB90E061-5283-4A30-AF18-636D1A878B9A}" destId="{87F32BFC-6603-43F5-BC0A-34591A5F984A}" srcOrd="1" destOrd="0" presId="urn:microsoft.com/office/officeart/2005/8/layout/orgChart1"/>
    <dgm:cxn modelId="{C315D3A8-9B04-4EAF-BA6D-0B498911CADD}" type="presParOf" srcId="{87F32BFC-6603-43F5-BC0A-34591A5F984A}" destId="{4866E1E0-974C-4E7D-841D-036DA4571409}" srcOrd="0" destOrd="0" presId="urn:microsoft.com/office/officeart/2005/8/layout/orgChart1"/>
    <dgm:cxn modelId="{246F1998-1AE2-4F1F-B965-563C2DAF51F7}" type="presParOf" srcId="{87F32BFC-6603-43F5-BC0A-34591A5F984A}" destId="{178D641D-E0FE-4967-85A7-151E11ABB215}" srcOrd="1" destOrd="0" presId="urn:microsoft.com/office/officeart/2005/8/layout/orgChart1"/>
    <dgm:cxn modelId="{2090F395-FFA8-41C6-BEA4-6A1EC6BBABCF}" type="presParOf" srcId="{178D641D-E0FE-4967-85A7-151E11ABB215}" destId="{09DFA5DE-BC20-4996-BCB3-8A9844B649DE}" srcOrd="0" destOrd="0" presId="urn:microsoft.com/office/officeart/2005/8/layout/orgChart1"/>
    <dgm:cxn modelId="{DBCA98B0-EA40-4C6D-9489-17B34DEAA6C3}" type="presParOf" srcId="{09DFA5DE-BC20-4996-BCB3-8A9844B649DE}" destId="{527E211A-D0E3-4367-9AE2-39BCC76D4830}" srcOrd="0" destOrd="0" presId="urn:microsoft.com/office/officeart/2005/8/layout/orgChart1"/>
    <dgm:cxn modelId="{84E49602-0D7A-43D6-936B-E8A8CCBC4E05}" type="presParOf" srcId="{09DFA5DE-BC20-4996-BCB3-8A9844B649DE}" destId="{7620C6DE-AD2E-434A-B185-57C790DFC2EE}" srcOrd="1" destOrd="0" presId="urn:microsoft.com/office/officeart/2005/8/layout/orgChart1"/>
    <dgm:cxn modelId="{A1F5322D-DDFF-4492-973C-13EBD89832C3}" type="presParOf" srcId="{178D641D-E0FE-4967-85A7-151E11ABB215}" destId="{EBF848F6-C03D-4B3E-9752-607C73BAFCB4}" srcOrd="1" destOrd="0" presId="urn:microsoft.com/office/officeart/2005/8/layout/orgChart1"/>
    <dgm:cxn modelId="{04255F50-333F-4603-BAF6-D23C19A46723}" type="presParOf" srcId="{EBF848F6-C03D-4B3E-9752-607C73BAFCB4}" destId="{92A9779B-728F-4545-911E-99B389D6D6A8}" srcOrd="0" destOrd="0" presId="urn:microsoft.com/office/officeart/2005/8/layout/orgChart1"/>
    <dgm:cxn modelId="{9F8672E1-FF8E-4302-B87E-A782D4AD15C9}" type="presParOf" srcId="{EBF848F6-C03D-4B3E-9752-607C73BAFCB4}" destId="{8B239891-C664-449D-8465-FF1B27E8BE77}" srcOrd="1" destOrd="0" presId="urn:microsoft.com/office/officeart/2005/8/layout/orgChart1"/>
    <dgm:cxn modelId="{41051AB5-EBDE-4A1C-9A7E-D21700C4B365}" type="presParOf" srcId="{8B239891-C664-449D-8465-FF1B27E8BE77}" destId="{1242690A-FADE-4ECF-B3AC-10BCC1A22CDC}" srcOrd="0" destOrd="0" presId="urn:microsoft.com/office/officeart/2005/8/layout/orgChart1"/>
    <dgm:cxn modelId="{7DB7757C-A691-44F0-B734-AFE1291E24C8}" type="presParOf" srcId="{1242690A-FADE-4ECF-B3AC-10BCC1A22CDC}" destId="{0BFB558D-3DD5-4A95-9ED3-8784BA1B890E}" srcOrd="0" destOrd="0" presId="urn:microsoft.com/office/officeart/2005/8/layout/orgChart1"/>
    <dgm:cxn modelId="{BC18E373-CAAB-4A34-989C-F8E68688C7A0}" type="presParOf" srcId="{1242690A-FADE-4ECF-B3AC-10BCC1A22CDC}" destId="{E87F2300-DCEB-46F1-A23A-23AA72D3D7B7}" srcOrd="1" destOrd="0" presId="urn:microsoft.com/office/officeart/2005/8/layout/orgChart1"/>
    <dgm:cxn modelId="{C14100EF-4379-4372-87C8-7EE988B6844C}" type="presParOf" srcId="{8B239891-C664-449D-8465-FF1B27E8BE77}" destId="{BD3EAF1E-7A5D-428E-AC8B-F9E2D66F58C1}" srcOrd="1" destOrd="0" presId="urn:microsoft.com/office/officeart/2005/8/layout/orgChart1"/>
    <dgm:cxn modelId="{0DACA7FA-034B-4408-8570-496743FBE75F}" type="presParOf" srcId="{BD3EAF1E-7A5D-428E-AC8B-F9E2D66F58C1}" destId="{26C3A1ED-F45E-401E-AF98-1A0F38ACFFBB}" srcOrd="0" destOrd="0" presId="urn:microsoft.com/office/officeart/2005/8/layout/orgChart1"/>
    <dgm:cxn modelId="{EB9C5AA7-62B8-49E8-AFDE-359B31D3C511}" type="presParOf" srcId="{BD3EAF1E-7A5D-428E-AC8B-F9E2D66F58C1}" destId="{E498C2D5-5835-4BD6-BF44-0822AFA90FCA}" srcOrd="1" destOrd="0" presId="urn:microsoft.com/office/officeart/2005/8/layout/orgChart1"/>
    <dgm:cxn modelId="{5CBD02AE-2A12-4EDE-9A90-F735957B823F}" type="presParOf" srcId="{E498C2D5-5835-4BD6-BF44-0822AFA90FCA}" destId="{2D9B4CF3-DE21-4DCD-BD77-C64601339447}" srcOrd="0" destOrd="0" presId="urn:microsoft.com/office/officeart/2005/8/layout/orgChart1"/>
    <dgm:cxn modelId="{A13F51D2-A652-4D90-BCDF-2A9E46E271A9}" type="presParOf" srcId="{2D9B4CF3-DE21-4DCD-BD77-C64601339447}" destId="{17B05A30-944F-44AE-8D36-514815E62228}" srcOrd="0" destOrd="0" presId="urn:microsoft.com/office/officeart/2005/8/layout/orgChart1"/>
    <dgm:cxn modelId="{702BB295-AD72-4573-9030-AFED1391E35F}" type="presParOf" srcId="{2D9B4CF3-DE21-4DCD-BD77-C64601339447}" destId="{51102618-9493-4C52-A9D7-47C6FF9DB405}" srcOrd="1" destOrd="0" presId="urn:microsoft.com/office/officeart/2005/8/layout/orgChart1"/>
    <dgm:cxn modelId="{FFBFA540-E689-4909-BAF3-F3CCD4416B6D}" type="presParOf" srcId="{E498C2D5-5835-4BD6-BF44-0822AFA90FCA}" destId="{1EE47110-0D61-4A0F-8F76-061D61A68A35}" srcOrd="1" destOrd="0" presId="urn:microsoft.com/office/officeart/2005/8/layout/orgChart1"/>
    <dgm:cxn modelId="{AD242D35-74F3-4C6E-AF97-D0B043D6CEF2}" type="presParOf" srcId="{1EE47110-0D61-4A0F-8F76-061D61A68A35}" destId="{42744CF3-B333-4AC9-8CAE-9B815E357D8D}" srcOrd="0" destOrd="0" presId="urn:microsoft.com/office/officeart/2005/8/layout/orgChart1"/>
    <dgm:cxn modelId="{FCACEA54-8557-4B55-B10B-09F625C1D82B}" type="presParOf" srcId="{1EE47110-0D61-4A0F-8F76-061D61A68A35}" destId="{52682E9A-07AB-4ED9-A072-2ED73BBD9085}" srcOrd="1" destOrd="0" presId="urn:microsoft.com/office/officeart/2005/8/layout/orgChart1"/>
    <dgm:cxn modelId="{1450585C-0A8D-433D-9647-D4959FC8CFCA}" type="presParOf" srcId="{52682E9A-07AB-4ED9-A072-2ED73BBD9085}" destId="{21B86835-9AD0-4FEF-A83C-4E990DA49BB1}" srcOrd="0" destOrd="0" presId="urn:microsoft.com/office/officeart/2005/8/layout/orgChart1"/>
    <dgm:cxn modelId="{27DA4166-0AEB-4484-83EF-21D3D5ACC2AD}" type="presParOf" srcId="{21B86835-9AD0-4FEF-A83C-4E990DA49BB1}" destId="{A38165C0-F7F0-4DFF-BA19-31B0C5F44A62}" srcOrd="0" destOrd="0" presId="urn:microsoft.com/office/officeart/2005/8/layout/orgChart1"/>
    <dgm:cxn modelId="{4032F015-B267-4C47-9F1C-D9B245B55EEA}" type="presParOf" srcId="{21B86835-9AD0-4FEF-A83C-4E990DA49BB1}" destId="{D9252FC0-62E7-49A7-A8CA-C6B6083FF989}" srcOrd="1" destOrd="0" presId="urn:microsoft.com/office/officeart/2005/8/layout/orgChart1"/>
    <dgm:cxn modelId="{AB1CC432-76F0-4EF4-B0F1-9A697319770F}" type="presParOf" srcId="{52682E9A-07AB-4ED9-A072-2ED73BBD9085}" destId="{58B7858E-098A-424E-8408-A4E53F285C12}" srcOrd="1" destOrd="0" presId="urn:microsoft.com/office/officeart/2005/8/layout/orgChart1"/>
    <dgm:cxn modelId="{3A218CED-05B7-4403-A85D-1463FB09F561}" type="presParOf" srcId="{58B7858E-098A-424E-8408-A4E53F285C12}" destId="{5A70E395-4D53-4224-83F6-2C7527AFE056}" srcOrd="0" destOrd="0" presId="urn:microsoft.com/office/officeart/2005/8/layout/orgChart1"/>
    <dgm:cxn modelId="{85DDEAC2-C78B-42BD-93ED-EFF32F9B08D4}" type="presParOf" srcId="{58B7858E-098A-424E-8408-A4E53F285C12}" destId="{241727A4-27EF-47ED-BC57-88897EF7C55A}" srcOrd="1" destOrd="0" presId="urn:microsoft.com/office/officeart/2005/8/layout/orgChart1"/>
    <dgm:cxn modelId="{531C979A-10D9-4C01-A93D-2A03F3518D28}" type="presParOf" srcId="{241727A4-27EF-47ED-BC57-88897EF7C55A}" destId="{E8FB6459-0344-4418-B3C7-BF3591C3DACE}" srcOrd="0" destOrd="0" presId="urn:microsoft.com/office/officeart/2005/8/layout/orgChart1"/>
    <dgm:cxn modelId="{1DB657B3-EA27-4C54-83D7-61A319D16AD1}" type="presParOf" srcId="{E8FB6459-0344-4418-B3C7-BF3591C3DACE}" destId="{D6F51E61-5957-4098-84F8-1B04029143EC}" srcOrd="0" destOrd="0" presId="urn:microsoft.com/office/officeart/2005/8/layout/orgChart1"/>
    <dgm:cxn modelId="{6754199C-9635-4F5D-9FF2-A0B8D7DBA6F2}" type="presParOf" srcId="{E8FB6459-0344-4418-B3C7-BF3591C3DACE}" destId="{3424B34E-4D31-4E05-9B30-DA7C63C9865F}" srcOrd="1" destOrd="0" presId="urn:microsoft.com/office/officeart/2005/8/layout/orgChart1"/>
    <dgm:cxn modelId="{F5AF6209-07B1-4F30-9FEC-291BEF32F75F}" type="presParOf" srcId="{241727A4-27EF-47ED-BC57-88897EF7C55A}" destId="{108059CB-0F49-4639-8491-F517344C61EC}" srcOrd="1" destOrd="0" presId="urn:microsoft.com/office/officeart/2005/8/layout/orgChart1"/>
    <dgm:cxn modelId="{C430FB67-00FA-42C7-9BAD-4B7C16B15866}" type="presParOf" srcId="{241727A4-27EF-47ED-BC57-88897EF7C55A}" destId="{D794A431-4DAB-4A11-9A47-B695332F86AF}" srcOrd="2" destOrd="0" presId="urn:microsoft.com/office/officeart/2005/8/layout/orgChart1"/>
    <dgm:cxn modelId="{5E317BAC-1888-4E40-B777-6309AF6FD77B}" type="presParOf" srcId="{52682E9A-07AB-4ED9-A072-2ED73BBD9085}" destId="{9F530077-CC4A-43E4-81EC-757648EF228F}" srcOrd="2" destOrd="0" presId="urn:microsoft.com/office/officeart/2005/8/layout/orgChart1"/>
    <dgm:cxn modelId="{95C30508-E0D0-48FC-8014-8813CA1A6E6B}" type="presParOf" srcId="{E498C2D5-5835-4BD6-BF44-0822AFA90FCA}" destId="{A10AF1DB-EE2C-4876-BAC5-65749010506C}" srcOrd="2" destOrd="0" presId="urn:microsoft.com/office/officeart/2005/8/layout/orgChart1"/>
    <dgm:cxn modelId="{A7E9F246-3CFE-4309-A3F3-B356BBF3957C}" type="presParOf" srcId="{8B239891-C664-449D-8465-FF1B27E8BE77}" destId="{6B1A5A05-3341-40FA-92E6-3ABA9F4EEB45}" srcOrd="2" destOrd="0" presId="urn:microsoft.com/office/officeart/2005/8/layout/orgChart1"/>
    <dgm:cxn modelId="{FA8103A3-DEF6-4EAA-910A-133868511C83}" type="presParOf" srcId="{178D641D-E0FE-4967-85A7-151E11ABB215}" destId="{07B61927-4B80-49EF-A7C8-EEC34217F12A}" srcOrd="2" destOrd="0" presId="urn:microsoft.com/office/officeart/2005/8/layout/orgChart1"/>
    <dgm:cxn modelId="{5DC4E432-AE57-44DD-A529-4B5062685790}" type="presParOf" srcId="{FB90E061-5283-4A30-AF18-636D1A878B9A}" destId="{F220FCD5-DD27-4BCE-A529-DDE12F6357D6}" srcOrd="2" destOrd="0" presId="urn:microsoft.com/office/officeart/2005/8/layout/orgChart1"/>
    <dgm:cxn modelId="{4154DBF6-5A2F-4481-A339-204E10923DAF}" type="presParOf" srcId="{9AF9B59F-DBB3-466E-A461-028DBC13FDF0}" destId="{EBC8B513-F4F6-429D-8FBA-7F42F2FE5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1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10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1000" dirty="0"/>
        </a:p>
      </dgm:t>
    </dgm:pt>
    <dgm:pt modelId="{114BA934-5DAA-4DBE-9DF2-DECC63DFA76A}" type="parTrans" cxnId="{FDCBB7BE-0556-403D-A5F1-550402A4D5A3}">
      <dgm:prSet/>
      <dgm:spPr/>
      <dgm:t>
        <a:bodyPr/>
        <a:lstStyle/>
        <a:p>
          <a:endParaRPr kumimoji="1" lang="ja-JP" altLang="en-US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埼玉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○担当：小杉様／堂園様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0429-55-3195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0429-55-3677</a:t>
          </a:r>
          <a:endParaRPr kumimoji="1" lang="ja-JP" altLang="en-US" sz="1000" dirty="0"/>
        </a:p>
      </dgm:t>
    </dgm:pt>
    <dgm:pt modelId="{6FB92364-91C6-45F6-93D6-ECEF8D4B893D}" type="parTrans" cxnId="{9416E835-F46A-478B-90D4-CF2DA0BD8990}">
      <dgm:prSet/>
      <dgm:spPr/>
      <dgm:t>
        <a:bodyPr/>
        <a:lstStyle/>
        <a:p>
          <a:endParaRPr kumimoji="1" lang="ja-JP" altLang="en-US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/>
      <dgm:spPr/>
      <dgm:t>
        <a:bodyPr/>
        <a:lstStyle/>
        <a:p>
          <a:endParaRPr kumimoji="1" lang="ja-JP" altLang="en-US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1000" dirty="0"/>
        </a:p>
      </dgm:t>
    </dgm:pt>
    <dgm:pt modelId="{4789EEDB-FC81-4711-B458-A62B776C7DA2}" type="parTrans" cxnId="{8A9A27E0-7DB7-4F97-97A1-C0A039EE17E6}">
      <dgm:prSet/>
      <dgm:spPr/>
      <dgm:t>
        <a:bodyPr/>
        <a:lstStyle/>
        <a:p>
          <a:endParaRPr kumimoji="1" lang="ja-JP" altLang="en-US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10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1000" dirty="0"/>
        </a:p>
      </dgm:t>
    </dgm:pt>
    <dgm:pt modelId="{5782BE1B-1998-425D-B45B-863E27F51046}" type="parTrans" cxnId="{A1C5B3FA-7F25-4A1A-988A-1B854B63D090}">
      <dgm:prSet/>
      <dgm:spPr/>
      <dgm:t>
        <a:bodyPr/>
        <a:lstStyle/>
        <a:p>
          <a:endParaRPr kumimoji="1" lang="ja-JP" altLang="en-US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1000" dirty="0"/>
        </a:p>
      </dgm:t>
    </dgm:pt>
    <dgm:pt modelId="{879D7B52-6074-4869-8B0D-49F95D38B1CE}" type="parTrans" cxnId="{26100747-962C-49AA-BC3B-08A6FA9FDE94}">
      <dgm:prSet/>
      <dgm:spPr/>
      <dgm:t>
        <a:bodyPr/>
        <a:lstStyle/>
        <a:p>
          <a:endParaRPr kumimoji="1" lang="ja-JP" altLang="en-US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三井精機製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サイサン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○担当：エンジニアリング部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山下　実様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○住所：〒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371-0811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　前橋市朝倉町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73-3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○携帯：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090-4135-2853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／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090-3146-8196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  <a:endParaRPr kumimoji="1" lang="ja-JP" altLang="en-US" sz="1000" dirty="0">
            <a:solidFill>
              <a:schemeClr val="tx1"/>
            </a:solidFill>
          </a:endParaRPr>
        </a:p>
      </dgm:t>
    </dgm:pt>
    <dgm:pt modelId="{301911D4-273D-4323-BB27-92ECD3D12F47}" type="parTrans" cxnId="{50A3F1F3-880E-4C46-ABA2-D07BC231BC20}">
      <dgm:prSet/>
      <dgm:spPr/>
      <dgm:t>
        <a:bodyPr/>
        <a:lstStyle/>
        <a:p>
          <a:endParaRPr kumimoji="1" lang="ja-JP" altLang="en-US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10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10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1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/>
      <dgm:spPr/>
      <dgm:t>
        <a:bodyPr/>
        <a:lstStyle/>
        <a:p>
          <a:endParaRPr kumimoji="1" lang="ja-JP" altLang="en-US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r>
            <a:rPr kumimoji="1" lang="ja-JP" altLang="en-US" sz="1000" dirty="0">
              <a:solidFill>
                <a:schemeClr val="tx1"/>
              </a:solidFill>
            </a:rPr>
            <a:t>濱田</a:t>
          </a:r>
          <a:endParaRPr kumimoji="1" lang="en-US" altLang="ja-JP" sz="1000" dirty="0">
            <a:solidFill>
              <a:schemeClr val="tx1"/>
            </a:solidFill>
          </a:endParaRPr>
        </a:p>
        <a:p>
          <a:r>
            <a:rPr kumimoji="1" lang="ja-JP" altLang="en-US" sz="1000" dirty="0">
              <a:solidFill>
                <a:schemeClr val="tx1"/>
              </a:solidFill>
            </a:rPr>
            <a:t>○携帯：</a:t>
          </a:r>
          <a:r>
            <a:rPr kumimoji="1" lang="en-US" altLang="ja-JP" sz="1000" dirty="0">
              <a:solidFill>
                <a:schemeClr val="tx1"/>
              </a:solidFill>
            </a:rPr>
            <a:t>090-1776-5585</a:t>
          </a:r>
          <a:endParaRPr kumimoji="1" lang="ja-JP" altLang="en-US" sz="10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/>
        </a:p>
      </dgm:t>
    </dgm:pt>
    <dgm:pt modelId="{929EA563-65A2-4F71-B77A-DB15BB2AA54D}">
      <dgm:prSet custT="1"/>
      <dgm:spPr/>
      <dgm:t>
        <a:bodyPr/>
        <a:lstStyle/>
        <a:p>
          <a:r>
            <a:rPr kumimoji="1" lang="ja-JP" altLang="en-US" sz="1000" dirty="0">
              <a:solidFill>
                <a:schemeClr val="tx1"/>
              </a:solidFill>
            </a:rPr>
            <a:t>五十嵐</a:t>
          </a:r>
        </a:p>
      </dgm:t>
    </dgm:pt>
    <dgm:pt modelId="{533A746F-EA01-4DE6-AB7E-04562AAC1D93}" type="parTrans" cxnId="{4611D472-6F20-4D0E-9452-6C9FC1ABA881}">
      <dgm:prSet/>
      <dgm:spPr>
        <a:ln>
          <a:prstDash val="sysDash"/>
        </a:ln>
      </dgm:spPr>
      <dgm:t>
        <a:bodyPr/>
        <a:lstStyle/>
        <a:p>
          <a:endParaRPr kumimoji="1" lang="ja-JP" altLang="en-US"/>
        </a:p>
      </dgm:t>
    </dgm:pt>
    <dgm:pt modelId="{98D15503-9220-4A40-990A-E2D821F0AD4F}" type="sibTrans" cxnId="{4611D472-6F20-4D0E-9452-6C9FC1ABA881}">
      <dgm:prSet/>
      <dgm:spPr/>
      <dgm:t>
        <a:bodyPr/>
        <a:lstStyle/>
        <a:p>
          <a:endParaRPr kumimoji="1" lang="ja-JP" altLang="en-US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600" dirty="0">
              <a:solidFill>
                <a:schemeClr val="tx1"/>
              </a:solidFill>
            </a:rPr>
            <a:t>119</a:t>
          </a:r>
          <a:endParaRPr kumimoji="1" lang="ja-JP" altLang="en-US" sz="16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/>
      <dgm:spPr/>
      <dgm:t>
        <a:bodyPr/>
        <a:lstStyle/>
        <a:p>
          <a:endParaRPr kumimoji="1" lang="ja-JP" altLang="en-US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/>
        </a:p>
      </dgm:t>
    </dgm:pt>
    <dgm:pt modelId="{9279CA85-103A-488A-8D25-42D8ABA761B7}">
      <dgm:prSet custT="1"/>
      <dgm:spPr/>
      <dgm:t>
        <a:bodyPr/>
        <a:lstStyle/>
        <a:p>
          <a:r>
            <a:rPr kumimoji="1" lang="ja-JP" altLang="en-US" sz="1000" dirty="0">
              <a:solidFill>
                <a:schemeClr val="tx1"/>
              </a:solidFill>
            </a:rPr>
            <a:t>戸口</a:t>
          </a:r>
        </a:p>
      </dgm:t>
    </dgm:pt>
    <dgm:pt modelId="{6186CEBC-620E-4D3E-AC22-22129443526A}" type="parTrans" cxnId="{D80C0076-F9EE-4DA8-BFA1-993DB64054FF}">
      <dgm:prSet/>
      <dgm:spPr>
        <a:ln>
          <a:prstDash val="sysDash"/>
        </a:ln>
      </dgm:spPr>
      <dgm:t>
        <a:bodyPr/>
        <a:lstStyle/>
        <a:p>
          <a:endParaRPr kumimoji="1" lang="ja-JP" altLang="en-US"/>
        </a:p>
      </dgm:t>
    </dgm:pt>
    <dgm:pt modelId="{B788BCD9-3732-4B2F-AE01-A80C1E46ADEB}" type="sibTrans" cxnId="{D80C0076-F9EE-4DA8-BFA1-993DB64054FF}">
      <dgm:prSet/>
      <dgm:spPr/>
      <dgm:t>
        <a:bodyPr/>
        <a:lstStyle/>
        <a:p>
          <a:endParaRPr kumimoji="1" lang="ja-JP" altLang="en-US"/>
        </a:p>
      </dgm:t>
    </dgm:pt>
    <dgm:pt modelId="{50836E4D-D324-4E74-9C17-8805538677BD}">
      <dgm:prSet custT="1"/>
      <dgm:spPr/>
      <dgm:t>
        <a:bodyPr/>
        <a:lstStyle/>
        <a:p>
          <a:r>
            <a:rPr kumimoji="1" lang="ja-JP" altLang="en-US" sz="1000" dirty="0">
              <a:solidFill>
                <a:schemeClr val="tx1"/>
              </a:solidFill>
            </a:rPr>
            <a:t>福田</a:t>
          </a:r>
        </a:p>
      </dgm:t>
    </dgm:pt>
    <dgm:pt modelId="{163FA65D-5F74-44BA-BAF8-77A2BBB8BD9C}" type="parTrans" cxnId="{BEDB965E-6F0A-41EB-AFF4-8913F18DFEF8}">
      <dgm:prSet/>
      <dgm:spPr>
        <a:ln>
          <a:prstDash val="sysDash"/>
        </a:ln>
      </dgm:spPr>
      <dgm:t>
        <a:bodyPr/>
        <a:lstStyle/>
        <a:p>
          <a:endParaRPr kumimoji="1" lang="ja-JP" altLang="en-US"/>
        </a:p>
      </dgm:t>
    </dgm:pt>
    <dgm:pt modelId="{44C2BDA7-C271-411D-9782-6196FD877B41}" type="sibTrans" cxnId="{BEDB965E-6F0A-41EB-AFF4-8913F18DFEF8}">
      <dgm:prSet/>
      <dgm:spPr/>
      <dgm:t>
        <a:bodyPr/>
        <a:lstStyle/>
        <a:p>
          <a:endParaRPr kumimoji="1" lang="ja-JP" altLang="en-US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1000" dirty="0">
              <a:solidFill>
                <a:schemeClr val="tx1"/>
              </a:solidFill>
            </a:rPr>
            <a:t>【AOI】</a:t>
          </a:r>
        </a:p>
        <a:p>
          <a:pPr algn="l"/>
          <a:r>
            <a:rPr kumimoji="1" lang="ja-JP" altLang="en-US" sz="1000" dirty="0">
              <a:solidFill>
                <a:schemeClr val="tx1"/>
              </a:solidFill>
            </a:rPr>
            <a:t>別シート確認</a:t>
          </a:r>
        </a:p>
      </dgm:t>
    </dgm:pt>
    <dgm:pt modelId="{297D39FB-4561-43C3-BCEA-A774238FCBB5}" type="parTrans" cxnId="{A1FCF8AF-9FBF-4006-B3AF-08F566EBAAE3}">
      <dgm:prSet/>
      <dgm:spPr/>
      <dgm:t>
        <a:bodyPr/>
        <a:lstStyle/>
        <a:p>
          <a:endParaRPr kumimoji="1" lang="ja-JP" altLang="en-US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10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/>
      <dgm:spPr>
        <a:ln>
          <a:headEnd type="triangle"/>
        </a:ln>
      </dgm:spPr>
      <dgm:t>
        <a:bodyPr/>
        <a:lstStyle/>
        <a:p>
          <a:endParaRPr kumimoji="1" lang="ja-JP" altLang="en-US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1" custLinFactNeighborX="-21575" custLinFactNeighborY="-3858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LinFactNeighborY="-24467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7"/>
      <dgm:spPr/>
    </dgm:pt>
    <dgm:pt modelId="{51D50C2A-1FC8-4D27-9D01-C472F2EEC828}" type="pres">
      <dgm:prSet presAssocID="{6FB92364-91C6-45F6-93D6-ECEF8D4B893D}" presName="connTx" presStyleLbl="parChTrans1D3" presStyleIdx="0" presStyleCnt="7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7" custScaleX="125299" custScaleY="194259" custLinFactNeighborX="2892" custLinFactNeighborY="-22853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LinFactNeighborY="-51643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7"/>
      <dgm:spPr/>
    </dgm:pt>
    <dgm:pt modelId="{A7869578-ADD9-492F-8758-7CE680901525}" type="pres">
      <dgm:prSet presAssocID="{4789EEDB-FC81-4711-B458-A62B776C7DA2}" presName="connTx" presStyleLbl="parChTrans1D3" presStyleIdx="1" presStyleCnt="7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7" custScaleX="124131" custScaleY="198566" custLinFactNeighborX="2892" custLinFactNeighborY="-51643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07580" custScaleY="287818" custLinFactNeighborX="-6373" custLinFactNeighborY="-49814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Y="98369" custLinFactNeighborY="-48866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7"/>
      <dgm:spPr/>
    </dgm:pt>
    <dgm:pt modelId="{D832D721-A01D-42A3-B33C-5B6D57DCB401}" type="pres">
      <dgm:prSet presAssocID="{879D7B52-6074-4869-8B0D-49F95D38B1CE}" presName="connTx" presStyleLbl="parChTrans1D3" presStyleIdx="2" presStyleCnt="7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7" custScaleX="124909" custScaleY="219931" custLinFactNeighborX="2892" custLinFactNeighborY="-47252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332269" custLinFactNeighborX="-167" custLinFactNeighborY="-37877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Y="74391" custLinFactNeighborY="-39103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132901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7E9783B6-D486-4CF0-BABF-1F14F52DD14B}" type="pres">
      <dgm:prSet presAssocID="{533A746F-EA01-4DE6-AB7E-04562AAC1D93}" presName="conn2-1" presStyleLbl="parChTrans1D3" presStyleIdx="3" presStyleCnt="7"/>
      <dgm:spPr/>
    </dgm:pt>
    <dgm:pt modelId="{E1F61D22-84E6-4883-AA6C-B68F0C3E0DFD}" type="pres">
      <dgm:prSet presAssocID="{533A746F-EA01-4DE6-AB7E-04562AAC1D93}" presName="connTx" presStyleLbl="parChTrans1D3" presStyleIdx="3" presStyleCnt="7"/>
      <dgm:spPr/>
    </dgm:pt>
    <dgm:pt modelId="{91E958EB-C4DB-49BE-B809-C43BC7001AC5}" type="pres">
      <dgm:prSet presAssocID="{929EA563-65A2-4F71-B77A-DB15BB2AA54D}" presName="root2" presStyleCnt="0"/>
      <dgm:spPr/>
    </dgm:pt>
    <dgm:pt modelId="{A42E8B6D-BD5E-4B25-9E22-DF58DA28392E}" type="pres">
      <dgm:prSet presAssocID="{929EA563-65A2-4F71-B77A-DB15BB2AA54D}" presName="LevelTwoTextNode" presStyleLbl="node3" presStyleIdx="3" presStyleCnt="7" custScaleY="36648" custLinFactNeighborX="1765" custLinFactNeighborY="-5705">
        <dgm:presLayoutVars>
          <dgm:chPref val="3"/>
        </dgm:presLayoutVars>
      </dgm:prSet>
      <dgm:spPr/>
    </dgm:pt>
    <dgm:pt modelId="{7B896929-4C66-4D3B-A114-22BC6C039B1C}" type="pres">
      <dgm:prSet presAssocID="{929EA563-65A2-4F71-B77A-DB15BB2AA54D}" presName="level3hierChild" presStyleCnt="0"/>
      <dgm:spPr/>
    </dgm:pt>
    <dgm:pt modelId="{3F4610EB-0E11-49C5-9283-5BFB4826870B}" type="pres">
      <dgm:prSet presAssocID="{6186CEBC-620E-4D3E-AC22-22129443526A}" presName="conn2-1" presStyleLbl="parChTrans1D3" presStyleIdx="4" presStyleCnt="7"/>
      <dgm:spPr/>
    </dgm:pt>
    <dgm:pt modelId="{B1F917E2-A2BA-4C53-AA5B-13E16A1DD742}" type="pres">
      <dgm:prSet presAssocID="{6186CEBC-620E-4D3E-AC22-22129443526A}" presName="connTx" presStyleLbl="parChTrans1D3" presStyleIdx="4" presStyleCnt="7"/>
      <dgm:spPr/>
    </dgm:pt>
    <dgm:pt modelId="{539F627D-5E78-40D5-BD24-0C92D6577C66}" type="pres">
      <dgm:prSet presAssocID="{9279CA85-103A-488A-8D25-42D8ABA761B7}" presName="root2" presStyleCnt="0"/>
      <dgm:spPr/>
    </dgm:pt>
    <dgm:pt modelId="{2BDA5DA8-8523-4DFA-8ACC-05DF84F80C16}" type="pres">
      <dgm:prSet presAssocID="{9279CA85-103A-488A-8D25-42D8ABA761B7}" presName="LevelTwoTextNode" presStyleLbl="node3" presStyleIdx="4" presStyleCnt="7" custScaleY="36648" custLinFactNeighborY="-6911">
        <dgm:presLayoutVars>
          <dgm:chPref val="3"/>
        </dgm:presLayoutVars>
      </dgm:prSet>
      <dgm:spPr/>
    </dgm:pt>
    <dgm:pt modelId="{1F1ADACA-1384-45C1-985D-296949A9965E}" type="pres">
      <dgm:prSet presAssocID="{9279CA85-103A-488A-8D25-42D8ABA761B7}" presName="level3hierChild" presStyleCnt="0"/>
      <dgm:spPr/>
    </dgm:pt>
    <dgm:pt modelId="{2493978F-4634-4894-9388-4A7420C2AB9E}" type="pres">
      <dgm:prSet presAssocID="{163FA65D-5F74-44BA-BAF8-77A2BBB8BD9C}" presName="conn2-1" presStyleLbl="parChTrans1D3" presStyleIdx="5" presStyleCnt="7"/>
      <dgm:spPr/>
    </dgm:pt>
    <dgm:pt modelId="{3BDE86A5-9999-49F9-8751-930B1A23CF50}" type="pres">
      <dgm:prSet presAssocID="{163FA65D-5F74-44BA-BAF8-77A2BBB8BD9C}" presName="connTx" presStyleLbl="parChTrans1D3" presStyleIdx="5" presStyleCnt="7"/>
      <dgm:spPr/>
    </dgm:pt>
    <dgm:pt modelId="{6120521A-44B2-47ED-81FA-1AF165F2A1FF}" type="pres">
      <dgm:prSet presAssocID="{50836E4D-D324-4E74-9C17-8805538677BD}" presName="root2" presStyleCnt="0"/>
      <dgm:spPr/>
    </dgm:pt>
    <dgm:pt modelId="{65595D00-6E07-4CAA-8219-FF4EF8EC4DF5}" type="pres">
      <dgm:prSet presAssocID="{50836E4D-D324-4E74-9C17-8805538677BD}" presName="LevelTwoTextNode" presStyleLbl="node3" presStyleIdx="5" presStyleCnt="7" custScaleY="36648" custLinFactNeighborY="-6911">
        <dgm:presLayoutVars>
          <dgm:chPref val="3"/>
        </dgm:presLayoutVars>
      </dgm:prSet>
      <dgm:spPr/>
    </dgm:pt>
    <dgm:pt modelId="{BE167438-D8CA-4E44-9B22-0DB004FC6F66}" type="pres">
      <dgm:prSet presAssocID="{50836E4D-D324-4E74-9C17-8805538677BD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NeighborY="17369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6" presStyleCnt="7"/>
      <dgm:spPr/>
    </dgm:pt>
    <dgm:pt modelId="{31066078-E23C-46CB-BEA4-B8BE52E1686B}" type="pres">
      <dgm:prSet presAssocID="{03FF7E2E-4B3F-4D3F-8F0B-6F2AC2EA6454}" presName="connTx" presStyleLbl="parChTrans1D3" presStyleIdx="6" presStyleCnt="7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6" presStyleCnt="7" custScaleX="153574" custScaleY="52232" custLinFactNeighborX="21469" custLinFactNeighborY="16155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BEDB965E-6F0A-41EB-AFF4-8913F18DFEF8}" srcId="{F2E31654-A343-46B5-B812-FDB0F21D9D21}" destId="{50836E4D-D324-4E74-9C17-8805538677BD}" srcOrd="2" destOrd="0" parTransId="{163FA65D-5F74-44BA-BAF8-77A2BBB8BD9C}" sibTransId="{44C2BDA7-C271-411D-9782-6196FD877B41}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F3B3D96C-36F2-45D2-8BBF-3CAEFAE56991}" type="presOf" srcId="{929EA563-65A2-4F71-B77A-DB15BB2AA54D}" destId="{A42E8B6D-BD5E-4B25-9E22-DF58DA28392E}" srcOrd="0" destOrd="0" presId="urn:microsoft.com/office/officeart/2005/8/layout/hierarchy2"/>
    <dgm:cxn modelId="{13DA336D-D513-4376-85A5-4444344C3B43}" type="presOf" srcId="{163FA65D-5F74-44BA-BAF8-77A2BBB8BD9C}" destId="{2493978F-4634-4894-9388-4A7420C2AB9E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4611D472-6F20-4D0E-9452-6C9FC1ABA881}" srcId="{F2E31654-A343-46B5-B812-FDB0F21D9D21}" destId="{929EA563-65A2-4F71-B77A-DB15BB2AA54D}" srcOrd="0" destOrd="0" parTransId="{533A746F-EA01-4DE6-AB7E-04562AAC1D93}" sibTransId="{98D15503-9220-4A40-990A-E2D821F0AD4F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D80C0076-F9EE-4DA8-BFA1-993DB64054FF}" srcId="{F2E31654-A343-46B5-B812-FDB0F21D9D21}" destId="{9279CA85-103A-488A-8D25-42D8ABA761B7}" srcOrd="1" destOrd="0" parTransId="{6186CEBC-620E-4D3E-AC22-22129443526A}" sibTransId="{B788BCD9-3732-4B2F-AE01-A80C1E46ADEB}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0C4F6992-0574-4391-8E31-FF6ECAB9AA8F}" type="presOf" srcId="{9279CA85-103A-488A-8D25-42D8ABA761B7}" destId="{2BDA5DA8-8523-4DFA-8ACC-05DF84F80C16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6F9D829F-DA73-41C0-9351-F700D6D5919A}" type="presOf" srcId="{163FA65D-5F74-44BA-BAF8-77A2BBB8BD9C}" destId="{3BDE86A5-9999-49F9-8751-930B1A23CF50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151050C5-294B-4674-BBB3-317529BCB9F6}" type="presOf" srcId="{533A746F-EA01-4DE6-AB7E-04562AAC1D93}" destId="{7E9783B6-D486-4CF0-BABF-1F14F52DD14B}" srcOrd="0" destOrd="0" presId="urn:microsoft.com/office/officeart/2005/8/layout/hierarchy2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0DFEA5C7-21CD-409B-A5D9-7B4535F14CFD}" type="presOf" srcId="{533A746F-EA01-4DE6-AB7E-04562AAC1D93}" destId="{E1F61D22-84E6-4883-AA6C-B68F0C3E0DFD}" srcOrd="1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804210CF-B91E-4599-9FCE-F51155BBDE7F}" type="presOf" srcId="{6186CEBC-620E-4D3E-AC22-22129443526A}" destId="{3F4610EB-0E11-49C5-9283-5BFB4826870B}" srcOrd="0" destOrd="0" presId="urn:microsoft.com/office/officeart/2005/8/layout/hierarchy2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600172DF-41DF-48DF-86AE-3A153BFC2B42}" type="presOf" srcId="{6186CEBC-620E-4D3E-AC22-22129443526A}" destId="{B1F917E2-A2BA-4C53-AA5B-13E16A1DD742}" srcOrd="1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61E460F5-6EE4-480E-8585-F313B108822C}" type="presOf" srcId="{50836E4D-D324-4E74-9C17-8805538677BD}" destId="{65595D00-6E07-4CAA-8219-FF4EF8EC4DF5}" srcOrd="0" destOrd="0" presId="urn:microsoft.com/office/officeart/2005/8/layout/hierarchy2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EE53AA1F-6492-4359-8BA2-57117B984F25}" type="presParOf" srcId="{EC8A97BF-9035-40FA-9AA0-DBA37732B64C}" destId="{7E9783B6-D486-4CF0-BABF-1F14F52DD14B}" srcOrd="0" destOrd="0" presId="urn:microsoft.com/office/officeart/2005/8/layout/hierarchy2"/>
    <dgm:cxn modelId="{7B27C797-50D1-4EDE-B306-26712E0AC33E}" type="presParOf" srcId="{7E9783B6-D486-4CF0-BABF-1F14F52DD14B}" destId="{E1F61D22-84E6-4883-AA6C-B68F0C3E0DFD}" srcOrd="0" destOrd="0" presId="urn:microsoft.com/office/officeart/2005/8/layout/hierarchy2"/>
    <dgm:cxn modelId="{67B379F5-7401-4BD7-A273-87B7CEBCF347}" type="presParOf" srcId="{EC8A97BF-9035-40FA-9AA0-DBA37732B64C}" destId="{91E958EB-C4DB-49BE-B809-C43BC7001AC5}" srcOrd="1" destOrd="0" presId="urn:microsoft.com/office/officeart/2005/8/layout/hierarchy2"/>
    <dgm:cxn modelId="{2B6843EE-9B87-47B4-8950-395CAF26DB38}" type="presParOf" srcId="{91E958EB-C4DB-49BE-B809-C43BC7001AC5}" destId="{A42E8B6D-BD5E-4B25-9E22-DF58DA28392E}" srcOrd="0" destOrd="0" presId="urn:microsoft.com/office/officeart/2005/8/layout/hierarchy2"/>
    <dgm:cxn modelId="{9C36BEAD-F7EA-4F87-9B7D-B3EFEA4321AD}" type="presParOf" srcId="{91E958EB-C4DB-49BE-B809-C43BC7001AC5}" destId="{7B896929-4C66-4D3B-A114-22BC6C039B1C}" srcOrd="1" destOrd="0" presId="urn:microsoft.com/office/officeart/2005/8/layout/hierarchy2"/>
    <dgm:cxn modelId="{2791F930-C9A5-4AA0-8946-C8A6C475E273}" type="presParOf" srcId="{EC8A97BF-9035-40FA-9AA0-DBA37732B64C}" destId="{3F4610EB-0E11-49C5-9283-5BFB4826870B}" srcOrd="2" destOrd="0" presId="urn:microsoft.com/office/officeart/2005/8/layout/hierarchy2"/>
    <dgm:cxn modelId="{442A4FE8-000B-4453-AF9E-62FB3AB225E0}" type="presParOf" srcId="{3F4610EB-0E11-49C5-9283-5BFB4826870B}" destId="{B1F917E2-A2BA-4C53-AA5B-13E16A1DD742}" srcOrd="0" destOrd="0" presId="urn:microsoft.com/office/officeart/2005/8/layout/hierarchy2"/>
    <dgm:cxn modelId="{E1C6EC0D-15E2-4A18-B18A-B6CFB1D2EFBF}" type="presParOf" srcId="{EC8A97BF-9035-40FA-9AA0-DBA37732B64C}" destId="{539F627D-5E78-40D5-BD24-0C92D6577C66}" srcOrd="3" destOrd="0" presId="urn:microsoft.com/office/officeart/2005/8/layout/hierarchy2"/>
    <dgm:cxn modelId="{0EA088D5-A2E2-4383-A10F-BF04BD300A1E}" type="presParOf" srcId="{539F627D-5E78-40D5-BD24-0C92D6577C66}" destId="{2BDA5DA8-8523-4DFA-8ACC-05DF84F80C16}" srcOrd="0" destOrd="0" presId="urn:microsoft.com/office/officeart/2005/8/layout/hierarchy2"/>
    <dgm:cxn modelId="{43FC2A48-DA5C-4DFF-BA63-86A0357962FB}" type="presParOf" srcId="{539F627D-5E78-40D5-BD24-0C92D6577C66}" destId="{1F1ADACA-1384-45C1-985D-296949A9965E}" srcOrd="1" destOrd="0" presId="urn:microsoft.com/office/officeart/2005/8/layout/hierarchy2"/>
    <dgm:cxn modelId="{2A1951D4-A60E-4CCA-8DD8-3D278D97DD65}" type="presParOf" srcId="{EC8A97BF-9035-40FA-9AA0-DBA37732B64C}" destId="{2493978F-4634-4894-9388-4A7420C2AB9E}" srcOrd="4" destOrd="0" presId="urn:microsoft.com/office/officeart/2005/8/layout/hierarchy2"/>
    <dgm:cxn modelId="{EAF5122E-9BAF-4451-987F-B432E87C385F}" type="presParOf" srcId="{2493978F-4634-4894-9388-4A7420C2AB9E}" destId="{3BDE86A5-9999-49F9-8751-930B1A23CF50}" srcOrd="0" destOrd="0" presId="urn:microsoft.com/office/officeart/2005/8/layout/hierarchy2"/>
    <dgm:cxn modelId="{0C349F82-C0DB-4B57-AF91-500AB3105129}" type="presParOf" srcId="{EC8A97BF-9035-40FA-9AA0-DBA37732B64C}" destId="{6120521A-44B2-47ED-81FA-1AF165F2A1FF}" srcOrd="5" destOrd="0" presId="urn:microsoft.com/office/officeart/2005/8/layout/hierarchy2"/>
    <dgm:cxn modelId="{AA4E75B4-A0C4-476F-9892-761B4903EB13}" type="presParOf" srcId="{6120521A-44B2-47ED-81FA-1AF165F2A1FF}" destId="{65595D00-6E07-4CAA-8219-FF4EF8EC4DF5}" srcOrd="0" destOrd="0" presId="urn:microsoft.com/office/officeart/2005/8/layout/hierarchy2"/>
    <dgm:cxn modelId="{B367B152-9CD3-431C-8905-6D0EF74D6F26}" type="presParOf" srcId="{6120521A-44B2-47ED-81FA-1AF165F2A1FF}" destId="{BE167438-D8CA-4E44-9B22-0DB004FC6F66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0E395-4D53-4224-83F6-2C7527AFE056}">
      <dsp:nvSpPr>
        <dsp:cNvPr id="0" name=""/>
        <dsp:cNvSpPr/>
      </dsp:nvSpPr>
      <dsp:spPr>
        <a:xfrm>
          <a:off x="8343108" y="4719291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744CF3-B333-4AC9-8CAE-9B815E357D8D}">
      <dsp:nvSpPr>
        <dsp:cNvPr id="0" name=""/>
        <dsp:cNvSpPr/>
      </dsp:nvSpPr>
      <dsp:spPr>
        <a:xfrm>
          <a:off x="8343108" y="4055312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3A1ED-F45E-401E-AF98-1A0F38ACFFBB}">
      <dsp:nvSpPr>
        <dsp:cNvPr id="0" name=""/>
        <dsp:cNvSpPr/>
      </dsp:nvSpPr>
      <dsp:spPr>
        <a:xfrm>
          <a:off x="8343108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A9779B-728F-4545-911E-99B389D6D6A8}">
      <dsp:nvSpPr>
        <dsp:cNvPr id="0" name=""/>
        <dsp:cNvSpPr/>
      </dsp:nvSpPr>
      <dsp:spPr>
        <a:xfrm>
          <a:off x="8343108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6E1E0-974C-4E7D-841D-036DA4571409}">
      <dsp:nvSpPr>
        <dsp:cNvPr id="0" name=""/>
        <dsp:cNvSpPr/>
      </dsp:nvSpPr>
      <dsp:spPr>
        <a:xfrm>
          <a:off x="8343108" y="2063374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0B0EBE-C5BE-4831-8CD3-EDC31006F797}">
      <dsp:nvSpPr>
        <dsp:cNvPr id="0" name=""/>
        <dsp:cNvSpPr/>
      </dsp:nvSpPr>
      <dsp:spPr>
        <a:xfrm>
          <a:off x="4428331" y="1399394"/>
          <a:ext cx="3960497" cy="196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194"/>
              </a:lnTo>
              <a:lnTo>
                <a:pt x="3960497" y="98194"/>
              </a:lnTo>
              <a:lnTo>
                <a:pt x="3960497" y="1963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64A1A4-A609-4DB3-9393-C928C8974795}">
      <dsp:nvSpPr>
        <dsp:cNvPr id="0" name=""/>
        <dsp:cNvSpPr/>
      </dsp:nvSpPr>
      <dsp:spPr>
        <a:xfrm>
          <a:off x="7211537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2DF98E-E123-4876-A8A9-0439B6A12101}">
      <dsp:nvSpPr>
        <dsp:cNvPr id="0" name=""/>
        <dsp:cNvSpPr/>
      </dsp:nvSpPr>
      <dsp:spPr>
        <a:xfrm>
          <a:off x="7211537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E42E55-7CF4-4649-829A-EB4DC1CC38F5}">
      <dsp:nvSpPr>
        <dsp:cNvPr id="0" name=""/>
        <dsp:cNvSpPr/>
      </dsp:nvSpPr>
      <dsp:spPr>
        <a:xfrm>
          <a:off x="7211537" y="2063374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C77AE1-BF5E-49D2-AEFB-9907BD0D55E7}">
      <dsp:nvSpPr>
        <dsp:cNvPr id="0" name=""/>
        <dsp:cNvSpPr/>
      </dsp:nvSpPr>
      <dsp:spPr>
        <a:xfrm>
          <a:off x="4428331" y="1399394"/>
          <a:ext cx="2828926" cy="196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194"/>
              </a:lnTo>
              <a:lnTo>
                <a:pt x="2828926" y="98194"/>
              </a:lnTo>
              <a:lnTo>
                <a:pt x="2828926" y="1963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14F12E-81D5-4157-8C29-5505BC289321}">
      <dsp:nvSpPr>
        <dsp:cNvPr id="0" name=""/>
        <dsp:cNvSpPr/>
      </dsp:nvSpPr>
      <dsp:spPr>
        <a:xfrm>
          <a:off x="6079967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B7311-BB46-497F-A395-694519328287}">
      <dsp:nvSpPr>
        <dsp:cNvPr id="0" name=""/>
        <dsp:cNvSpPr/>
      </dsp:nvSpPr>
      <dsp:spPr>
        <a:xfrm>
          <a:off x="6079967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2270C4-7DFC-468D-9023-DF62C00093C4}">
      <dsp:nvSpPr>
        <dsp:cNvPr id="0" name=""/>
        <dsp:cNvSpPr/>
      </dsp:nvSpPr>
      <dsp:spPr>
        <a:xfrm>
          <a:off x="6079967" y="2063374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9539F5-DCC7-4D02-9C75-D104AF60B796}">
      <dsp:nvSpPr>
        <dsp:cNvPr id="0" name=""/>
        <dsp:cNvSpPr/>
      </dsp:nvSpPr>
      <dsp:spPr>
        <a:xfrm>
          <a:off x="4428331" y="1399394"/>
          <a:ext cx="1697355" cy="196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194"/>
              </a:lnTo>
              <a:lnTo>
                <a:pt x="1697355" y="98194"/>
              </a:lnTo>
              <a:lnTo>
                <a:pt x="1697355" y="1963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92659-588E-44F5-9729-C2109FFB599C}">
      <dsp:nvSpPr>
        <dsp:cNvPr id="0" name=""/>
        <dsp:cNvSpPr/>
      </dsp:nvSpPr>
      <dsp:spPr>
        <a:xfrm>
          <a:off x="4948396" y="3587721"/>
          <a:ext cx="91440" cy="1106863"/>
        </a:xfrm>
        <a:custGeom>
          <a:avLst/>
          <a:gdLst/>
          <a:ahLst/>
          <a:cxnLst/>
          <a:rect l="0" t="0" r="0" b="0"/>
          <a:pathLst>
            <a:path>
              <a:moveTo>
                <a:pt x="55819" y="1106863"/>
              </a:moveTo>
              <a:lnTo>
                <a:pt x="45720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CFA82D-03D0-40CA-B95A-FCA9BA23D7E6}">
      <dsp:nvSpPr>
        <dsp:cNvPr id="0" name=""/>
        <dsp:cNvSpPr/>
      </dsp:nvSpPr>
      <dsp:spPr>
        <a:xfrm>
          <a:off x="4948396" y="2727353"/>
          <a:ext cx="91440" cy="14996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01445"/>
              </a:lnTo>
              <a:lnTo>
                <a:pt x="55819" y="1401445"/>
              </a:lnTo>
              <a:lnTo>
                <a:pt x="55819" y="149963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64970B-12FC-4A3F-BE3E-9E0F1D5F0EB4}">
      <dsp:nvSpPr>
        <dsp:cNvPr id="0" name=""/>
        <dsp:cNvSpPr/>
      </dsp:nvSpPr>
      <dsp:spPr>
        <a:xfrm>
          <a:off x="3296760" y="2063374"/>
          <a:ext cx="1697355" cy="196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194"/>
              </a:lnTo>
              <a:lnTo>
                <a:pt x="1697355" y="98194"/>
              </a:lnTo>
              <a:lnTo>
                <a:pt x="1697355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09C62-3968-42FF-94B6-A67049A2AEF2}">
      <dsp:nvSpPr>
        <dsp:cNvPr id="0" name=""/>
        <dsp:cNvSpPr/>
      </dsp:nvSpPr>
      <dsp:spPr>
        <a:xfrm>
          <a:off x="3816826" y="4055312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4D89D-60C4-4DB0-94E3-E6C9A7EE7AA1}">
      <dsp:nvSpPr>
        <dsp:cNvPr id="0" name=""/>
        <dsp:cNvSpPr/>
      </dsp:nvSpPr>
      <dsp:spPr>
        <a:xfrm>
          <a:off x="3816826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D0BCBB-85CF-43FD-B46B-1F634EEFD3CA}">
      <dsp:nvSpPr>
        <dsp:cNvPr id="0" name=""/>
        <dsp:cNvSpPr/>
      </dsp:nvSpPr>
      <dsp:spPr>
        <a:xfrm>
          <a:off x="3816826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EB1BFD-3392-43B0-B975-39DCF1A33896}">
      <dsp:nvSpPr>
        <dsp:cNvPr id="0" name=""/>
        <dsp:cNvSpPr/>
      </dsp:nvSpPr>
      <dsp:spPr>
        <a:xfrm>
          <a:off x="3296760" y="2063374"/>
          <a:ext cx="565785" cy="196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194"/>
              </a:lnTo>
              <a:lnTo>
                <a:pt x="565785" y="98194"/>
              </a:lnTo>
              <a:lnTo>
                <a:pt x="565785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209AE-D313-45B2-AB90-FDC5E1DFDF7D}">
      <dsp:nvSpPr>
        <dsp:cNvPr id="0" name=""/>
        <dsp:cNvSpPr/>
      </dsp:nvSpPr>
      <dsp:spPr>
        <a:xfrm>
          <a:off x="2685255" y="4055312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303BF7-02BE-4F0F-AB4A-E6DE81BF0D8A}">
      <dsp:nvSpPr>
        <dsp:cNvPr id="0" name=""/>
        <dsp:cNvSpPr/>
      </dsp:nvSpPr>
      <dsp:spPr>
        <a:xfrm>
          <a:off x="2685255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26DB2C-ECE7-46D2-90AA-28BD79B2F3E1}">
      <dsp:nvSpPr>
        <dsp:cNvPr id="0" name=""/>
        <dsp:cNvSpPr/>
      </dsp:nvSpPr>
      <dsp:spPr>
        <a:xfrm>
          <a:off x="2685255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E08624-3374-4111-8A64-81893EDBDB2E}">
      <dsp:nvSpPr>
        <dsp:cNvPr id="0" name=""/>
        <dsp:cNvSpPr/>
      </dsp:nvSpPr>
      <dsp:spPr>
        <a:xfrm>
          <a:off x="2730975" y="2063374"/>
          <a:ext cx="565785" cy="196388"/>
        </a:xfrm>
        <a:custGeom>
          <a:avLst/>
          <a:gdLst/>
          <a:ahLst/>
          <a:cxnLst/>
          <a:rect l="0" t="0" r="0" b="0"/>
          <a:pathLst>
            <a:path>
              <a:moveTo>
                <a:pt x="565785" y="0"/>
              </a:moveTo>
              <a:lnTo>
                <a:pt x="565785" y="98194"/>
              </a:lnTo>
              <a:lnTo>
                <a:pt x="0" y="98194"/>
              </a:lnTo>
              <a:lnTo>
                <a:pt x="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43C4A2-0F79-4646-9409-F83D538636FB}">
      <dsp:nvSpPr>
        <dsp:cNvPr id="0" name=""/>
        <dsp:cNvSpPr/>
      </dsp:nvSpPr>
      <dsp:spPr>
        <a:xfrm>
          <a:off x="1553685" y="4055312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9B0B1F-8547-49D3-A729-AEDA1597C9AE}">
      <dsp:nvSpPr>
        <dsp:cNvPr id="0" name=""/>
        <dsp:cNvSpPr/>
      </dsp:nvSpPr>
      <dsp:spPr>
        <a:xfrm>
          <a:off x="1553685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9F878B-1635-4E8C-A16E-993E77040FC7}">
      <dsp:nvSpPr>
        <dsp:cNvPr id="0" name=""/>
        <dsp:cNvSpPr/>
      </dsp:nvSpPr>
      <dsp:spPr>
        <a:xfrm>
          <a:off x="1553685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B57E7-7433-46BD-87DA-1BB9C5186E44}">
      <dsp:nvSpPr>
        <dsp:cNvPr id="0" name=""/>
        <dsp:cNvSpPr/>
      </dsp:nvSpPr>
      <dsp:spPr>
        <a:xfrm>
          <a:off x="1599405" y="2063374"/>
          <a:ext cx="1697355" cy="196388"/>
        </a:xfrm>
        <a:custGeom>
          <a:avLst/>
          <a:gdLst/>
          <a:ahLst/>
          <a:cxnLst/>
          <a:rect l="0" t="0" r="0" b="0"/>
          <a:pathLst>
            <a:path>
              <a:moveTo>
                <a:pt x="1697355" y="0"/>
              </a:moveTo>
              <a:lnTo>
                <a:pt x="1697355" y="98194"/>
              </a:lnTo>
              <a:lnTo>
                <a:pt x="0" y="98194"/>
              </a:lnTo>
              <a:lnTo>
                <a:pt x="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698377-6770-43A4-BC35-D9BA099C3FE4}">
      <dsp:nvSpPr>
        <dsp:cNvPr id="0" name=""/>
        <dsp:cNvSpPr/>
      </dsp:nvSpPr>
      <dsp:spPr>
        <a:xfrm>
          <a:off x="3296760" y="1399394"/>
          <a:ext cx="1131570" cy="196388"/>
        </a:xfrm>
        <a:custGeom>
          <a:avLst/>
          <a:gdLst/>
          <a:ahLst/>
          <a:cxnLst/>
          <a:rect l="0" t="0" r="0" b="0"/>
          <a:pathLst>
            <a:path>
              <a:moveTo>
                <a:pt x="1131570" y="0"/>
              </a:moveTo>
              <a:lnTo>
                <a:pt x="1131570" y="98194"/>
              </a:lnTo>
              <a:lnTo>
                <a:pt x="0" y="98194"/>
              </a:lnTo>
              <a:lnTo>
                <a:pt x="0" y="1963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13EE99-C6E9-4A06-B82C-3FCB53E7094D}">
      <dsp:nvSpPr>
        <dsp:cNvPr id="0" name=""/>
        <dsp:cNvSpPr/>
      </dsp:nvSpPr>
      <dsp:spPr>
        <a:xfrm>
          <a:off x="422114" y="4055312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46D12F-2EE0-4362-9A61-4B781E49995B}">
      <dsp:nvSpPr>
        <dsp:cNvPr id="0" name=""/>
        <dsp:cNvSpPr/>
      </dsp:nvSpPr>
      <dsp:spPr>
        <a:xfrm>
          <a:off x="422114" y="339133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CEF501-6086-4CFF-A544-8E16A0AB2636}">
      <dsp:nvSpPr>
        <dsp:cNvPr id="0" name=""/>
        <dsp:cNvSpPr/>
      </dsp:nvSpPr>
      <dsp:spPr>
        <a:xfrm>
          <a:off x="422114" y="2727353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51415-0541-4FF9-AEEA-30A6A11B8B87}">
      <dsp:nvSpPr>
        <dsp:cNvPr id="0" name=""/>
        <dsp:cNvSpPr/>
      </dsp:nvSpPr>
      <dsp:spPr>
        <a:xfrm>
          <a:off x="422114" y="2063374"/>
          <a:ext cx="91440" cy="196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63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30C031-1AB6-4BFB-9034-7870294C87FC}">
      <dsp:nvSpPr>
        <dsp:cNvPr id="0" name=""/>
        <dsp:cNvSpPr/>
      </dsp:nvSpPr>
      <dsp:spPr>
        <a:xfrm>
          <a:off x="467834" y="1399394"/>
          <a:ext cx="3960497" cy="196388"/>
        </a:xfrm>
        <a:custGeom>
          <a:avLst/>
          <a:gdLst/>
          <a:ahLst/>
          <a:cxnLst/>
          <a:rect l="0" t="0" r="0" b="0"/>
          <a:pathLst>
            <a:path>
              <a:moveTo>
                <a:pt x="3960497" y="0"/>
              </a:moveTo>
              <a:lnTo>
                <a:pt x="3960497" y="98194"/>
              </a:lnTo>
              <a:lnTo>
                <a:pt x="0" y="98194"/>
              </a:lnTo>
              <a:lnTo>
                <a:pt x="0" y="1963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6BBE1-7063-4B91-A327-A154940F4E15}">
      <dsp:nvSpPr>
        <dsp:cNvPr id="0" name=""/>
        <dsp:cNvSpPr/>
      </dsp:nvSpPr>
      <dsp:spPr>
        <a:xfrm>
          <a:off x="3960740" y="93180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濱田　学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090-1776-5585</a:t>
          </a:r>
        </a:p>
      </dsp:txBody>
      <dsp:txXfrm>
        <a:off x="3960740" y="931803"/>
        <a:ext cx="935182" cy="467591"/>
      </dsp:txXfrm>
    </dsp:sp>
    <dsp:sp modelId="{0B9A53D2-3F11-4633-B753-A60F88B0BECF}">
      <dsp:nvSpPr>
        <dsp:cNvPr id="0" name=""/>
        <dsp:cNvSpPr/>
      </dsp:nvSpPr>
      <dsp:spPr>
        <a:xfrm>
          <a:off x="243" y="159578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松井　照佳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090-9014-6945</a:t>
          </a:r>
        </a:p>
      </dsp:txBody>
      <dsp:txXfrm>
        <a:off x="243" y="1595783"/>
        <a:ext cx="935182" cy="467591"/>
      </dsp:txXfrm>
    </dsp:sp>
    <dsp:sp modelId="{94D16B47-2DE7-4945-B502-020DED9E8EC6}">
      <dsp:nvSpPr>
        <dsp:cNvPr id="0" name=""/>
        <dsp:cNvSpPr/>
      </dsp:nvSpPr>
      <dsp:spPr>
        <a:xfrm>
          <a:off x="243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上中　俊一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090-1792-7769</a:t>
          </a:r>
        </a:p>
      </dsp:txBody>
      <dsp:txXfrm>
        <a:off x="243" y="2259762"/>
        <a:ext cx="935182" cy="467591"/>
      </dsp:txXfrm>
    </dsp:sp>
    <dsp:sp modelId="{BDDF3EBA-9DAF-40AB-93F3-B6D7EDB9D964}">
      <dsp:nvSpPr>
        <dsp:cNvPr id="0" name=""/>
        <dsp:cNvSpPr/>
      </dsp:nvSpPr>
      <dsp:spPr>
        <a:xfrm>
          <a:off x="243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市川　尚樹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090-4605-0267</a:t>
          </a:r>
        </a:p>
      </dsp:txBody>
      <dsp:txXfrm>
        <a:off x="243" y="2923741"/>
        <a:ext cx="935182" cy="467591"/>
      </dsp:txXfrm>
    </dsp:sp>
    <dsp:sp modelId="{1F8B1AF3-AACE-40DD-99F8-8D3CFF81703B}">
      <dsp:nvSpPr>
        <dsp:cNvPr id="0" name=""/>
        <dsp:cNvSpPr/>
      </dsp:nvSpPr>
      <dsp:spPr>
        <a:xfrm>
          <a:off x="243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吉沢　光章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080-6723-7363</a:t>
          </a:r>
        </a:p>
      </dsp:txBody>
      <dsp:txXfrm>
        <a:off x="243" y="3587721"/>
        <a:ext cx="935182" cy="467591"/>
      </dsp:txXfrm>
    </dsp:sp>
    <dsp:sp modelId="{C6A0DA5E-B1EB-4006-8E61-A17C97522DDD}">
      <dsp:nvSpPr>
        <dsp:cNvPr id="0" name=""/>
        <dsp:cNvSpPr/>
      </dsp:nvSpPr>
      <dsp:spPr>
        <a:xfrm>
          <a:off x="243" y="4251700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横山　純也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090-5338-4359</a:t>
          </a:r>
        </a:p>
      </dsp:txBody>
      <dsp:txXfrm>
        <a:off x="243" y="4251700"/>
        <a:ext cx="935182" cy="467591"/>
      </dsp:txXfrm>
    </dsp:sp>
    <dsp:sp modelId="{8B9B29BF-E0EE-4B5D-A02D-58E656BEEB82}">
      <dsp:nvSpPr>
        <dsp:cNvPr id="0" name=""/>
        <dsp:cNvSpPr/>
      </dsp:nvSpPr>
      <dsp:spPr>
        <a:xfrm>
          <a:off x="2829169" y="159578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2829169" y="1595783"/>
        <a:ext cx="935182" cy="467591"/>
      </dsp:txXfrm>
    </dsp:sp>
    <dsp:sp modelId="{7D90BA5C-4C50-4B12-A7FA-B16CD689E837}">
      <dsp:nvSpPr>
        <dsp:cNvPr id="0" name=""/>
        <dsp:cNvSpPr/>
      </dsp:nvSpPr>
      <dsp:spPr>
        <a:xfrm>
          <a:off x="1131813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安達　好子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090-5415-3552</a:t>
          </a:r>
        </a:p>
      </dsp:txBody>
      <dsp:txXfrm>
        <a:off x="1131813" y="2259762"/>
        <a:ext cx="935182" cy="467591"/>
      </dsp:txXfrm>
    </dsp:sp>
    <dsp:sp modelId="{2B94C5B1-E8C6-4181-9EED-A05D7ADC683D}">
      <dsp:nvSpPr>
        <dsp:cNvPr id="0" name=""/>
        <dsp:cNvSpPr/>
      </dsp:nvSpPr>
      <dsp:spPr>
        <a:xfrm>
          <a:off x="1131813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1131813" y="2923741"/>
        <a:ext cx="935182" cy="467591"/>
      </dsp:txXfrm>
    </dsp:sp>
    <dsp:sp modelId="{0B71FF52-5B3C-4728-BB97-D22EF8588C75}">
      <dsp:nvSpPr>
        <dsp:cNvPr id="0" name=""/>
        <dsp:cNvSpPr/>
      </dsp:nvSpPr>
      <dsp:spPr>
        <a:xfrm>
          <a:off x="1131813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1131813" y="3587721"/>
        <a:ext cx="935182" cy="467591"/>
      </dsp:txXfrm>
    </dsp:sp>
    <dsp:sp modelId="{DF5373D8-5213-45DF-BD4F-5B04D0DE4D63}">
      <dsp:nvSpPr>
        <dsp:cNvPr id="0" name=""/>
        <dsp:cNvSpPr/>
      </dsp:nvSpPr>
      <dsp:spPr>
        <a:xfrm>
          <a:off x="1131813" y="4251700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吉田　つや子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090-4024-4952</a:t>
          </a:r>
        </a:p>
      </dsp:txBody>
      <dsp:txXfrm>
        <a:off x="1131813" y="4251700"/>
        <a:ext cx="935182" cy="467591"/>
      </dsp:txXfrm>
    </dsp:sp>
    <dsp:sp modelId="{A8B33226-098B-4B9E-9691-6ACA946B0D75}">
      <dsp:nvSpPr>
        <dsp:cNvPr id="0" name=""/>
        <dsp:cNvSpPr/>
      </dsp:nvSpPr>
      <dsp:spPr>
        <a:xfrm>
          <a:off x="2263384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市川　公洋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0274-82-4179</a:t>
          </a:r>
        </a:p>
      </dsp:txBody>
      <dsp:txXfrm>
        <a:off x="2263384" y="2259762"/>
        <a:ext cx="935182" cy="467591"/>
      </dsp:txXfrm>
    </dsp:sp>
    <dsp:sp modelId="{AEE03A8E-6BD5-4DCA-9AD0-3BA6D6D19116}">
      <dsp:nvSpPr>
        <dsp:cNvPr id="0" name=""/>
        <dsp:cNvSpPr/>
      </dsp:nvSpPr>
      <dsp:spPr>
        <a:xfrm>
          <a:off x="2263384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小澤　直人</a:t>
          </a:r>
        </a:p>
        <a:p>
          <a:pPr marL="0" lvl="0" indent="0" algn="ctr" defTabSz="914400">
            <a:lnSpc>
              <a:spcPct val="100000"/>
            </a:lnSpc>
            <a:spcBef>
              <a:spcPct val="0"/>
            </a:spcBef>
            <a:spcAft>
              <a:spcPct val="0"/>
            </a:spcAft>
            <a:buNone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090-4931-9577</a:t>
          </a:r>
          <a:endParaRPr kumimoji="1" lang="ja-JP" altLang="en-US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2263384" y="2923741"/>
        <a:ext cx="935182" cy="467591"/>
      </dsp:txXfrm>
    </dsp:sp>
    <dsp:sp modelId="{CF5016D7-A0FB-4514-ACE9-12BAA5D508F8}">
      <dsp:nvSpPr>
        <dsp:cNvPr id="0" name=""/>
        <dsp:cNvSpPr/>
      </dsp:nvSpPr>
      <dsp:spPr>
        <a:xfrm>
          <a:off x="2263384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本田　聡美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0274-62-0857</a:t>
          </a:r>
          <a:endParaRPr kumimoji="1" lang="ja-JP" altLang="en-US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2263384" y="3587721"/>
        <a:ext cx="935182" cy="467591"/>
      </dsp:txXfrm>
    </dsp:sp>
    <dsp:sp modelId="{8C2A6F4B-59FA-4E8E-86A2-B069A6DACBEC}">
      <dsp:nvSpPr>
        <dsp:cNvPr id="0" name=""/>
        <dsp:cNvSpPr/>
      </dsp:nvSpPr>
      <dsp:spPr>
        <a:xfrm>
          <a:off x="2263384" y="4251700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磯貝　勇輔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080-5446-3486</a:t>
          </a:r>
          <a:endParaRPr kumimoji="1" lang="ja-JP" altLang="en-US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2263384" y="4251700"/>
        <a:ext cx="935182" cy="467591"/>
      </dsp:txXfrm>
    </dsp:sp>
    <dsp:sp modelId="{41CB584A-9625-4E89-AA92-774165C608F4}">
      <dsp:nvSpPr>
        <dsp:cNvPr id="0" name=""/>
        <dsp:cNvSpPr/>
      </dsp:nvSpPr>
      <dsp:spPr>
        <a:xfrm>
          <a:off x="3394955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3394955" y="2259762"/>
        <a:ext cx="935182" cy="467591"/>
      </dsp:txXfrm>
    </dsp:sp>
    <dsp:sp modelId="{20BFA04E-B2BF-473B-A4D1-BD33EE4EA8A3}">
      <dsp:nvSpPr>
        <dsp:cNvPr id="0" name=""/>
        <dsp:cNvSpPr/>
      </dsp:nvSpPr>
      <dsp:spPr>
        <a:xfrm>
          <a:off x="3394955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石井　靖浩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090-2751-0069</a:t>
          </a:r>
        </a:p>
      </dsp:txBody>
      <dsp:txXfrm>
        <a:off x="3394955" y="2923741"/>
        <a:ext cx="935182" cy="467591"/>
      </dsp:txXfrm>
    </dsp:sp>
    <dsp:sp modelId="{E035EFA9-1443-46B7-BE6B-B30C38B82798}">
      <dsp:nvSpPr>
        <dsp:cNvPr id="0" name=""/>
        <dsp:cNvSpPr/>
      </dsp:nvSpPr>
      <dsp:spPr>
        <a:xfrm>
          <a:off x="3394955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川崎　信一郎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0274-67-1250</a:t>
          </a:r>
        </a:p>
      </dsp:txBody>
      <dsp:txXfrm>
        <a:off x="3394955" y="3587721"/>
        <a:ext cx="935182" cy="467591"/>
      </dsp:txXfrm>
    </dsp:sp>
    <dsp:sp modelId="{165F2FE1-03D5-4CB3-A56B-F5ADF9AF3F90}">
      <dsp:nvSpPr>
        <dsp:cNvPr id="0" name=""/>
        <dsp:cNvSpPr/>
      </dsp:nvSpPr>
      <dsp:spPr>
        <a:xfrm>
          <a:off x="3394955" y="4251700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小林　忍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090-1058-0231</a:t>
          </a:r>
          <a:endParaRPr kumimoji="1" lang="ja-JP" altLang="en-US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3394955" y="4251700"/>
        <a:ext cx="935182" cy="467591"/>
      </dsp:txXfrm>
    </dsp:sp>
    <dsp:sp modelId="{FD868A5A-7209-4A01-B9CB-E07ADB10D763}">
      <dsp:nvSpPr>
        <dsp:cNvPr id="0" name=""/>
        <dsp:cNvSpPr/>
      </dsp:nvSpPr>
      <dsp:spPr>
        <a:xfrm>
          <a:off x="4526525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生方　豊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090-2532-7623</a:t>
          </a:r>
        </a:p>
      </dsp:txBody>
      <dsp:txXfrm>
        <a:off x="4526525" y="2259762"/>
        <a:ext cx="935182" cy="467591"/>
      </dsp:txXfrm>
    </dsp:sp>
    <dsp:sp modelId="{649D35AC-BCFC-4130-A1B0-73642536125C}">
      <dsp:nvSpPr>
        <dsp:cNvPr id="0" name=""/>
        <dsp:cNvSpPr/>
      </dsp:nvSpPr>
      <dsp:spPr>
        <a:xfrm>
          <a:off x="4536625" y="422699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丸山　恵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090-1218-5656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4536625" y="4226993"/>
        <a:ext cx="935182" cy="467591"/>
      </dsp:txXfrm>
    </dsp:sp>
    <dsp:sp modelId="{192A844A-3D8E-4E08-B407-D593E4784526}">
      <dsp:nvSpPr>
        <dsp:cNvPr id="0" name=""/>
        <dsp:cNvSpPr/>
      </dsp:nvSpPr>
      <dsp:spPr>
        <a:xfrm>
          <a:off x="4526525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高橋　有美子</a:t>
          </a: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090-5767-4803</a:t>
          </a:r>
        </a:p>
      </dsp:txBody>
      <dsp:txXfrm>
        <a:off x="4526525" y="3587721"/>
        <a:ext cx="935182" cy="467591"/>
      </dsp:txXfrm>
    </dsp:sp>
    <dsp:sp modelId="{468D449F-2333-4945-A1BF-B5C23AE656CD}">
      <dsp:nvSpPr>
        <dsp:cNvPr id="0" name=""/>
        <dsp:cNvSpPr/>
      </dsp:nvSpPr>
      <dsp:spPr>
        <a:xfrm>
          <a:off x="5658096" y="159578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佐藤　邦嘉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090-8103-7242</a:t>
          </a:r>
        </a:p>
      </dsp:txBody>
      <dsp:txXfrm>
        <a:off x="5658096" y="1595783"/>
        <a:ext cx="935182" cy="467591"/>
      </dsp:txXfrm>
    </dsp:sp>
    <dsp:sp modelId="{781601A7-0664-42A2-933E-31A862176532}">
      <dsp:nvSpPr>
        <dsp:cNvPr id="0" name=""/>
        <dsp:cNvSpPr/>
      </dsp:nvSpPr>
      <dsp:spPr>
        <a:xfrm>
          <a:off x="5658096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櫻井　直行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080-1113-5522</a:t>
          </a:r>
        </a:p>
      </dsp:txBody>
      <dsp:txXfrm>
        <a:off x="5658096" y="2259762"/>
        <a:ext cx="935182" cy="467591"/>
      </dsp:txXfrm>
    </dsp:sp>
    <dsp:sp modelId="{0E8CEE67-258A-4557-BBD7-5CB0D95EBAD1}">
      <dsp:nvSpPr>
        <dsp:cNvPr id="0" name=""/>
        <dsp:cNvSpPr/>
      </dsp:nvSpPr>
      <dsp:spPr>
        <a:xfrm>
          <a:off x="5658096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桐渕　智之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090-2726-2542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5658096" y="2923741"/>
        <a:ext cx="935182" cy="467591"/>
      </dsp:txXfrm>
    </dsp:sp>
    <dsp:sp modelId="{76BDB879-18DB-4FB4-9B13-133FCD4FE121}">
      <dsp:nvSpPr>
        <dsp:cNvPr id="0" name=""/>
        <dsp:cNvSpPr/>
      </dsp:nvSpPr>
      <dsp:spPr>
        <a:xfrm>
          <a:off x="5658096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牛込　貴之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090-1553-9231</a:t>
          </a:r>
        </a:p>
      </dsp:txBody>
      <dsp:txXfrm>
        <a:off x="5658096" y="3587721"/>
        <a:ext cx="935182" cy="467591"/>
      </dsp:txXfrm>
    </dsp:sp>
    <dsp:sp modelId="{DC9E738C-705E-4B06-8419-41D47EF9899B}">
      <dsp:nvSpPr>
        <dsp:cNvPr id="0" name=""/>
        <dsp:cNvSpPr/>
      </dsp:nvSpPr>
      <dsp:spPr>
        <a:xfrm>
          <a:off x="6789666" y="159578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6789666" y="1595783"/>
        <a:ext cx="935182" cy="467591"/>
      </dsp:txXfrm>
    </dsp:sp>
    <dsp:sp modelId="{A968138B-6C3D-4FE3-A8AE-EA1BFFE2335A}">
      <dsp:nvSpPr>
        <dsp:cNvPr id="0" name=""/>
        <dsp:cNvSpPr/>
      </dsp:nvSpPr>
      <dsp:spPr>
        <a:xfrm>
          <a:off x="6789666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熊谷　恒生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090-4007-6420</a:t>
          </a:r>
        </a:p>
      </dsp:txBody>
      <dsp:txXfrm>
        <a:off x="6789666" y="2259762"/>
        <a:ext cx="935182" cy="467591"/>
      </dsp:txXfrm>
    </dsp:sp>
    <dsp:sp modelId="{49790478-BFA8-4286-9A8D-9A84A466CECC}">
      <dsp:nvSpPr>
        <dsp:cNvPr id="0" name=""/>
        <dsp:cNvSpPr/>
      </dsp:nvSpPr>
      <dsp:spPr>
        <a:xfrm>
          <a:off x="6789666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6789666" y="2923741"/>
        <a:ext cx="935182" cy="467591"/>
      </dsp:txXfrm>
    </dsp:sp>
    <dsp:sp modelId="{1FE756C3-76AF-487F-926F-2DDC8B27C39C}">
      <dsp:nvSpPr>
        <dsp:cNvPr id="0" name=""/>
        <dsp:cNvSpPr/>
      </dsp:nvSpPr>
      <dsp:spPr>
        <a:xfrm>
          <a:off x="6789666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高橋　智治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080-1137-6992</a:t>
          </a:r>
        </a:p>
      </dsp:txBody>
      <dsp:txXfrm>
        <a:off x="6789666" y="3587721"/>
        <a:ext cx="935182" cy="467591"/>
      </dsp:txXfrm>
    </dsp:sp>
    <dsp:sp modelId="{F7729A8F-DAA3-4FBC-B6CF-D7D027DFF119}">
      <dsp:nvSpPr>
        <dsp:cNvPr id="0" name=""/>
        <dsp:cNvSpPr/>
      </dsp:nvSpPr>
      <dsp:spPr>
        <a:xfrm>
          <a:off x="7921237" y="1595783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久慈道　由美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090-2490-4729</a:t>
          </a:r>
        </a:p>
      </dsp:txBody>
      <dsp:txXfrm>
        <a:off x="7921237" y="1595783"/>
        <a:ext cx="935182" cy="467591"/>
      </dsp:txXfrm>
    </dsp:sp>
    <dsp:sp modelId="{527E211A-D0E3-4367-9AE2-39BCC76D4830}">
      <dsp:nvSpPr>
        <dsp:cNvPr id="0" name=""/>
        <dsp:cNvSpPr/>
      </dsp:nvSpPr>
      <dsp:spPr>
        <a:xfrm>
          <a:off x="7921237" y="2259762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7921237" y="2259762"/>
        <a:ext cx="935182" cy="467591"/>
      </dsp:txXfrm>
    </dsp:sp>
    <dsp:sp modelId="{0BFB558D-3DD5-4A95-9ED3-8784BA1B890E}">
      <dsp:nvSpPr>
        <dsp:cNvPr id="0" name=""/>
        <dsp:cNvSpPr/>
      </dsp:nvSpPr>
      <dsp:spPr>
        <a:xfrm>
          <a:off x="7921237" y="292374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北村　初美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090-9379-0506</a:t>
          </a:r>
        </a:p>
      </dsp:txBody>
      <dsp:txXfrm>
        <a:off x="7921237" y="2923741"/>
        <a:ext cx="935182" cy="467591"/>
      </dsp:txXfrm>
    </dsp:sp>
    <dsp:sp modelId="{17B05A30-944F-44AE-8D36-514815E62228}">
      <dsp:nvSpPr>
        <dsp:cNvPr id="0" name=""/>
        <dsp:cNvSpPr/>
      </dsp:nvSpPr>
      <dsp:spPr>
        <a:xfrm>
          <a:off x="7921237" y="3587721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大河原　春美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090-6177-5687</a:t>
          </a:r>
        </a:p>
      </dsp:txBody>
      <dsp:txXfrm>
        <a:off x="7921237" y="3587721"/>
        <a:ext cx="935182" cy="467591"/>
      </dsp:txXfrm>
    </dsp:sp>
    <dsp:sp modelId="{A38165C0-F7F0-4DFF-BA19-31B0C5F44A62}">
      <dsp:nvSpPr>
        <dsp:cNvPr id="0" name=""/>
        <dsp:cNvSpPr/>
      </dsp:nvSpPr>
      <dsp:spPr>
        <a:xfrm>
          <a:off x="7921237" y="4251700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ja-JP" alt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中村　さゆり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altLang="ja-JP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rPr>
            <a:t>090-7274-8982</a:t>
          </a:r>
        </a:p>
      </dsp:txBody>
      <dsp:txXfrm>
        <a:off x="7921237" y="4251700"/>
        <a:ext cx="935182" cy="467591"/>
      </dsp:txXfrm>
    </dsp:sp>
    <dsp:sp modelId="{D6F51E61-5957-4098-84F8-1B04029143EC}">
      <dsp:nvSpPr>
        <dsp:cNvPr id="0" name=""/>
        <dsp:cNvSpPr/>
      </dsp:nvSpPr>
      <dsp:spPr>
        <a:xfrm>
          <a:off x="7921237" y="4915680"/>
          <a:ext cx="935182" cy="4675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1" lang="en-US" altLang="ja-JP" sz="9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endParaRPr>
        </a:p>
      </dsp:txBody>
      <dsp:txXfrm>
        <a:off x="7921237" y="4915680"/>
        <a:ext cx="935182" cy="467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0" y="2977956"/>
          <a:ext cx="1294917" cy="647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1000" kern="1200" dirty="0"/>
        </a:p>
      </dsp:txBody>
      <dsp:txXfrm>
        <a:off x="18963" y="2996919"/>
        <a:ext cx="1256991" cy="609532"/>
      </dsp:txXfrm>
    </dsp:sp>
    <dsp:sp modelId="{F5A00572-968A-4050-B387-A5CC3A47F2B5}">
      <dsp:nvSpPr>
        <dsp:cNvPr id="0" name=""/>
        <dsp:cNvSpPr/>
      </dsp:nvSpPr>
      <dsp:spPr>
        <a:xfrm rot="16850488">
          <a:off x="165599" y="1926995"/>
          <a:ext cx="2781888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2781888" y="85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1486996" y="1866020"/>
        <a:ext cx="139094" cy="139094"/>
      </dsp:txXfrm>
    </dsp:sp>
    <dsp:sp modelId="{1DBBDD28-6CA6-407A-929A-CD70276BFA1B}">
      <dsp:nvSpPr>
        <dsp:cNvPr id="0" name=""/>
        <dsp:cNvSpPr/>
      </dsp:nvSpPr>
      <dsp:spPr>
        <a:xfrm>
          <a:off x="1818169" y="245720"/>
          <a:ext cx="1294917" cy="647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1000" kern="1200" dirty="0"/>
        </a:p>
      </dsp:txBody>
      <dsp:txXfrm>
        <a:off x="1837132" y="264683"/>
        <a:ext cx="1256991" cy="609532"/>
      </dsp:txXfrm>
    </dsp:sp>
    <dsp:sp modelId="{98E0C2EF-DF1B-4695-9F6F-28293CCF8FE6}">
      <dsp:nvSpPr>
        <dsp:cNvPr id="0" name=""/>
        <dsp:cNvSpPr/>
      </dsp:nvSpPr>
      <dsp:spPr>
        <a:xfrm rot="366410">
          <a:off x="3111502" y="590589"/>
          <a:ext cx="558585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558585" y="85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376830" y="585196"/>
        <a:ext cx="27929" cy="27929"/>
      </dsp:txXfrm>
    </dsp:sp>
    <dsp:sp modelId="{F973BC3C-3468-4A20-BA7A-97C6D946A49F}">
      <dsp:nvSpPr>
        <dsp:cNvPr id="0" name=""/>
        <dsp:cNvSpPr/>
      </dsp:nvSpPr>
      <dsp:spPr>
        <a:xfrm>
          <a:off x="3668503" y="0"/>
          <a:ext cx="1622518" cy="12577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埼玉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○担当：小杉様／堂園様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0429-55-3195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0429-55-3677</a:t>
          </a:r>
          <a:endParaRPr kumimoji="1" lang="ja-JP" altLang="en-US" sz="1000" kern="1200" dirty="0"/>
        </a:p>
      </dsp:txBody>
      <dsp:txXfrm>
        <a:off x="3705341" y="36838"/>
        <a:ext cx="1548842" cy="1184071"/>
      </dsp:txXfrm>
    </dsp:sp>
    <dsp:sp modelId="{C22C6304-F9A7-4830-9922-D2F42F43E726}">
      <dsp:nvSpPr>
        <dsp:cNvPr id="0" name=""/>
        <dsp:cNvSpPr/>
      </dsp:nvSpPr>
      <dsp:spPr>
        <a:xfrm rot="17562419">
          <a:off x="878788" y="2667890"/>
          <a:ext cx="1355509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1355509" y="85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522655" y="2642575"/>
        <a:ext cx="67775" cy="67775"/>
      </dsp:txXfrm>
    </dsp:sp>
    <dsp:sp modelId="{17550927-DFD4-4A52-927D-765760F40A91}">
      <dsp:nvSpPr>
        <dsp:cNvPr id="0" name=""/>
        <dsp:cNvSpPr/>
      </dsp:nvSpPr>
      <dsp:spPr>
        <a:xfrm>
          <a:off x="1818169" y="1727510"/>
          <a:ext cx="1294917" cy="647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1837132" y="1746473"/>
        <a:ext cx="1256991" cy="609532"/>
      </dsp:txXfrm>
    </dsp:sp>
    <dsp:sp modelId="{86075AA0-9FBC-48FA-B5B1-B91782EF5E29}">
      <dsp:nvSpPr>
        <dsp:cNvPr id="0" name=""/>
        <dsp:cNvSpPr/>
      </dsp:nvSpPr>
      <dsp:spPr>
        <a:xfrm>
          <a:off x="3113086" y="2042668"/>
          <a:ext cx="555416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555416" y="85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376909" y="2037354"/>
        <a:ext cx="27770" cy="27770"/>
      </dsp:txXfrm>
    </dsp:sp>
    <dsp:sp modelId="{32DDDB71-9A7D-4D56-AD81-EA0D6755A001}">
      <dsp:nvSpPr>
        <dsp:cNvPr id="0" name=""/>
        <dsp:cNvSpPr/>
      </dsp:nvSpPr>
      <dsp:spPr>
        <a:xfrm>
          <a:off x="3668503" y="1408423"/>
          <a:ext cx="1607394" cy="1285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1000" kern="1200" dirty="0"/>
        </a:p>
      </dsp:txBody>
      <dsp:txXfrm>
        <a:off x="3706158" y="1446078"/>
        <a:ext cx="1532084" cy="1210323"/>
      </dsp:txXfrm>
    </dsp:sp>
    <dsp:sp modelId="{ED7C5F1E-6320-490D-87B8-34DB26FA4CAB}">
      <dsp:nvSpPr>
        <dsp:cNvPr id="0" name=""/>
        <dsp:cNvSpPr/>
      </dsp:nvSpPr>
      <dsp:spPr>
        <a:xfrm rot="102258">
          <a:off x="5275809" y="2048589"/>
          <a:ext cx="398169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398169" y="85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5464939" y="2047207"/>
        <a:ext cx="19908" cy="19908"/>
      </dsp:txXfrm>
    </dsp:sp>
    <dsp:sp modelId="{648366A5-831D-4FD1-9278-5A8443F18FF3}">
      <dsp:nvSpPr>
        <dsp:cNvPr id="0" name=""/>
        <dsp:cNvSpPr/>
      </dsp:nvSpPr>
      <dsp:spPr>
        <a:xfrm>
          <a:off x="5673890" y="1131330"/>
          <a:ext cx="2687990" cy="18635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三井精機製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サイサン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○担当：エンジニアリング部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山下　実様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○住所：〒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371-0811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　前橋市朝倉町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73-3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○携帯：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090-4135-2853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／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090-3146-8196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  <a:endParaRPr kumimoji="1" lang="ja-JP" altLang="en-US" sz="1000" kern="1200" dirty="0">
            <a:solidFill>
              <a:schemeClr val="tx1"/>
            </a:solidFill>
          </a:endParaRPr>
        </a:p>
      </dsp:txBody>
      <dsp:txXfrm>
        <a:off x="5728470" y="1185910"/>
        <a:ext cx="2578830" cy="1754343"/>
      </dsp:txXfrm>
    </dsp:sp>
    <dsp:sp modelId="{912DC8C3-DC0F-462D-B3BB-BBA4BAA4EE9C}">
      <dsp:nvSpPr>
        <dsp:cNvPr id="0" name=""/>
        <dsp:cNvSpPr/>
      </dsp:nvSpPr>
      <dsp:spPr>
        <a:xfrm rot="3542125">
          <a:off x="1048046" y="3729142"/>
          <a:ext cx="1016993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1016993" y="85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531118" y="3712289"/>
        <a:ext cx="50849" cy="50849"/>
      </dsp:txXfrm>
    </dsp:sp>
    <dsp:sp modelId="{369515AF-3A38-4098-83F9-733100C16A9D}">
      <dsp:nvSpPr>
        <dsp:cNvPr id="0" name=""/>
        <dsp:cNvSpPr/>
      </dsp:nvSpPr>
      <dsp:spPr>
        <a:xfrm>
          <a:off x="1818169" y="3855293"/>
          <a:ext cx="1294917" cy="6368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10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1000" kern="1200" dirty="0"/>
        </a:p>
      </dsp:txBody>
      <dsp:txXfrm>
        <a:off x="1836823" y="3873947"/>
        <a:ext cx="1257609" cy="599590"/>
      </dsp:txXfrm>
    </dsp:sp>
    <dsp:sp modelId="{57CF804A-1CBF-4E86-988C-E57B4EE3A910}">
      <dsp:nvSpPr>
        <dsp:cNvPr id="0" name=""/>
        <dsp:cNvSpPr/>
      </dsp:nvSpPr>
      <dsp:spPr>
        <a:xfrm rot="64673">
          <a:off x="3113037" y="4170396"/>
          <a:ext cx="555514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555514" y="85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376907" y="4165080"/>
        <a:ext cx="27775" cy="27775"/>
      </dsp:txXfrm>
    </dsp:sp>
    <dsp:sp modelId="{AE4779AF-7612-45C8-AEDC-D93497A2580A}">
      <dsp:nvSpPr>
        <dsp:cNvPr id="0" name=""/>
        <dsp:cNvSpPr/>
      </dsp:nvSpPr>
      <dsp:spPr>
        <a:xfrm>
          <a:off x="3668503" y="3472211"/>
          <a:ext cx="1617468" cy="14239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1000" kern="1200" dirty="0"/>
        </a:p>
      </dsp:txBody>
      <dsp:txXfrm>
        <a:off x="3710209" y="3513917"/>
        <a:ext cx="1534056" cy="1340550"/>
      </dsp:txXfrm>
    </dsp:sp>
    <dsp:sp modelId="{3B7AD0BC-62AA-4F3D-A2E1-109922FDE922}">
      <dsp:nvSpPr>
        <dsp:cNvPr id="0" name=""/>
        <dsp:cNvSpPr/>
      </dsp:nvSpPr>
      <dsp:spPr>
        <a:xfrm rot="433902">
          <a:off x="5284053" y="4205970"/>
          <a:ext cx="482191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482191" y="85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5513094" y="4202487"/>
        <a:ext cx="24109" cy="24109"/>
      </dsp:txXfrm>
    </dsp:sp>
    <dsp:sp modelId="{69D5C9FB-555E-46AB-8563-DBDAACF86256}">
      <dsp:nvSpPr>
        <dsp:cNvPr id="0" name=""/>
        <dsp:cNvSpPr/>
      </dsp:nvSpPr>
      <dsp:spPr>
        <a:xfrm>
          <a:off x="5764327" y="3169239"/>
          <a:ext cx="2797177" cy="21513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1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5827337" y="3232249"/>
        <a:ext cx="2671157" cy="2025285"/>
      </dsp:txXfrm>
    </dsp:sp>
    <dsp:sp modelId="{E3993C5F-07B6-45F0-A896-6B62B86276F8}">
      <dsp:nvSpPr>
        <dsp:cNvPr id="0" name=""/>
        <dsp:cNvSpPr/>
      </dsp:nvSpPr>
      <dsp:spPr>
        <a:xfrm rot="4308118">
          <a:off x="718811" y="4088945"/>
          <a:ext cx="1675464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1675464" y="85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1514656" y="4055630"/>
        <a:ext cx="83773" cy="83773"/>
      </dsp:txXfrm>
    </dsp:sp>
    <dsp:sp modelId="{A50C2361-3ACF-44DC-B7CD-43677F3D432D}">
      <dsp:nvSpPr>
        <dsp:cNvPr id="0" name=""/>
        <dsp:cNvSpPr/>
      </dsp:nvSpPr>
      <dsp:spPr>
        <a:xfrm>
          <a:off x="1818169" y="4652522"/>
          <a:ext cx="1294917" cy="481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000" kern="1200" dirty="0">
              <a:solidFill>
                <a:schemeClr val="tx1"/>
              </a:solidFill>
            </a:rPr>
            <a:t>【AOI】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別シート確認</a:t>
          </a:r>
        </a:p>
      </dsp:txBody>
      <dsp:txXfrm>
        <a:off x="1832276" y="4666629"/>
        <a:ext cx="1266703" cy="453437"/>
      </dsp:txXfrm>
    </dsp:sp>
    <dsp:sp modelId="{EF8A788F-32B1-4A5E-B5E1-21D0FA45B302}">
      <dsp:nvSpPr>
        <dsp:cNvPr id="0" name=""/>
        <dsp:cNvSpPr/>
      </dsp:nvSpPr>
      <dsp:spPr>
        <a:xfrm rot="4692508">
          <a:off x="276270" y="4546369"/>
          <a:ext cx="2560546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2560546" y="8571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900" kern="1200"/>
        </a:p>
      </dsp:txBody>
      <dsp:txXfrm>
        <a:off x="1492529" y="4490928"/>
        <a:ext cx="128027" cy="128027"/>
      </dsp:txXfrm>
    </dsp:sp>
    <dsp:sp modelId="{FC87C9FE-08DC-4893-B4A9-5014A3FE735A}">
      <dsp:nvSpPr>
        <dsp:cNvPr id="0" name=""/>
        <dsp:cNvSpPr/>
      </dsp:nvSpPr>
      <dsp:spPr>
        <a:xfrm>
          <a:off x="1818169" y="5484468"/>
          <a:ext cx="1720958" cy="647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濱田</a:t>
          </a:r>
          <a:endParaRPr kumimoji="1" lang="en-US" altLang="ja-JP" sz="1000" kern="1200" dirty="0">
            <a:solidFill>
              <a:schemeClr val="tx1"/>
            </a:solidFill>
          </a:endParaRP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○携帯：</a:t>
          </a:r>
          <a:r>
            <a:rPr kumimoji="1" lang="en-US" altLang="ja-JP" sz="1000" kern="1200" dirty="0">
              <a:solidFill>
                <a:schemeClr val="tx1"/>
              </a:solidFill>
            </a:rPr>
            <a:t>090-1776-5585</a:t>
          </a:r>
          <a:endParaRPr kumimoji="1" lang="ja-JP" altLang="en-US" sz="1000" kern="1200" dirty="0">
            <a:solidFill>
              <a:schemeClr val="tx1"/>
            </a:solidFill>
          </a:endParaRPr>
        </a:p>
      </dsp:txBody>
      <dsp:txXfrm>
        <a:off x="1837132" y="5503431"/>
        <a:ext cx="1683032" cy="609532"/>
      </dsp:txXfrm>
    </dsp:sp>
    <dsp:sp modelId="{7E9783B6-D486-4CF0-BABF-1F14F52DD14B}">
      <dsp:nvSpPr>
        <dsp:cNvPr id="0" name=""/>
        <dsp:cNvSpPr/>
      </dsp:nvSpPr>
      <dsp:spPr>
        <a:xfrm rot="19531554">
          <a:off x="3481522" y="5613957"/>
          <a:ext cx="656033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656033" y="8571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793138" y="5606128"/>
        <a:ext cx="32801" cy="32801"/>
      </dsp:txXfrm>
    </dsp:sp>
    <dsp:sp modelId="{A42E8B6D-BD5E-4B25-9E22-DF58DA28392E}">
      <dsp:nvSpPr>
        <dsp:cNvPr id="0" name=""/>
        <dsp:cNvSpPr/>
      </dsp:nvSpPr>
      <dsp:spPr>
        <a:xfrm>
          <a:off x="4079950" y="5318220"/>
          <a:ext cx="1294917" cy="237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五十嵐</a:t>
          </a:r>
        </a:p>
      </dsp:txBody>
      <dsp:txXfrm>
        <a:off x="4086900" y="5325170"/>
        <a:ext cx="1281017" cy="223380"/>
      </dsp:txXfrm>
    </dsp:sp>
    <dsp:sp modelId="{3F4610EB-0E11-49C5-9283-5BFB4826870B}">
      <dsp:nvSpPr>
        <dsp:cNvPr id="0" name=""/>
        <dsp:cNvSpPr/>
      </dsp:nvSpPr>
      <dsp:spPr>
        <a:xfrm rot="21303757">
          <a:off x="3538163" y="5777253"/>
          <a:ext cx="519896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519896" y="8571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785113" y="5772827"/>
        <a:ext cx="25994" cy="25994"/>
      </dsp:txXfrm>
    </dsp:sp>
    <dsp:sp modelId="{2BDA5DA8-8523-4DFA-8ACC-05DF84F80C16}">
      <dsp:nvSpPr>
        <dsp:cNvPr id="0" name=""/>
        <dsp:cNvSpPr/>
      </dsp:nvSpPr>
      <dsp:spPr>
        <a:xfrm>
          <a:off x="4057094" y="5644811"/>
          <a:ext cx="1294917" cy="237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戸口</a:t>
          </a:r>
        </a:p>
      </dsp:txBody>
      <dsp:txXfrm>
        <a:off x="4064044" y="5651761"/>
        <a:ext cx="1281017" cy="223380"/>
      </dsp:txXfrm>
    </dsp:sp>
    <dsp:sp modelId="{2493978F-4634-4894-9388-4A7420C2AB9E}">
      <dsp:nvSpPr>
        <dsp:cNvPr id="0" name=""/>
        <dsp:cNvSpPr/>
      </dsp:nvSpPr>
      <dsp:spPr>
        <a:xfrm rot="1752868">
          <a:off x="3501383" y="5944452"/>
          <a:ext cx="593455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593455" y="8571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783274" y="5938188"/>
        <a:ext cx="29672" cy="29672"/>
      </dsp:txXfrm>
    </dsp:sp>
    <dsp:sp modelId="{65595D00-6E07-4CAA-8219-FF4EF8EC4DF5}">
      <dsp:nvSpPr>
        <dsp:cNvPr id="0" name=""/>
        <dsp:cNvSpPr/>
      </dsp:nvSpPr>
      <dsp:spPr>
        <a:xfrm>
          <a:off x="4057094" y="5979211"/>
          <a:ext cx="1294917" cy="237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福田</a:t>
          </a:r>
        </a:p>
      </dsp:txBody>
      <dsp:txXfrm>
        <a:off x="4064044" y="5986161"/>
        <a:ext cx="1281017" cy="223380"/>
      </dsp:txXfrm>
    </dsp:sp>
    <dsp:sp modelId="{CFCDA7C4-8733-4006-A6B7-B865421234A5}">
      <dsp:nvSpPr>
        <dsp:cNvPr id="0" name=""/>
        <dsp:cNvSpPr/>
      </dsp:nvSpPr>
      <dsp:spPr>
        <a:xfrm rot="4863367">
          <a:off x="-126293" y="4955489"/>
          <a:ext cx="3365674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3365674" y="85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200" kern="1200"/>
        </a:p>
      </dsp:txBody>
      <dsp:txXfrm>
        <a:off x="1472401" y="4879919"/>
        <a:ext cx="168283" cy="168283"/>
      </dsp:txXfrm>
    </dsp:sp>
    <dsp:sp modelId="{CCBD9576-93CA-4B60-88DA-C6004F30C519}">
      <dsp:nvSpPr>
        <dsp:cNvPr id="0" name=""/>
        <dsp:cNvSpPr/>
      </dsp:nvSpPr>
      <dsp:spPr>
        <a:xfrm>
          <a:off x="1818169" y="6454963"/>
          <a:ext cx="1294917" cy="3429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600" kern="1200" dirty="0">
              <a:solidFill>
                <a:schemeClr val="tx1"/>
              </a:solidFill>
            </a:rPr>
            <a:t>119</a:t>
          </a:r>
          <a:endParaRPr kumimoji="1" lang="ja-JP" altLang="en-US" sz="1600" kern="1200" dirty="0">
            <a:solidFill>
              <a:schemeClr val="tx1"/>
            </a:solidFill>
          </a:endParaRPr>
        </a:p>
      </dsp:txBody>
      <dsp:txXfrm>
        <a:off x="1828214" y="6465008"/>
        <a:ext cx="1274827" cy="322856"/>
      </dsp:txXfrm>
    </dsp:sp>
    <dsp:sp modelId="{DAAD2518-29BB-40C4-9751-76EEBD4FAFBF}">
      <dsp:nvSpPr>
        <dsp:cNvPr id="0" name=""/>
        <dsp:cNvSpPr/>
      </dsp:nvSpPr>
      <dsp:spPr>
        <a:xfrm rot="10290">
          <a:off x="3113085" y="6619056"/>
          <a:ext cx="795976" cy="17143"/>
        </a:xfrm>
        <a:custGeom>
          <a:avLst/>
          <a:gdLst/>
          <a:ahLst/>
          <a:cxnLst/>
          <a:rect l="0" t="0" r="0" b="0"/>
          <a:pathLst>
            <a:path>
              <a:moveTo>
                <a:pt x="0" y="8571"/>
              </a:moveTo>
              <a:lnTo>
                <a:pt x="795976" y="8571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491174" y="6607728"/>
        <a:ext cx="39798" cy="39798"/>
      </dsp:txXfrm>
    </dsp:sp>
    <dsp:sp modelId="{64A45AB0-C77D-4869-8CE0-68B1B064AB19}">
      <dsp:nvSpPr>
        <dsp:cNvPr id="0" name=""/>
        <dsp:cNvSpPr/>
      </dsp:nvSpPr>
      <dsp:spPr>
        <a:xfrm>
          <a:off x="3909059" y="6459729"/>
          <a:ext cx="1988656" cy="3381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3918964" y="6469634"/>
        <a:ext cx="1968846" cy="318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372225" y="188913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第２工場 ： </a:t>
            </a:r>
            <a:r>
              <a:rPr lang="en-US" altLang="ja-JP" sz="900"/>
              <a:t>0274-62-6061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268538" y="188913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/>
              <a:t>連絡網（実装一係）</a:t>
            </a:r>
          </a:p>
        </p:txBody>
      </p:sp>
      <p:grpSp>
        <p:nvGrpSpPr>
          <p:cNvPr id="2" name="Organization Chart 3"/>
          <p:cNvGrpSpPr>
            <a:grpSpLocks noChangeAspect="1"/>
          </p:cNvGrpSpPr>
          <p:nvPr/>
        </p:nvGrpSpPr>
        <p:grpSpPr bwMode="auto">
          <a:xfrm>
            <a:off x="179388" y="138113"/>
            <a:ext cx="8856663" cy="6315075"/>
            <a:chOff x="113" y="119"/>
            <a:chExt cx="5534" cy="3946"/>
          </a:xfrm>
        </p:grpSpPr>
        <p:graphicFrame>
          <p:nvGraphicFramePr>
            <p:cNvPr id="7" name="図表 6"/>
            <p:cNvGraphicFramePr/>
            <p:nvPr>
              <p:extLst>
                <p:ext uri="{D42A27DB-BD31-4B8C-83A1-F6EECF244321}">
                  <p14:modId xmlns:p14="http://schemas.microsoft.com/office/powerpoint/2010/main" val="3490807372"/>
                </p:ext>
              </p:extLst>
            </p:nvPr>
          </p:nvGraphicFramePr>
          <p:xfrm>
            <a:off x="113" y="119"/>
            <a:ext cx="5534" cy="394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" name="Rectangle 238"/>
            <p:cNvSpPr>
              <a:spLocks noChangeArrowheads="1"/>
            </p:cNvSpPr>
            <p:nvPr/>
          </p:nvSpPr>
          <p:spPr bwMode="auto">
            <a:xfrm>
              <a:off x="1418" y="286"/>
              <a:ext cx="585" cy="136"/>
            </a:xfrm>
            <a:prstGeom prst="rect">
              <a:avLst/>
            </a:prstGeom>
            <a:solidFill>
              <a:srgbClr val="FF99CC">
                <a:alpha val="3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ＭＳ Ｐゴシック" panose="020B0600070205080204" pitchFamily="50" charset="-128"/>
                </a:rPr>
                <a:t>３交替勤務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/>
          <p:cNvSpPr/>
          <p:nvPr/>
        </p:nvSpPr>
        <p:spPr bwMode="auto">
          <a:xfrm>
            <a:off x="1763688" y="-1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3874260570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323</Words>
  <Application>Microsoft Office PowerPoint</Application>
  <PresentationFormat>画面に合わせる (4:3)</PresentationFormat>
  <Paragraphs>114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4" baseType="lpstr">
      <vt:lpstr>Arial</vt:lpstr>
      <vt:lpstr>標準デザイン</vt:lpstr>
      <vt:lpstr>連絡網（実装一係）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MATSUI Teruyoshi (松井 照佳)</cp:lastModifiedBy>
  <cp:revision>40</cp:revision>
  <cp:lastPrinted>2017-11-08T01:29:47Z</cp:lastPrinted>
  <dcterms:created xsi:type="dcterms:W3CDTF">2012-04-06T06:16:39Z</dcterms:created>
  <dcterms:modified xsi:type="dcterms:W3CDTF">2022-03-25T04:24:23Z</dcterms:modified>
</cp:coreProperties>
</file>